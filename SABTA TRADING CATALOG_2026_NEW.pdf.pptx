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7556500" cy="10693400"/>
  <p:notesSz cx="6858000" cy="9144000"/>
  <p:embeddedFontLst>
    <p:embeddedFont>
      <p:font typeface="Calibri (MS) Bold" charset="1" panose="020F0702030404030204"/>
      <p:regular r:id="rId51"/>
    </p:embeddedFont>
    <p:embeddedFont>
      <p:font typeface="Anton" charset="1" panose="00000500000000000000"/>
      <p:regular r:id="rId52"/>
    </p:embeddedFont>
    <p:embeddedFont>
      <p:font typeface="Montserrat" charset="1" panose="00000500000000000000"/>
      <p:regular r:id="rId53"/>
    </p:embeddedFont>
    <p:embeddedFont>
      <p:font typeface="CanvaSansSC-Regular" charset="1" panose="00000000000000000000"/>
      <p:regular r:id="rId54"/>
    </p:embeddedFont>
    <p:embeddedFont>
      <p:font typeface="Calistoga" charset="1" panose="00000500000000000000"/>
      <p:regular r:id="rId55"/>
    </p:embeddedFont>
    <p:embeddedFont>
      <p:font typeface="Poppins Bold" charset="1" panose="00000800000000000000"/>
      <p:regular r:id="rId56"/>
    </p:embeddedFont>
    <p:embeddedFont>
      <p:font typeface="Poppins" charset="1" panose="0000050000000000000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png" Type="http://schemas.openxmlformats.org/officeDocument/2006/relationships/image"/><Relationship Id="rId17" Target="../media/image26.png" Type="http://schemas.openxmlformats.org/officeDocument/2006/relationships/image"/><Relationship Id="rId18" Target="../media/image27.png" Type="http://schemas.openxmlformats.org/officeDocument/2006/relationships/image"/><Relationship Id="rId19" Target="../media/image28.svg" Type="http://schemas.openxmlformats.org/officeDocument/2006/relationships/image"/><Relationship Id="rId2" Target="../media/image11.jpeg" Type="http://schemas.openxmlformats.org/officeDocument/2006/relationships/image"/><Relationship Id="rId20" Target="../media/image29.jpeg" Type="http://schemas.openxmlformats.org/officeDocument/2006/relationships/image"/><Relationship Id="rId21" Target="../media/image30.png" Type="http://schemas.openxmlformats.org/officeDocument/2006/relationships/image"/><Relationship Id="rId22" Target="../media/image31.jpeg" Type="http://schemas.openxmlformats.org/officeDocument/2006/relationships/image"/><Relationship Id="rId23" Target="../media/image32.jpeg" Type="http://schemas.openxmlformats.org/officeDocument/2006/relationships/image"/><Relationship Id="rId24" Target="../media/image33.png" Type="http://schemas.openxmlformats.org/officeDocument/2006/relationships/image"/><Relationship Id="rId25" Target="../media/image34.svg" Type="http://schemas.openxmlformats.org/officeDocument/2006/relationships/image"/><Relationship Id="rId26" Target="../media/image35.jpeg" Type="http://schemas.openxmlformats.org/officeDocument/2006/relationships/image"/><Relationship Id="rId27" Target="../media/image36.jpeg" Type="http://schemas.openxmlformats.org/officeDocument/2006/relationships/image"/><Relationship Id="rId28" Target="../media/image37.png" Type="http://schemas.openxmlformats.org/officeDocument/2006/relationships/image"/><Relationship Id="rId29" Target="../media/image38.svg" Type="http://schemas.openxmlformats.org/officeDocument/2006/relationships/image"/><Relationship Id="rId3" Target="../media/image12.png" Type="http://schemas.openxmlformats.org/officeDocument/2006/relationships/image"/><Relationship Id="rId30" Target="../media/image39.png" Type="http://schemas.openxmlformats.org/officeDocument/2006/relationships/image"/><Relationship Id="rId31" Target="../media/image40.png" Type="http://schemas.openxmlformats.org/officeDocument/2006/relationships/image"/><Relationship Id="rId32" Target="../media/image41.png" Type="http://schemas.openxmlformats.org/officeDocument/2006/relationships/image"/><Relationship Id="rId33" Target="../media/image42.png" Type="http://schemas.openxmlformats.org/officeDocument/2006/relationships/image"/><Relationship Id="rId34" Target="../media/image43.png" Type="http://schemas.openxmlformats.org/officeDocument/2006/relationships/image"/><Relationship Id="rId35" Target="../media/image44.svg" Type="http://schemas.openxmlformats.org/officeDocument/2006/relationships/image"/><Relationship Id="rId36" Target="../media/image45.jpeg" Type="http://schemas.openxmlformats.org/officeDocument/2006/relationships/image"/><Relationship Id="rId37" Target="../media/image46.jpeg" Type="http://schemas.openxmlformats.org/officeDocument/2006/relationships/image"/><Relationship Id="rId38" Target="../media/image47.png" Type="http://schemas.openxmlformats.org/officeDocument/2006/relationships/image"/><Relationship Id="rId39" Target="../media/image48.png" Type="http://schemas.openxmlformats.org/officeDocument/2006/relationships/image"/><Relationship Id="rId4" Target="../media/image13.svg" Type="http://schemas.openxmlformats.org/officeDocument/2006/relationships/image"/><Relationship Id="rId40" Target="../media/image49.png" Type="http://schemas.openxmlformats.org/officeDocument/2006/relationships/image"/><Relationship Id="rId41" Target="../media/image50.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2" Target="../media/image11.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jpeg" Type="http://schemas.openxmlformats.org/officeDocument/2006/relationships/image"/><Relationship Id="rId6" Target="../media/image54.jpeg" Type="http://schemas.openxmlformats.org/officeDocument/2006/relationships/image"/><Relationship Id="rId7" Target="../media/image55.jpe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7.png" Type="http://schemas.openxmlformats.org/officeDocument/2006/relationships/image"/><Relationship Id="rId2" Target="../media/image11.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62.png" Type="http://schemas.openxmlformats.org/officeDocument/2006/relationships/image"/><Relationship Id="rId6" Target="../media/image63.svg" Type="http://schemas.openxmlformats.org/officeDocument/2006/relationships/image"/><Relationship Id="rId7" Target="../media/image64.png" Type="http://schemas.openxmlformats.org/officeDocument/2006/relationships/image"/><Relationship Id="rId8" Target="../media/image65.png" Type="http://schemas.openxmlformats.org/officeDocument/2006/relationships/image"/><Relationship Id="rId9" Target="../media/image6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72.png" Type="http://schemas.openxmlformats.org/officeDocument/2006/relationships/image"/><Relationship Id="rId12" Target="../media/image73.png" Type="http://schemas.openxmlformats.org/officeDocument/2006/relationships/image"/><Relationship Id="rId2" Target="../media/image11.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7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png" Type="http://schemas.openxmlformats.org/officeDocument/2006/relationships/image"/><Relationship Id="rId2" Target="../media/image11.jpeg" Type="http://schemas.openxmlformats.org/officeDocument/2006/relationships/image"/><Relationship Id="rId3" Target="../media/image74.png" Type="http://schemas.openxmlformats.org/officeDocument/2006/relationships/image"/><Relationship Id="rId4" Target="../media/image75.svg" Type="http://schemas.openxmlformats.org/officeDocument/2006/relationships/image"/><Relationship Id="rId5" Target="../media/image60.png" Type="http://schemas.openxmlformats.org/officeDocument/2006/relationships/image"/><Relationship Id="rId6" Target="../media/image61.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media/image7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11" Target="../media/image81.svg" Type="http://schemas.openxmlformats.org/officeDocument/2006/relationships/image"/><Relationship Id="rId12" Target="../media/image82.png" Type="http://schemas.openxmlformats.org/officeDocument/2006/relationships/image"/><Relationship Id="rId2" Target="../media/image11.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0.png" Type="http://schemas.openxmlformats.org/officeDocument/2006/relationships/image"/><Relationship Id="rId6" Target="../media/image61.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media/image7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83.png" Type="http://schemas.openxmlformats.org/officeDocument/2006/relationships/image"/><Relationship Id="rId12" Target="../media/image84.png" Type="http://schemas.openxmlformats.org/officeDocument/2006/relationships/image"/><Relationship Id="rId2" Target="../media/image11.jpeg" Type="http://schemas.openxmlformats.org/officeDocument/2006/relationships/image"/><Relationship Id="rId3" Target="../media/image74.png" Type="http://schemas.openxmlformats.org/officeDocument/2006/relationships/image"/><Relationship Id="rId4" Target="../media/image75.svg" Type="http://schemas.openxmlformats.org/officeDocument/2006/relationships/image"/><Relationship Id="rId5" Target="../media/image80.png" Type="http://schemas.openxmlformats.org/officeDocument/2006/relationships/image"/><Relationship Id="rId6" Target="../media/image81.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7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png" Type="http://schemas.openxmlformats.org/officeDocument/2006/relationships/image"/><Relationship Id="rId11" Target="../media/image90.svg" Type="http://schemas.openxmlformats.org/officeDocument/2006/relationships/image"/><Relationship Id="rId12" Target="../media/image91.png" Type="http://schemas.openxmlformats.org/officeDocument/2006/relationships/image"/><Relationship Id="rId2" Target="../media/image11.jpeg" Type="http://schemas.openxmlformats.org/officeDocument/2006/relationships/image"/><Relationship Id="rId3" Target="../media/image85.png" Type="http://schemas.openxmlformats.org/officeDocument/2006/relationships/image"/><Relationship Id="rId4" Target="../media/image86.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87.png" Type="http://schemas.openxmlformats.org/officeDocument/2006/relationships/image"/><Relationship Id="rId8" Target="../media/image60.png" Type="http://schemas.openxmlformats.org/officeDocument/2006/relationships/image"/><Relationship Id="rId9" Target="../media/image8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7.jpeg" Type="http://schemas.openxmlformats.org/officeDocument/2006/relationships/image"/><Relationship Id="rId11" Target="../media/image98.png" Type="http://schemas.openxmlformats.org/officeDocument/2006/relationships/image"/><Relationship Id="rId2" Target="../media/image11.jpeg" Type="http://schemas.openxmlformats.org/officeDocument/2006/relationships/image"/><Relationship Id="rId3" Target="../media/image92.png" Type="http://schemas.openxmlformats.org/officeDocument/2006/relationships/image"/><Relationship Id="rId4" Target="../media/image93.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94.png" Type="http://schemas.openxmlformats.org/officeDocument/2006/relationships/image"/><Relationship Id="rId8" Target="../media/image95.svg" Type="http://schemas.openxmlformats.org/officeDocument/2006/relationships/image"/><Relationship Id="rId9" Target="../media/image9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96.png" Type="http://schemas.openxmlformats.org/officeDocument/2006/relationships/image"/><Relationship Id="rId6" Target="../media/image94.png" Type="http://schemas.openxmlformats.org/officeDocument/2006/relationships/image"/><Relationship Id="rId7" Target="../media/image95.svg" Type="http://schemas.openxmlformats.org/officeDocument/2006/relationships/image"/><Relationship Id="rId8" Target="../media/image9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100.png" Type="http://schemas.openxmlformats.org/officeDocument/2006/relationships/image"/><Relationship Id="rId12" Target="../media/image101.png" Type="http://schemas.openxmlformats.org/officeDocument/2006/relationships/image"/><Relationship Id="rId2" Target="../media/image11.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7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svg" Type="http://schemas.openxmlformats.org/officeDocument/2006/relationships/image"/><Relationship Id="rId11" Target="../media/image110.jpeg" Type="http://schemas.openxmlformats.org/officeDocument/2006/relationships/image"/><Relationship Id="rId12" Target="../media/image111.jpeg" Type="http://schemas.openxmlformats.org/officeDocument/2006/relationships/image"/><Relationship Id="rId13" Target="../media/image112.jpeg" Type="http://schemas.openxmlformats.org/officeDocument/2006/relationships/image"/><Relationship Id="rId14" Target="../media/image113.jpeg" Type="http://schemas.openxmlformats.org/officeDocument/2006/relationships/image"/><Relationship Id="rId15" Target="../media/image114.jpeg" Type="http://schemas.openxmlformats.org/officeDocument/2006/relationships/image"/><Relationship Id="rId16" Target="../media/image115.jpeg" Type="http://schemas.openxmlformats.org/officeDocument/2006/relationships/image"/><Relationship Id="rId17" Target="../media/image116.png" Type="http://schemas.openxmlformats.org/officeDocument/2006/relationships/image"/><Relationship Id="rId18" Target="../media/image117.svg" Type="http://schemas.openxmlformats.org/officeDocument/2006/relationships/image"/><Relationship Id="rId2" Target="../media/image11.jpe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06.svg" Type="http://schemas.openxmlformats.org/officeDocument/2006/relationships/image"/><Relationship Id="rId8" Target="../media/image107.svg" Type="http://schemas.openxmlformats.org/officeDocument/2006/relationships/image"/><Relationship Id="rId9" Target="../media/image10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1.svg" Type="http://schemas.openxmlformats.org/officeDocument/2006/relationships/image"/><Relationship Id="rId11" Target="../media/image122.svg" Type="http://schemas.openxmlformats.org/officeDocument/2006/relationships/image"/><Relationship Id="rId12" Target="../media/image106.svg" Type="http://schemas.openxmlformats.org/officeDocument/2006/relationships/image"/><Relationship Id="rId13" Target="../media/image107.svg" Type="http://schemas.openxmlformats.org/officeDocument/2006/relationships/image"/><Relationship Id="rId14" Target="../media/image70.png" Type="http://schemas.openxmlformats.org/officeDocument/2006/relationships/image"/><Relationship Id="rId15" Target="../media/image71.svg" Type="http://schemas.openxmlformats.org/officeDocument/2006/relationships/image"/><Relationship Id="rId16" Target="../media/image123.jpeg" Type="http://schemas.openxmlformats.org/officeDocument/2006/relationships/image"/><Relationship Id="rId17" Target="../media/image124.jpeg" Type="http://schemas.openxmlformats.org/officeDocument/2006/relationships/image"/><Relationship Id="rId18" Target="../media/image125.jpeg" Type="http://schemas.openxmlformats.org/officeDocument/2006/relationships/image"/><Relationship Id="rId19" Target="../media/image126.jpeg" Type="http://schemas.openxmlformats.org/officeDocument/2006/relationships/image"/><Relationship Id="rId2" Target="../media/image11.jpeg" Type="http://schemas.openxmlformats.org/officeDocument/2006/relationships/image"/><Relationship Id="rId20" Target="../media/image127.jpeg" Type="http://schemas.openxmlformats.org/officeDocument/2006/relationships/image"/><Relationship Id="rId21" Target="../media/image128.png" Type="http://schemas.openxmlformats.org/officeDocument/2006/relationships/image"/><Relationship Id="rId22" Target="../media/image116.png" Type="http://schemas.openxmlformats.org/officeDocument/2006/relationships/image"/><Relationship Id="rId23" Target="../media/image117.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11" Target="../media/image70.png" Type="http://schemas.openxmlformats.org/officeDocument/2006/relationships/image"/><Relationship Id="rId12" Target="../media/image71.svg" Type="http://schemas.openxmlformats.org/officeDocument/2006/relationships/image"/><Relationship Id="rId13" Target="../media/image129.png" Type="http://schemas.openxmlformats.org/officeDocument/2006/relationships/image"/><Relationship Id="rId14" Target="../media/image130.svg" Type="http://schemas.openxmlformats.org/officeDocument/2006/relationships/image"/><Relationship Id="rId15" Target="../media/image131.jpeg" Type="http://schemas.openxmlformats.org/officeDocument/2006/relationships/image"/><Relationship Id="rId16" Target="../media/image132.jpeg" Type="http://schemas.openxmlformats.org/officeDocument/2006/relationships/image"/><Relationship Id="rId17" Target="../media/image133.jpeg" Type="http://schemas.openxmlformats.org/officeDocument/2006/relationships/image"/><Relationship Id="rId18" Target="../media/image134.jpeg" Type="http://schemas.openxmlformats.org/officeDocument/2006/relationships/image"/><Relationship Id="rId19" Target="../media/image135.jpeg" Type="http://schemas.openxmlformats.org/officeDocument/2006/relationships/image"/><Relationship Id="rId2" Target="../media/image11.jpeg" Type="http://schemas.openxmlformats.org/officeDocument/2006/relationships/image"/><Relationship Id="rId20" Target="../media/image136.jpe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11" Target="../media/image70.png" Type="http://schemas.openxmlformats.org/officeDocument/2006/relationships/image"/><Relationship Id="rId12" Target="../media/image71.svg" Type="http://schemas.openxmlformats.org/officeDocument/2006/relationships/image"/><Relationship Id="rId13" Target="../media/image129.png" Type="http://schemas.openxmlformats.org/officeDocument/2006/relationships/image"/><Relationship Id="rId14" Target="../media/image130.svg" Type="http://schemas.openxmlformats.org/officeDocument/2006/relationships/image"/><Relationship Id="rId15" Target="../media/image139.jpeg" Type="http://schemas.openxmlformats.org/officeDocument/2006/relationships/image"/><Relationship Id="rId16" Target="../media/image140.jpeg" Type="http://schemas.openxmlformats.org/officeDocument/2006/relationships/image"/><Relationship Id="rId17" Target="../media/image141.jpeg" Type="http://schemas.openxmlformats.org/officeDocument/2006/relationships/image"/><Relationship Id="rId18" Target="../media/image142.jpeg" Type="http://schemas.openxmlformats.org/officeDocument/2006/relationships/image"/><Relationship Id="rId19" Target="../media/image143.jpeg" Type="http://schemas.openxmlformats.org/officeDocument/2006/relationships/image"/><Relationship Id="rId2" Target="../media/image11.jpeg" Type="http://schemas.openxmlformats.org/officeDocument/2006/relationships/image"/><Relationship Id="rId20" Target="../media/image144.jpe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11" Target="../media/image70.png" Type="http://schemas.openxmlformats.org/officeDocument/2006/relationships/image"/><Relationship Id="rId12" Target="../media/image71.svg" Type="http://schemas.openxmlformats.org/officeDocument/2006/relationships/image"/><Relationship Id="rId13" Target="../media/image129.png" Type="http://schemas.openxmlformats.org/officeDocument/2006/relationships/image"/><Relationship Id="rId14" Target="../media/image130.svg" Type="http://schemas.openxmlformats.org/officeDocument/2006/relationships/image"/><Relationship Id="rId15" Target="../media/image145.jpeg" Type="http://schemas.openxmlformats.org/officeDocument/2006/relationships/image"/><Relationship Id="rId16" Target="../media/image146.jpeg" Type="http://schemas.openxmlformats.org/officeDocument/2006/relationships/image"/><Relationship Id="rId17" Target="../media/image147.jpeg" Type="http://schemas.openxmlformats.org/officeDocument/2006/relationships/image"/><Relationship Id="rId18" Target="../media/image148.png" Type="http://schemas.openxmlformats.org/officeDocument/2006/relationships/image"/><Relationship Id="rId19" Target="../media/image149.jpeg" Type="http://schemas.openxmlformats.org/officeDocument/2006/relationships/image"/><Relationship Id="rId2" Target="../media/image11.jpeg" Type="http://schemas.openxmlformats.org/officeDocument/2006/relationships/image"/><Relationship Id="rId20" Target="../media/image150.jpe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151.png" Type="http://schemas.openxmlformats.org/officeDocument/2006/relationships/image"/><Relationship Id="rId12" Target="../media/image152.svg" Type="http://schemas.openxmlformats.org/officeDocument/2006/relationships/image"/><Relationship Id="rId13" Target="../media/image153.jpeg" Type="http://schemas.openxmlformats.org/officeDocument/2006/relationships/image"/><Relationship Id="rId14" Target="../media/image154.jpeg" Type="http://schemas.openxmlformats.org/officeDocument/2006/relationships/image"/><Relationship Id="rId15" Target="../media/image155.jpeg" Type="http://schemas.openxmlformats.org/officeDocument/2006/relationships/image"/><Relationship Id="rId16" Target="../media/image156.jpeg" Type="http://schemas.openxmlformats.org/officeDocument/2006/relationships/image"/><Relationship Id="rId17" Target="../media/image157.png" Type="http://schemas.openxmlformats.org/officeDocument/2006/relationships/image"/><Relationship Id="rId18" Target="../media/image158.svg" Type="http://schemas.openxmlformats.org/officeDocument/2006/relationships/image"/><Relationship Id="rId19" Target="../media/image159.png" Type="http://schemas.openxmlformats.org/officeDocument/2006/relationships/image"/><Relationship Id="rId2" Target="../media/image11.jpeg" Type="http://schemas.openxmlformats.org/officeDocument/2006/relationships/image"/><Relationship Id="rId20" Target="../media/image160.pn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22.svg" Type="http://schemas.openxmlformats.org/officeDocument/2006/relationships/image"/><Relationship Id="rId8" Target="../media/image106.svg" Type="http://schemas.openxmlformats.org/officeDocument/2006/relationships/image"/><Relationship Id="rId9" Target="../media/image7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167.jpeg" Type="http://schemas.openxmlformats.org/officeDocument/2006/relationships/image"/><Relationship Id="rId12" Target="../media/image168.jpeg" Type="http://schemas.openxmlformats.org/officeDocument/2006/relationships/image"/><Relationship Id="rId13" Target="../media/image169.png" Type="http://schemas.openxmlformats.org/officeDocument/2006/relationships/image"/><Relationship Id="rId14" Target="../media/image170.svg" Type="http://schemas.openxmlformats.org/officeDocument/2006/relationships/image"/><Relationship Id="rId15" Target="../media/image171.jpeg" Type="http://schemas.openxmlformats.org/officeDocument/2006/relationships/image"/><Relationship Id="rId16" Target="../media/image172.png" Type="http://schemas.openxmlformats.org/officeDocument/2006/relationships/image"/><Relationship Id="rId17" Target="../media/image173.svg" Type="http://schemas.openxmlformats.org/officeDocument/2006/relationships/image"/><Relationship Id="rId18" Target="../media/image174.png" Type="http://schemas.openxmlformats.org/officeDocument/2006/relationships/image"/><Relationship Id="rId19" Target="../media/image175.png" Type="http://schemas.openxmlformats.org/officeDocument/2006/relationships/image"/><Relationship Id="rId2" Target="../media/image11.jpeg" Type="http://schemas.openxmlformats.org/officeDocument/2006/relationships/image"/><Relationship Id="rId20" Target="../media/image176.png" Type="http://schemas.openxmlformats.org/officeDocument/2006/relationships/image"/><Relationship Id="rId21" Target="../media/image177.svg" Type="http://schemas.openxmlformats.org/officeDocument/2006/relationships/image"/><Relationship Id="rId22" Target="../media/image178.jpeg" Type="http://schemas.openxmlformats.org/officeDocument/2006/relationships/image"/><Relationship Id="rId23" Target="../media/image137.png" Type="http://schemas.openxmlformats.org/officeDocument/2006/relationships/image"/><Relationship Id="rId24" Target="../media/image138.svg" Type="http://schemas.openxmlformats.org/officeDocument/2006/relationships/image"/><Relationship Id="rId3" Target="../media/image161.png" Type="http://schemas.openxmlformats.org/officeDocument/2006/relationships/image"/><Relationship Id="rId4" Target="../media/image162.svg" Type="http://schemas.openxmlformats.org/officeDocument/2006/relationships/image"/><Relationship Id="rId5" Target="../media/image163.png" Type="http://schemas.openxmlformats.org/officeDocument/2006/relationships/image"/><Relationship Id="rId6" Target="../media/image164.svg" Type="http://schemas.openxmlformats.org/officeDocument/2006/relationships/image"/><Relationship Id="rId7" Target="../media/image165.png" Type="http://schemas.openxmlformats.org/officeDocument/2006/relationships/image"/><Relationship Id="rId8" Target="../media/image166.svg" Type="http://schemas.openxmlformats.org/officeDocument/2006/relationships/image"/><Relationship Id="rId9" Target="../media/image7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svg" Type="http://schemas.openxmlformats.org/officeDocument/2006/relationships/image"/><Relationship Id="rId11" Target="../media/image179.jpeg" Type="http://schemas.openxmlformats.org/officeDocument/2006/relationships/image"/><Relationship Id="rId12" Target="../media/image180.jpeg" Type="http://schemas.openxmlformats.org/officeDocument/2006/relationships/image"/><Relationship Id="rId13" Target="../media/image181.jpeg" Type="http://schemas.openxmlformats.org/officeDocument/2006/relationships/image"/><Relationship Id="rId14" Target="../media/image182.png" Type="http://schemas.openxmlformats.org/officeDocument/2006/relationships/image"/><Relationship Id="rId15" Target="../media/image183.png" Type="http://schemas.openxmlformats.org/officeDocument/2006/relationships/image"/><Relationship Id="rId16" Target="../media/image184.svg" Type="http://schemas.openxmlformats.org/officeDocument/2006/relationships/image"/><Relationship Id="rId17" Target="../media/image185.png" Type="http://schemas.openxmlformats.org/officeDocument/2006/relationships/image"/><Relationship Id="rId18" Target="../media/image186.svg" Type="http://schemas.openxmlformats.org/officeDocument/2006/relationships/image"/><Relationship Id="rId19" Target="../media/image187.png" Type="http://schemas.openxmlformats.org/officeDocument/2006/relationships/image"/><Relationship Id="rId2" Target="../media/image11.jpeg" Type="http://schemas.openxmlformats.org/officeDocument/2006/relationships/image"/><Relationship Id="rId20" Target="../media/image188.png" Type="http://schemas.openxmlformats.org/officeDocument/2006/relationships/image"/><Relationship Id="rId21" Target="../media/image137.png" Type="http://schemas.openxmlformats.org/officeDocument/2006/relationships/image"/><Relationship Id="rId22" Target="../media/image138.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22.svg" Type="http://schemas.openxmlformats.org/officeDocument/2006/relationships/image"/><Relationship Id="rId8" Target="../media/image106.svg" Type="http://schemas.openxmlformats.org/officeDocument/2006/relationships/image"/><Relationship Id="rId9" Target="../media/image7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5.png" Type="http://schemas.openxmlformats.org/officeDocument/2006/relationships/image"/><Relationship Id="rId11" Target="../media/image196.png" Type="http://schemas.openxmlformats.org/officeDocument/2006/relationships/image"/><Relationship Id="rId12" Target="../media/image197.svg" Type="http://schemas.openxmlformats.org/officeDocument/2006/relationships/image"/><Relationship Id="rId13" Target="../media/image198.png" Type="http://schemas.openxmlformats.org/officeDocument/2006/relationships/image"/><Relationship Id="rId14" Target="../media/image199.svg" Type="http://schemas.openxmlformats.org/officeDocument/2006/relationships/image"/><Relationship Id="rId15" Target="../media/image200.png" Type="http://schemas.openxmlformats.org/officeDocument/2006/relationships/image"/><Relationship Id="rId16" Target="../media/image201.svg" Type="http://schemas.openxmlformats.org/officeDocument/2006/relationships/image"/><Relationship Id="rId17" Target="../media/image202.png" Type="http://schemas.openxmlformats.org/officeDocument/2006/relationships/image"/><Relationship Id="rId18" Target="../media/image203.svg" Type="http://schemas.openxmlformats.org/officeDocument/2006/relationships/image"/><Relationship Id="rId19" Target="../media/image204.png" Type="http://schemas.openxmlformats.org/officeDocument/2006/relationships/image"/><Relationship Id="rId2" Target="../media/image11.jpeg" Type="http://schemas.openxmlformats.org/officeDocument/2006/relationships/image"/><Relationship Id="rId20" Target="../media/image120.png" Type="http://schemas.openxmlformats.org/officeDocument/2006/relationships/image"/><Relationship Id="rId21" Target="../media/image205.svg" Type="http://schemas.openxmlformats.org/officeDocument/2006/relationships/image"/><Relationship Id="rId22" Target="../media/image206.png" Type="http://schemas.openxmlformats.org/officeDocument/2006/relationships/image"/><Relationship Id="rId23" Target="../media/image207.png" Type="http://schemas.openxmlformats.org/officeDocument/2006/relationships/image"/><Relationship Id="rId24" Target="../media/image208.png" Type="http://schemas.openxmlformats.org/officeDocument/2006/relationships/image"/><Relationship Id="rId25" Target="../media/image209.svg" Type="http://schemas.openxmlformats.org/officeDocument/2006/relationships/image"/><Relationship Id="rId26" Target="../media/image210.png" Type="http://schemas.openxmlformats.org/officeDocument/2006/relationships/image"/><Relationship Id="rId27" Target="../media/image211.png" Type="http://schemas.openxmlformats.org/officeDocument/2006/relationships/image"/><Relationship Id="rId28" Target="../media/image116.png" Type="http://schemas.openxmlformats.org/officeDocument/2006/relationships/image"/><Relationship Id="rId29" Target="../media/image117.svg" Type="http://schemas.openxmlformats.org/officeDocument/2006/relationships/image"/><Relationship Id="rId3" Target="../media/image189.png" Type="http://schemas.openxmlformats.org/officeDocument/2006/relationships/image"/><Relationship Id="rId4" Target="../media/image190.svg" Type="http://schemas.openxmlformats.org/officeDocument/2006/relationships/image"/><Relationship Id="rId5" Target="../media/image191.png" Type="http://schemas.openxmlformats.org/officeDocument/2006/relationships/image"/><Relationship Id="rId6" Target="../media/image172.png" Type="http://schemas.openxmlformats.org/officeDocument/2006/relationships/image"/><Relationship Id="rId7" Target="../media/image192.svg" Type="http://schemas.openxmlformats.org/officeDocument/2006/relationships/image"/><Relationship Id="rId8" Target="../media/image193.png" Type="http://schemas.openxmlformats.org/officeDocument/2006/relationships/image"/><Relationship Id="rId9" Target="../media/image19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7.png" Type="http://schemas.openxmlformats.org/officeDocument/2006/relationships/image"/><Relationship Id="rId11" Target="../media/image218.png" Type="http://schemas.openxmlformats.org/officeDocument/2006/relationships/image"/><Relationship Id="rId12" Target="../media/image219.svg" Type="http://schemas.openxmlformats.org/officeDocument/2006/relationships/image"/><Relationship Id="rId13" Target="../media/image220.png" Type="http://schemas.openxmlformats.org/officeDocument/2006/relationships/image"/><Relationship Id="rId14" Target="../media/image221.png" Type="http://schemas.openxmlformats.org/officeDocument/2006/relationships/image"/><Relationship Id="rId15" Target="../media/image222.png" Type="http://schemas.openxmlformats.org/officeDocument/2006/relationships/image"/><Relationship Id="rId16" Target="../media/image223.svg" Type="http://schemas.openxmlformats.org/officeDocument/2006/relationships/image"/><Relationship Id="rId17" Target="../media/image224.png" Type="http://schemas.openxmlformats.org/officeDocument/2006/relationships/image"/><Relationship Id="rId18" Target="../media/image225.svg" Type="http://schemas.openxmlformats.org/officeDocument/2006/relationships/image"/><Relationship Id="rId19" Target="../media/image226.svg" Type="http://schemas.openxmlformats.org/officeDocument/2006/relationships/image"/><Relationship Id="rId2" Target="../media/image11.jpeg" Type="http://schemas.openxmlformats.org/officeDocument/2006/relationships/image"/><Relationship Id="rId20" Target="../media/image120.png" Type="http://schemas.openxmlformats.org/officeDocument/2006/relationships/image"/><Relationship Id="rId21" Target="../media/image205.svg" Type="http://schemas.openxmlformats.org/officeDocument/2006/relationships/image"/><Relationship Id="rId22" Target="../media/image227.png" Type="http://schemas.openxmlformats.org/officeDocument/2006/relationships/image"/><Relationship Id="rId23" Target="../media/image228.jpeg" Type="http://schemas.openxmlformats.org/officeDocument/2006/relationships/image"/><Relationship Id="rId24" Target="../media/image116.png" Type="http://schemas.openxmlformats.org/officeDocument/2006/relationships/image"/><Relationship Id="rId25" Target="../media/image117.svg" Type="http://schemas.openxmlformats.org/officeDocument/2006/relationships/image"/><Relationship Id="rId3" Target="../media/image212.png" Type="http://schemas.openxmlformats.org/officeDocument/2006/relationships/image"/><Relationship Id="rId4" Target="../media/image213.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214.png" Type="http://schemas.openxmlformats.org/officeDocument/2006/relationships/image"/><Relationship Id="rId8" Target="../media/image215.png" Type="http://schemas.openxmlformats.org/officeDocument/2006/relationships/image"/><Relationship Id="rId9" Target="../media/image21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5.svg" Type="http://schemas.openxmlformats.org/officeDocument/2006/relationships/image"/><Relationship Id="rId11" Target="../media/image122.svg" Type="http://schemas.openxmlformats.org/officeDocument/2006/relationships/image"/><Relationship Id="rId12" Target="../media/image236.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237.jpeg" Type="http://schemas.openxmlformats.org/officeDocument/2006/relationships/image"/><Relationship Id="rId16" Target="../media/image238.png" Type="http://schemas.openxmlformats.org/officeDocument/2006/relationships/image"/><Relationship Id="rId17" Target="../media/image239.png" Type="http://schemas.openxmlformats.org/officeDocument/2006/relationships/image"/><Relationship Id="rId18" Target="../media/image240.jpeg" Type="http://schemas.openxmlformats.org/officeDocument/2006/relationships/image"/><Relationship Id="rId19" Target="../media/image241.jpeg" Type="http://schemas.openxmlformats.org/officeDocument/2006/relationships/image"/><Relationship Id="rId2" Target="../media/image11.jpeg" Type="http://schemas.openxmlformats.org/officeDocument/2006/relationships/image"/><Relationship Id="rId20" Target="../media/image172.png" Type="http://schemas.openxmlformats.org/officeDocument/2006/relationships/image"/><Relationship Id="rId21" Target="../media/image242.svg" Type="http://schemas.openxmlformats.org/officeDocument/2006/relationships/image"/><Relationship Id="rId22" Target="../media/image243.jpeg" Type="http://schemas.openxmlformats.org/officeDocument/2006/relationships/image"/><Relationship Id="rId23" Target="../media/image25.png" Type="http://schemas.openxmlformats.org/officeDocument/2006/relationships/image"/><Relationship Id="rId3" Target="../media/image118.png" Type="http://schemas.openxmlformats.org/officeDocument/2006/relationships/image"/><Relationship Id="rId4" Target="../media/image229.svg" Type="http://schemas.openxmlformats.org/officeDocument/2006/relationships/image"/><Relationship Id="rId5" Target="../media/image230.png" Type="http://schemas.openxmlformats.org/officeDocument/2006/relationships/image"/><Relationship Id="rId6" Target="../media/image231.svg" Type="http://schemas.openxmlformats.org/officeDocument/2006/relationships/image"/><Relationship Id="rId7" Target="../media/image232.png" Type="http://schemas.openxmlformats.org/officeDocument/2006/relationships/image"/><Relationship Id="rId8" Target="../media/image233.svg" Type="http://schemas.openxmlformats.org/officeDocument/2006/relationships/image"/><Relationship Id="rId9" Target="../media/image23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5.svg" Type="http://schemas.openxmlformats.org/officeDocument/2006/relationships/image"/><Relationship Id="rId11" Target="../media/image122.svg" Type="http://schemas.openxmlformats.org/officeDocument/2006/relationships/image"/><Relationship Id="rId12" Target="../media/image106.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246.jpeg" Type="http://schemas.openxmlformats.org/officeDocument/2006/relationships/image"/><Relationship Id="rId16" Target="../media/image247.png" Type="http://schemas.openxmlformats.org/officeDocument/2006/relationships/image"/><Relationship Id="rId17" Target="../media/image248.jpeg" Type="http://schemas.openxmlformats.org/officeDocument/2006/relationships/image"/><Relationship Id="rId18" Target="../media/image249.png" Type="http://schemas.openxmlformats.org/officeDocument/2006/relationships/image"/><Relationship Id="rId19" Target="../media/image250.jpeg" Type="http://schemas.openxmlformats.org/officeDocument/2006/relationships/image"/><Relationship Id="rId2" Target="../media/image11.jpeg" Type="http://schemas.openxmlformats.org/officeDocument/2006/relationships/image"/><Relationship Id="rId20" Target="../media/image172.png" Type="http://schemas.openxmlformats.org/officeDocument/2006/relationships/image"/><Relationship Id="rId21" Target="../media/image251.svg" Type="http://schemas.openxmlformats.org/officeDocument/2006/relationships/image"/><Relationship Id="rId22" Target="../media/image252.jpeg" Type="http://schemas.openxmlformats.org/officeDocument/2006/relationships/image"/><Relationship Id="rId23" Target="../media/image25.pn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2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7.png" Type="http://schemas.openxmlformats.org/officeDocument/2006/relationships/image"/><Relationship Id="rId11" Target="../media/image258.svg" Type="http://schemas.openxmlformats.org/officeDocument/2006/relationships/image"/><Relationship Id="rId12" Target="../media/image259.png" Type="http://schemas.openxmlformats.org/officeDocument/2006/relationships/image"/><Relationship Id="rId13" Target="../media/image260.svg" Type="http://schemas.openxmlformats.org/officeDocument/2006/relationships/image"/><Relationship Id="rId14" Target="../media/image244.png" Type="http://schemas.openxmlformats.org/officeDocument/2006/relationships/image"/><Relationship Id="rId15" Target="../media/image261.svg" Type="http://schemas.openxmlformats.org/officeDocument/2006/relationships/image"/><Relationship Id="rId16" Target="../media/image262.svg" Type="http://schemas.openxmlformats.org/officeDocument/2006/relationships/image"/><Relationship Id="rId17" Target="../media/image263.png" Type="http://schemas.openxmlformats.org/officeDocument/2006/relationships/image"/><Relationship Id="rId18" Target="../media/image264.png" Type="http://schemas.openxmlformats.org/officeDocument/2006/relationships/image"/><Relationship Id="rId19" Target="../media/image265.png" Type="http://schemas.openxmlformats.org/officeDocument/2006/relationships/image"/><Relationship Id="rId2" Target="../media/image11.jpeg" Type="http://schemas.openxmlformats.org/officeDocument/2006/relationships/image"/><Relationship Id="rId20" Target="../media/image25.png" Type="http://schemas.openxmlformats.org/officeDocument/2006/relationships/image"/><Relationship Id="rId3" Target="../media/image172.png" Type="http://schemas.openxmlformats.org/officeDocument/2006/relationships/image"/><Relationship Id="rId4" Target="../media/image253.svg" Type="http://schemas.openxmlformats.org/officeDocument/2006/relationships/image"/><Relationship Id="rId5" Target="../media/image254.svg" Type="http://schemas.openxmlformats.org/officeDocument/2006/relationships/image"/><Relationship Id="rId6" Target="../media/image255.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media/image25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11.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266.png" Type="http://schemas.openxmlformats.org/officeDocument/2006/relationships/image"/><Relationship Id="rId6" Target="../media/image222.png" Type="http://schemas.openxmlformats.org/officeDocument/2006/relationships/image"/><Relationship Id="rId7" Target="../media/image267.svg" Type="http://schemas.openxmlformats.org/officeDocument/2006/relationships/image"/><Relationship Id="rId8" Target="../media/image244.png" Type="http://schemas.openxmlformats.org/officeDocument/2006/relationships/image"/><Relationship Id="rId9" Target="../media/image24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png" Type="http://schemas.openxmlformats.org/officeDocument/2006/relationships/image"/><Relationship Id="rId11" Target="../media/image130.svg" Type="http://schemas.openxmlformats.org/officeDocument/2006/relationships/image"/><Relationship Id="rId12" Target="../media/image268.jpeg" Type="http://schemas.openxmlformats.org/officeDocument/2006/relationships/image"/><Relationship Id="rId13" Target="../media/image269.jpeg" Type="http://schemas.openxmlformats.org/officeDocument/2006/relationships/image"/><Relationship Id="rId14" Target="../media/image270.jpeg" Type="http://schemas.openxmlformats.org/officeDocument/2006/relationships/image"/><Relationship Id="rId15" Target="../media/image271.jpeg" Type="http://schemas.openxmlformats.org/officeDocument/2006/relationships/image"/><Relationship Id="rId16" Target="../media/image272.jpeg" Type="http://schemas.openxmlformats.org/officeDocument/2006/relationships/image"/><Relationship Id="rId17" Target="../media/image273.jpeg" Type="http://schemas.openxmlformats.org/officeDocument/2006/relationships/image"/><Relationship Id="rId2" Target="../media/image11.jpe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06.svg" Type="http://schemas.openxmlformats.org/officeDocument/2006/relationships/image"/><Relationship Id="rId8" Target="../media/image108.png" Type="http://schemas.openxmlformats.org/officeDocument/2006/relationships/image"/><Relationship Id="rId9" Target="../media/image10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5.svg" Type="http://schemas.openxmlformats.org/officeDocument/2006/relationships/image"/><Relationship Id="rId11" Target="../media/image122.svg" Type="http://schemas.openxmlformats.org/officeDocument/2006/relationships/image"/><Relationship Id="rId12" Target="../media/image106.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129.png" Type="http://schemas.openxmlformats.org/officeDocument/2006/relationships/image"/><Relationship Id="rId16" Target="../media/image130.svg" Type="http://schemas.openxmlformats.org/officeDocument/2006/relationships/image"/><Relationship Id="rId17" Target="../media/image276.jpeg" Type="http://schemas.openxmlformats.org/officeDocument/2006/relationships/image"/><Relationship Id="rId18" Target="../media/image277.jpeg" Type="http://schemas.openxmlformats.org/officeDocument/2006/relationships/image"/><Relationship Id="rId19" Target="../media/image278.jpeg" Type="http://schemas.openxmlformats.org/officeDocument/2006/relationships/image"/><Relationship Id="rId2" Target="../media/image11.jpeg" Type="http://schemas.openxmlformats.org/officeDocument/2006/relationships/image"/><Relationship Id="rId20" Target="../media/image279.jpeg" Type="http://schemas.openxmlformats.org/officeDocument/2006/relationships/image"/><Relationship Id="rId21" Target="../media/image280.jpeg" Type="http://schemas.openxmlformats.org/officeDocument/2006/relationships/image"/><Relationship Id="rId22" Target="../media/image281.jpe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27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11" Target="../media/image70.png" Type="http://schemas.openxmlformats.org/officeDocument/2006/relationships/image"/><Relationship Id="rId12" Target="../media/image71.svg" Type="http://schemas.openxmlformats.org/officeDocument/2006/relationships/image"/><Relationship Id="rId13" Target="../media/image129.png" Type="http://schemas.openxmlformats.org/officeDocument/2006/relationships/image"/><Relationship Id="rId14" Target="../media/image130.svg" Type="http://schemas.openxmlformats.org/officeDocument/2006/relationships/image"/><Relationship Id="rId15" Target="../media/image282.jpeg" Type="http://schemas.openxmlformats.org/officeDocument/2006/relationships/image"/><Relationship Id="rId16" Target="../media/image283.jpeg" Type="http://schemas.openxmlformats.org/officeDocument/2006/relationships/image"/><Relationship Id="rId17" Target="../media/image284.jpeg" Type="http://schemas.openxmlformats.org/officeDocument/2006/relationships/image"/><Relationship Id="rId18" Target="../media/image285.jpeg" Type="http://schemas.openxmlformats.org/officeDocument/2006/relationships/image"/><Relationship Id="rId19" Target="../media/image286.jpeg" Type="http://schemas.openxmlformats.org/officeDocument/2006/relationships/image"/><Relationship Id="rId2" Target="../media/image11.jpeg" Type="http://schemas.openxmlformats.org/officeDocument/2006/relationships/image"/><Relationship Id="rId20" Target="../media/image287.jpeg" Type="http://schemas.openxmlformats.org/officeDocument/2006/relationships/image"/><Relationship Id="rId21" Target="../media/image288.png" Type="http://schemas.openxmlformats.org/officeDocument/2006/relationships/image"/><Relationship Id="rId22" Target="../media/image289.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6.png" Type="http://schemas.openxmlformats.org/officeDocument/2006/relationships/image"/><Relationship Id="rId11" Target="../media/image297.svg" Type="http://schemas.openxmlformats.org/officeDocument/2006/relationships/image"/><Relationship Id="rId12" Target="../media/image298.svg" Type="http://schemas.openxmlformats.org/officeDocument/2006/relationships/image"/><Relationship Id="rId13" Target="../media/image299.png" Type="http://schemas.openxmlformats.org/officeDocument/2006/relationships/image"/><Relationship Id="rId14" Target="../media/image300.svg" Type="http://schemas.openxmlformats.org/officeDocument/2006/relationships/image"/><Relationship Id="rId15" Target="../media/image301.jpeg" Type="http://schemas.openxmlformats.org/officeDocument/2006/relationships/image"/><Relationship Id="rId16" Target="../media/image302.jpeg" Type="http://schemas.openxmlformats.org/officeDocument/2006/relationships/image"/><Relationship Id="rId17" Target="../media/image303.png" Type="http://schemas.openxmlformats.org/officeDocument/2006/relationships/image"/><Relationship Id="rId18" Target="../media/image304.png" Type="http://schemas.openxmlformats.org/officeDocument/2006/relationships/image"/><Relationship Id="rId19" Target="../media/image305.svg" Type="http://schemas.openxmlformats.org/officeDocument/2006/relationships/image"/><Relationship Id="rId2" Target="../media/image11.jpeg" Type="http://schemas.openxmlformats.org/officeDocument/2006/relationships/image"/><Relationship Id="rId20" Target="../media/image306.png" Type="http://schemas.openxmlformats.org/officeDocument/2006/relationships/image"/><Relationship Id="rId21" Target="../media/image307.svg" Type="http://schemas.openxmlformats.org/officeDocument/2006/relationships/image"/><Relationship Id="rId3" Target="../media/image290.png" Type="http://schemas.openxmlformats.org/officeDocument/2006/relationships/image"/><Relationship Id="rId4" Target="../media/image291.svg" Type="http://schemas.openxmlformats.org/officeDocument/2006/relationships/image"/><Relationship Id="rId5" Target="../media/image292.png" Type="http://schemas.openxmlformats.org/officeDocument/2006/relationships/image"/><Relationship Id="rId6" Target="../media/image293.png" Type="http://schemas.openxmlformats.org/officeDocument/2006/relationships/image"/><Relationship Id="rId7" Target="../media/image294.png" Type="http://schemas.openxmlformats.org/officeDocument/2006/relationships/image"/><Relationship Id="rId8" Target="../media/image172.png" Type="http://schemas.openxmlformats.org/officeDocument/2006/relationships/image"/><Relationship Id="rId9" Target="../media/image29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1.svg" Type="http://schemas.openxmlformats.org/officeDocument/2006/relationships/image"/><Relationship Id="rId11" Target="../media/image129.png" Type="http://schemas.openxmlformats.org/officeDocument/2006/relationships/image"/><Relationship Id="rId12" Target="../media/image130.svg" Type="http://schemas.openxmlformats.org/officeDocument/2006/relationships/image"/><Relationship Id="rId13" Target="../media/image312.jpeg" Type="http://schemas.openxmlformats.org/officeDocument/2006/relationships/image"/><Relationship Id="rId14" Target="../media/image313.png" Type="http://schemas.openxmlformats.org/officeDocument/2006/relationships/image"/><Relationship Id="rId15" Target="../media/image314.png" Type="http://schemas.openxmlformats.org/officeDocument/2006/relationships/image"/><Relationship Id="rId16" Target="../media/image315.jpeg" Type="http://schemas.openxmlformats.org/officeDocument/2006/relationships/image"/><Relationship Id="rId17" Target="../media/image316.jpeg" Type="http://schemas.openxmlformats.org/officeDocument/2006/relationships/image"/><Relationship Id="rId18" Target="../media/image317.jpeg" Type="http://schemas.openxmlformats.org/officeDocument/2006/relationships/image"/><Relationship Id="rId19" Target="../media/image304.png" Type="http://schemas.openxmlformats.org/officeDocument/2006/relationships/image"/><Relationship Id="rId2" Target="../media/image11.jpeg" Type="http://schemas.openxmlformats.org/officeDocument/2006/relationships/image"/><Relationship Id="rId20" Target="../media/image305.sv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308.png" Type="http://schemas.openxmlformats.org/officeDocument/2006/relationships/image"/><Relationship Id="rId8" Target="../media/image309.svg" Type="http://schemas.openxmlformats.org/officeDocument/2006/relationships/image"/><Relationship Id="rId9" Target="../media/image31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1.svg" Type="http://schemas.openxmlformats.org/officeDocument/2006/relationships/image"/><Relationship Id="rId11" Target="../media/image318.png" Type="http://schemas.openxmlformats.org/officeDocument/2006/relationships/image"/><Relationship Id="rId12" Target="../media/image319.png" Type="http://schemas.openxmlformats.org/officeDocument/2006/relationships/image"/><Relationship Id="rId13" Target="../media/image320.jpeg" Type="http://schemas.openxmlformats.org/officeDocument/2006/relationships/image"/><Relationship Id="rId14" Target="../media/image321.jpeg" Type="http://schemas.openxmlformats.org/officeDocument/2006/relationships/image"/><Relationship Id="rId15" Target="../media/image322.png" Type="http://schemas.openxmlformats.org/officeDocument/2006/relationships/image"/><Relationship Id="rId16" Target="../media/image304.png" Type="http://schemas.openxmlformats.org/officeDocument/2006/relationships/image"/><Relationship Id="rId17" Target="../media/image305.svg" Type="http://schemas.openxmlformats.org/officeDocument/2006/relationships/image"/><Relationship Id="rId2" Target="../media/image11.jpe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308.png" Type="http://schemas.openxmlformats.org/officeDocument/2006/relationships/image"/><Relationship Id="rId8" Target="../media/image309.svg" Type="http://schemas.openxmlformats.org/officeDocument/2006/relationships/image"/><Relationship Id="rId9" Target="../media/image31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8.svg" Type="http://schemas.openxmlformats.org/officeDocument/2006/relationships/image"/><Relationship Id="rId11" Target="../media/image329.png" Type="http://schemas.openxmlformats.org/officeDocument/2006/relationships/image"/><Relationship Id="rId12" Target="../media/image330.svg" Type="http://schemas.openxmlformats.org/officeDocument/2006/relationships/image"/><Relationship Id="rId13" Target="../media/image331.png" Type="http://schemas.openxmlformats.org/officeDocument/2006/relationships/image"/><Relationship Id="rId14" Target="../media/image332.jpeg" Type="http://schemas.openxmlformats.org/officeDocument/2006/relationships/image"/><Relationship Id="rId15" Target="../media/image333.jpeg" Type="http://schemas.openxmlformats.org/officeDocument/2006/relationships/image"/><Relationship Id="rId16" Target="../media/image334.jpeg" Type="http://schemas.openxmlformats.org/officeDocument/2006/relationships/image"/><Relationship Id="rId17" Target="../media/image335.jpeg" Type="http://schemas.openxmlformats.org/officeDocument/2006/relationships/image"/><Relationship Id="rId18" Target="../media/image336.jpeg" Type="http://schemas.openxmlformats.org/officeDocument/2006/relationships/image"/><Relationship Id="rId19" Target="../media/image337.png" Type="http://schemas.openxmlformats.org/officeDocument/2006/relationships/image"/><Relationship Id="rId2" Target="../media/image11.jpeg" Type="http://schemas.openxmlformats.org/officeDocument/2006/relationships/image"/><Relationship Id="rId20" Target="../media/image338.svg" Type="http://schemas.openxmlformats.org/officeDocument/2006/relationships/image"/><Relationship Id="rId3" Target="../media/image323.png" Type="http://schemas.openxmlformats.org/officeDocument/2006/relationships/image"/><Relationship Id="rId4" Target="../media/image324.svg" Type="http://schemas.openxmlformats.org/officeDocument/2006/relationships/image"/><Relationship Id="rId5" Target="../media/image325.png" Type="http://schemas.openxmlformats.org/officeDocument/2006/relationships/image"/><Relationship Id="rId6" Target="../media/image326.svg" Type="http://schemas.openxmlformats.org/officeDocument/2006/relationships/image"/><Relationship Id="rId7" Target="../media/image299.png" Type="http://schemas.openxmlformats.org/officeDocument/2006/relationships/image"/><Relationship Id="rId8" Target="../media/image300.svg" Type="http://schemas.openxmlformats.org/officeDocument/2006/relationships/image"/><Relationship Id="rId9" Target="../media/image3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1.svg" Type="http://schemas.openxmlformats.org/officeDocument/2006/relationships/image"/><Relationship Id="rId11" Target="../media/image129.png" Type="http://schemas.openxmlformats.org/officeDocument/2006/relationships/image"/><Relationship Id="rId12" Target="../media/image130.svg" Type="http://schemas.openxmlformats.org/officeDocument/2006/relationships/image"/><Relationship Id="rId13" Target="../media/image339.png" Type="http://schemas.openxmlformats.org/officeDocument/2006/relationships/image"/><Relationship Id="rId14" Target="../media/image340.jpeg" Type="http://schemas.openxmlformats.org/officeDocument/2006/relationships/image"/><Relationship Id="rId15" Target="../media/image341.png" Type="http://schemas.openxmlformats.org/officeDocument/2006/relationships/image"/><Relationship Id="rId16" Target="../media/image342.jpeg" Type="http://schemas.openxmlformats.org/officeDocument/2006/relationships/image"/><Relationship Id="rId17" Target="../media/image343.jpeg" Type="http://schemas.openxmlformats.org/officeDocument/2006/relationships/image"/><Relationship Id="rId18" Target="../media/image344.png" Type="http://schemas.openxmlformats.org/officeDocument/2006/relationships/image"/><Relationship Id="rId19" Target="../media/image345.png" Type="http://schemas.openxmlformats.org/officeDocument/2006/relationships/image"/><Relationship Id="rId2" Target="../media/image11.jpeg" Type="http://schemas.openxmlformats.org/officeDocument/2006/relationships/image"/><Relationship Id="rId20" Target="../media/image337.png" Type="http://schemas.openxmlformats.org/officeDocument/2006/relationships/image"/><Relationship Id="rId21" Target="../media/image338.sv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308.png" Type="http://schemas.openxmlformats.org/officeDocument/2006/relationships/image"/><Relationship Id="rId8" Target="../media/image309.svg" Type="http://schemas.openxmlformats.org/officeDocument/2006/relationships/image"/><Relationship Id="rId9" Target="../media/image31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2.png" Type="http://schemas.openxmlformats.org/officeDocument/2006/relationships/image"/><Relationship Id="rId11" Target="../media/image348.svg" Type="http://schemas.openxmlformats.org/officeDocument/2006/relationships/image"/><Relationship Id="rId12" Target="../media/image349.jpeg" Type="http://schemas.openxmlformats.org/officeDocument/2006/relationships/image"/><Relationship Id="rId13" Target="../media/image350.jpeg" Type="http://schemas.openxmlformats.org/officeDocument/2006/relationships/image"/><Relationship Id="rId14" Target="../media/image351.png" Type="http://schemas.openxmlformats.org/officeDocument/2006/relationships/image"/><Relationship Id="rId15" Target="../media/image352.png" Type="http://schemas.openxmlformats.org/officeDocument/2006/relationships/image"/><Relationship Id="rId16" Target="../media/image353.svg" Type="http://schemas.openxmlformats.org/officeDocument/2006/relationships/image"/><Relationship Id="rId17" Target="../media/image354.png" Type="http://schemas.openxmlformats.org/officeDocument/2006/relationships/image"/><Relationship Id="rId18" Target="../media/image355.png" Type="http://schemas.openxmlformats.org/officeDocument/2006/relationships/image"/><Relationship Id="rId19" Target="../media/image356.png" Type="http://schemas.openxmlformats.org/officeDocument/2006/relationships/image"/><Relationship Id="rId2" Target="../media/image11.jpeg" Type="http://schemas.openxmlformats.org/officeDocument/2006/relationships/image"/><Relationship Id="rId20" Target="../media/image357.svg" Type="http://schemas.openxmlformats.org/officeDocument/2006/relationships/image"/><Relationship Id="rId21" Target="../media/image358.png" Type="http://schemas.openxmlformats.org/officeDocument/2006/relationships/image"/><Relationship Id="rId22" Target="../media/image359.png" Type="http://schemas.openxmlformats.org/officeDocument/2006/relationships/image"/><Relationship Id="rId23" Target="../media/image360.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22.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346.png" Type="http://schemas.openxmlformats.org/officeDocument/2006/relationships/image"/><Relationship Id="rId9" Target="../media/image347.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11" Target="../media/image71.svg" Type="http://schemas.openxmlformats.org/officeDocument/2006/relationships/image"/><Relationship Id="rId12" Target="../media/image351.png" Type="http://schemas.openxmlformats.org/officeDocument/2006/relationships/image"/><Relationship Id="rId13" Target="../media/image352.png" Type="http://schemas.openxmlformats.org/officeDocument/2006/relationships/image"/><Relationship Id="rId14" Target="../media/image353.svg" Type="http://schemas.openxmlformats.org/officeDocument/2006/relationships/image"/><Relationship Id="rId15" Target="../media/image354.png" Type="http://schemas.openxmlformats.org/officeDocument/2006/relationships/image"/><Relationship Id="rId16" Target="../media/image355.png" Type="http://schemas.openxmlformats.org/officeDocument/2006/relationships/image"/><Relationship Id="rId17" Target="../media/image356.png" Type="http://schemas.openxmlformats.org/officeDocument/2006/relationships/image"/><Relationship Id="rId18" Target="../media/image357.svg" Type="http://schemas.openxmlformats.org/officeDocument/2006/relationships/image"/><Relationship Id="rId19" Target="../media/image358.png" Type="http://schemas.openxmlformats.org/officeDocument/2006/relationships/image"/><Relationship Id="rId2" Target="../media/image11.jpeg" Type="http://schemas.openxmlformats.org/officeDocument/2006/relationships/image"/><Relationship Id="rId20" Target="../media/image274.png" Type="http://schemas.openxmlformats.org/officeDocument/2006/relationships/image"/><Relationship Id="rId21" Target="../media/image361.svg" Type="http://schemas.openxmlformats.org/officeDocument/2006/relationships/image"/><Relationship Id="rId22" Target="../media/image362.png" Type="http://schemas.openxmlformats.org/officeDocument/2006/relationships/image"/><Relationship Id="rId23" Target="../media/image363.png" Type="http://schemas.openxmlformats.org/officeDocument/2006/relationships/image"/><Relationship Id="rId24" Target="../media/image364.png" Type="http://schemas.openxmlformats.org/officeDocument/2006/relationships/image"/><Relationship Id="rId25" Target="../media/image365.sv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346.png" Type="http://schemas.openxmlformats.org/officeDocument/2006/relationships/image"/><Relationship Id="rId6" Target="../media/image347.svg" Type="http://schemas.openxmlformats.org/officeDocument/2006/relationships/image"/><Relationship Id="rId7" Target="../media/image172.png" Type="http://schemas.openxmlformats.org/officeDocument/2006/relationships/image"/><Relationship Id="rId8" Target="../media/image348.svg" Type="http://schemas.openxmlformats.org/officeDocument/2006/relationships/image"/><Relationship Id="rId9" Target="../media/image12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4.png" Type="http://schemas.openxmlformats.org/officeDocument/2006/relationships/image"/><Relationship Id="rId11" Target="../media/image361.svg" Type="http://schemas.openxmlformats.org/officeDocument/2006/relationships/image"/><Relationship Id="rId12" Target="../media/image368.jpeg" Type="http://schemas.openxmlformats.org/officeDocument/2006/relationships/image"/><Relationship Id="rId13" Target="../media/image369.png" Type="http://schemas.openxmlformats.org/officeDocument/2006/relationships/image"/><Relationship Id="rId14" Target="../media/image370.svg" Type="http://schemas.openxmlformats.org/officeDocument/2006/relationships/image"/><Relationship Id="rId15" Target="../media/image371.png" Type="http://schemas.openxmlformats.org/officeDocument/2006/relationships/image"/><Relationship Id="rId16" Target="../media/image372.svg" Type="http://schemas.openxmlformats.org/officeDocument/2006/relationships/image"/><Relationship Id="rId17" Target="../media/image373.png" Type="http://schemas.openxmlformats.org/officeDocument/2006/relationships/image"/><Relationship Id="rId18" Target="../media/image374.png" Type="http://schemas.openxmlformats.org/officeDocument/2006/relationships/image"/><Relationship Id="rId19" Target="../media/image375.svg" Type="http://schemas.openxmlformats.org/officeDocument/2006/relationships/image"/><Relationship Id="rId2" Target="../media/image11.jpe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22.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366.png" Type="http://schemas.openxmlformats.org/officeDocument/2006/relationships/image"/><Relationship Id="rId9" Target="../media/image36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9.svg" Type="http://schemas.openxmlformats.org/officeDocument/2006/relationships/image"/><Relationship Id="rId11" Target="../media/image329.png" Type="http://schemas.openxmlformats.org/officeDocument/2006/relationships/image"/><Relationship Id="rId12" Target="../media/image330.svg" Type="http://schemas.openxmlformats.org/officeDocument/2006/relationships/image"/><Relationship Id="rId13" Target="../media/image380.png" Type="http://schemas.openxmlformats.org/officeDocument/2006/relationships/image"/><Relationship Id="rId14" Target="../media/image381.jpeg" Type="http://schemas.openxmlformats.org/officeDocument/2006/relationships/image"/><Relationship Id="rId15" Target="../media/image382.jpeg" Type="http://schemas.openxmlformats.org/officeDocument/2006/relationships/image"/><Relationship Id="rId16" Target="../media/image383.jpeg" Type="http://schemas.openxmlformats.org/officeDocument/2006/relationships/image"/><Relationship Id="rId17" Target="../media/image384.jpeg" Type="http://schemas.openxmlformats.org/officeDocument/2006/relationships/image"/><Relationship Id="rId18" Target="../media/image385.jpeg" Type="http://schemas.openxmlformats.org/officeDocument/2006/relationships/image"/><Relationship Id="rId19" Target="../media/image386.png" Type="http://schemas.openxmlformats.org/officeDocument/2006/relationships/image"/><Relationship Id="rId2" Target="../media/image11.jpeg" Type="http://schemas.openxmlformats.org/officeDocument/2006/relationships/image"/><Relationship Id="rId20" Target="../media/image387.svg" Type="http://schemas.openxmlformats.org/officeDocument/2006/relationships/image"/><Relationship Id="rId3" Target="../media/image376.png" Type="http://schemas.openxmlformats.org/officeDocument/2006/relationships/image"/><Relationship Id="rId4" Target="../media/image377.svg" Type="http://schemas.openxmlformats.org/officeDocument/2006/relationships/image"/><Relationship Id="rId5" Target="../media/image325.png" Type="http://schemas.openxmlformats.org/officeDocument/2006/relationships/image"/><Relationship Id="rId6" Target="../media/image326.svg" Type="http://schemas.openxmlformats.org/officeDocument/2006/relationships/image"/><Relationship Id="rId7" Target="../media/image299.png" Type="http://schemas.openxmlformats.org/officeDocument/2006/relationships/image"/><Relationship Id="rId8" Target="../media/image300.svg" Type="http://schemas.openxmlformats.org/officeDocument/2006/relationships/image"/><Relationship Id="rId9" Target="../media/image37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9.svg" Type="http://schemas.openxmlformats.org/officeDocument/2006/relationships/image"/><Relationship Id="rId11" Target="../media/image129.png" Type="http://schemas.openxmlformats.org/officeDocument/2006/relationships/image"/><Relationship Id="rId12" Target="../media/image130.svg" Type="http://schemas.openxmlformats.org/officeDocument/2006/relationships/image"/><Relationship Id="rId13" Target="../media/image390.jpeg" Type="http://schemas.openxmlformats.org/officeDocument/2006/relationships/image"/><Relationship Id="rId14" Target="../media/image391.jpeg" Type="http://schemas.openxmlformats.org/officeDocument/2006/relationships/image"/><Relationship Id="rId15" Target="../media/image392.png" Type="http://schemas.openxmlformats.org/officeDocument/2006/relationships/image"/><Relationship Id="rId16" Target="../media/image393.jpeg" Type="http://schemas.openxmlformats.org/officeDocument/2006/relationships/image"/><Relationship Id="rId17" Target="../media/image394.jpeg" Type="http://schemas.openxmlformats.org/officeDocument/2006/relationships/image"/><Relationship Id="rId18" Target="../media/image395.jpeg" Type="http://schemas.openxmlformats.org/officeDocument/2006/relationships/image"/><Relationship Id="rId19" Target="../media/image396.jpeg" Type="http://schemas.openxmlformats.org/officeDocument/2006/relationships/image"/><Relationship Id="rId2" Target="../media/image11.jpeg" Type="http://schemas.openxmlformats.org/officeDocument/2006/relationships/image"/><Relationship Id="rId20" Target="../media/image397.png" Type="http://schemas.openxmlformats.org/officeDocument/2006/relationships/image"/><Relationship Id="rId21" Target="../media/image398.svg" Type="http://schemas.openxmlformats.org/officeDocument/2006/relationships/image"/><Relationship Id="rId22" Target="../media/image399.svg" Type="http://schemas.openxmlformats.org/officeDocument/2006/relationships/image"/><Relationship Id="rId23" Target="../media/image400.png" Type="http://schemas.openxmlformats.org/officeDocument/2006/relationships/image"/><Relationship Id="rId24" Target="../media/image401.png" Type="http://schemas.openxmlformats.org/officeDocument/2006/relationships/image"/><Relationship Id="rId25" Target="../media/image402.sv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308.png" Type="http://schemas.openxmlformats.org/officeDocument/2006/relationships/image"/><Relationship Id="rId8" Target="../media/image309.svg" Type="http://schemas.openxmlformats.org/officeDocument/2006/relationships/image"/><Relationship Id="rId9" Target="../media/image38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4.svg" Type="http://schemas.openxmlformats.org/officeDocument/2006/relationships/image"/><Relationship Id="rId11" Target="../media/image329.png" Type="http://schemas.openxmlformats.org/officeDocument/2006/relationships/image"/><Relationship Id="rId12" Target="../media/image330.svg" Type="http://schemas.openxmlformats.org/officeDocument/2006/relationships/image"/><Relationship Id="rId13" Target="../media/image405.jpeg" Type="http://schemas.openxmlformats.org/officeDocument/2006/relationships/image"/><Relationship Id="rId14" Target="../media/image406.jpeg" Type="http://schemas.openxmlformats.org/officeDocument/2006/relationships/image"/><Relationship Id="rId15" Target="../media/image407.jpeg" Type="http://schemas.openxmlformats.org/officeDocument/2006/relationships/image"/><Relationship Id="rId16" Target="../media/image408.jpeg" Type="http://schemas.openxmlformats.org/officeDocument/2006/relationships/image"/><Relationship Id="rId17" Target="../media/image409.jpeg" Type="http://schemas.openxmlformats.org/officeDocument/2006/relationships/image"/><Relationship Id="rId18" Target="../media/image410.jpeg" Type="http://schemas.openxmlformats.org/officeDocument/2006/relationships/image"/><Relationship Id="rId19" Target="../media/image411.png" Type="http://schemas.openxmlformats.org/officeDocument/2006/relationships/image"/><Relationship Id="rId2" Target="../media/image11.jpeg" Type="http://schemas.openxmlformats.org/officeDocument/2006/relationships/image"/><Relationship Id="rId3" Target="../media/image376.png" Type="http://schemas.openxmlformats.org/officeDocument/2006/relationships/image"/><Relationship Id="rId4" Target="../media/image377.svg" Type="http://schemas.openxmlformats.org/officeDocument/2006/relationships/image"/><Relationship Id="rId5" Target="../media/image325.png" Type="http://schemas.openxmlformats.org/officeDocument/2006/relationships/image"/><Relationship Id="rId6" Target="../media/image326.svg" Type="http://schemas.openxmlformats.org/officeDocument/2006/relationships/image"/><Relationship Id="rId7" Target="../media/image299.png" Type="http://schemas.openxmlformats.org/officeDocument/2006/relationships/image"/><Relationship Id="rId8" Target="../media/image300.svg" Type="http://schemas.openxmlformats.org/officeDocument/2006/relationships/image"/><Relationship Id="rId9" Target="../media/image40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9.png" Type="http://schemas.openxmlformats.org/officeDocument/2006/relationships/image"/><Relationship Id="rId11" Target="../media/image420.svg" Type="http://schemas.openxmlformats.org/officeDocument/2006/relationships/image"/><Relationship Id="rId12" Target="../media/image421.jpeg" Type="http://schemas.openxmlformats.org/officeDocument/2006/relationships/image"/><Relationship Id="rId13" Target="../media/image422.png" Type="http://schemas.openxmlformats.org/officeDocument/2006/relationships/image"/><Relationship Id="rId14" Target="../media/image423.svg" Type="http://schemas.openxmlformats.org/officeDocument/2006/relationships/image"/><Relationship Id="rId15" Target="../media/image424.png" Type="http://schemas.openxmlformats.org/officeDocument/2006/relationships/image"/><Relationship Id="rId16" Target="../media/image425.svg" Type="http://schemas.openxmlformats.org/officeDocument/2006/relationships/image"/><Relationship Id="rId17" Target="../media/image426.png" Type="http://schemas.openxmlformats.org/officeDocument/2006/relationships/image"/><Relationship Id="rId18" Target="../media/image411.png" Type="http://schemas.openxmlformats.org/officeDocument/2006/relationships/image"/><Relationship Id="rId2" Target="../media/image11.jpeg" Type="http://schemas.openxmlformats.org/officeDocument/2006/relationships/image"/><Relationship Id="rId3" Target="../media/image412.png" Type="http://schemas.openxmlformats.org/officeDocument/2006/relationships/image"/><Relationship Id="rId4" Target="../media/image413.svg" Type="http://schemas.openxmlformats.org/officeDocument/2006/relationships/image"/><Relationship Id="rId5" Target="../media/image414.png" Type="http://schemas.openxmlformats.org/officeDocument/2006/relationships/image"/><Relationship Id="rId6" Target="../media/image415.svg" Type="http://schemas.openxmlformats.org/officeDocument/2006/relationships/image"/><Relationship Id="rId7" Target="../media/image416.jpeg" Type="http://schemas.openxmlformats.org/officeDocument/2006/relationships/image"/><Relationship Id="rId8" Target="../media/image417.jpeg" Type="http://schemas.openxmlformats.org/officeDocument/2006/relationships/image"/><Relationship Id="rId9" Target="../media/image418.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8.png" Type="http://schemas.openxmlformats.org/officeDocument/2006/relationships/image"/><Relationship Id="rId11" Target="../media/image309.svg" Type="http://schemas.openxmlformats.org/officeDocument/2006/relationships/image"/><Relationship Id="rId12" Target="../media/image70.png" Type="http://schemas.openxmlformats.org/officeDocument/2006/relationships/image"/><Relationship Id="rId13" Target="../media/image71.svg" Type="http://schemas.openxmlformats.org/officeDocument/2006/relationships/image"/><Relationship Id="rId14" Target="../media/image129.png" Type="http://schemas.openxmlformats.org/officeDocument/2006/relationships/image"/><Relationship Id="rId15" Target="../media/image130.svg" Type="http://schemas.openxmlformats.org/officeDocument/2006/relationships/image"/><Relationship Id="rId16" Target="../media/image427.jpeg" Type="http://schemas.openxmlformats.org/officeDocument/2006/relationships/image"/><Relationship Id="rId17" Target="../media/image428.png" Type="http://schemas.openxmlformats.org/officeDocument/2006/relationships/image"/><Relationship Id="rId18" Target="../media/image429.jpeg" Type="http://schemas.openxmlformats.org/officeDocument/2006/relationships/image"/><Relationship Id="rId19" Target="../media/image430.png" Type="http://schemas.openxmlformats.org/officeDocument/2006/relationships/image"/><Relationship Id="rId2" Target="../media/image11.jpeg" Type="http://schemas.openxmlformats.org/officeDocument/2006/relationships/image"/><Relationship Id="rId20" Target="../media/image431.png" Type="http://schemas.openxmlformats.org/officeDocument/2006/relationships/image"/><Relationship Id="rId21" Target="../media/image432.png" Type="http://schemas.openxmlformats.org/officeDocument/2006/relationships/image"/><Relationship Id="rId22" Target="../media/image274.png" Type="http://schemas.openxmlformats.org/officeDocument/2006/relationships/image"/><Relationship Id="rId23" Target="../media/image433.svg" Type="http://schemas.openxmlformats.org/officeDocument/2006/relationships/image"/><Relationship Id="rId24" Target="../media/image411.pn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12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5.svg" Type="http://schemas.openxmlformats.org/officeDocument/2006/relationships/image"/><Relationship Id="rId11" Target="../media/image308.png" Type="http://schemas.openxmlformats.org/officeDocument/2006/relationships/image"/><Relationship Id="rId12" Target="../media/image309.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436.png" Type="http://schemas.openxmlformats.org/officeDocument/2006/relationships/image"/><Relationship Id="rId16" Target="../media/image437.svg" Type="http://schemas.openxmlformats.org/officeDocument/2006/relationships/image"/><Relationship Id="rId17" Target="../media/image438.jpeg" Type="http://schemas.openxmlformats.org/officeDocument/2006/relationships/image"/><Relationship Id="rId18" Target="../media/image439.jpeg" Type="http://schemas.openxmlformats.org/officeDocument/2006/relationships/image"/><Relationship Id="rId19" Target="../media/image440.png" Type="http://schemas.openxmlformats.org/officeDocument/2006/relationships/image"/><Relationship Id="rId2" Target="../media/image11.jpeg" Type="http://schemas.openxmlformats.org/officeDocument/2006/relationships/image"/><Relationship Id="rId20" Target="../media/image441.svg" Type="http://schemas.openxmlformats.org/officeDocument/2006/relationships/image"/><Relationship Id="rId21" Target="../media/image442.jpeg" Type="http://schemas.openxmlformats.org/officeDocument/2006/relationships/image"/><Relationship Id="rId22" Target="../media/image443.png" Type="http://schemas.openxmlformats.org/officeDocument/2006/relationships/image"/><Relationship Id="rId23" Target="../media/image444.jpeg" Type="http://schemas.openxmlformats.org/officeDocument/2006/relationships/image"/><Relationship Id="rId24" Target="../media/image445.jpeg" Type="http://schemas.openxmlformats.org/officeDocument/2006/relationships/image"/><Relationship Id="rId25" Target="../media/image274.png" Type="http://schemas.openxmlformats.org/officeDocument/2006/relationships/image"/><Relationship Id="rId26" Target="../media/image433.svg" Type="http://schemas.openxmlformats.org/officeDocument/2006/relationships/image"/><Relationship Id="rId27" Target="../media/image446.png" Type="http://schemas.openxmlformats.org/officeDocument/2006/relationships/image"/><Relationship Id="rId28" Target="../media/image411.png" Type="http://schemas.openxmlformats.org/officeDocument/2006/relationships/image"/><Relationship Id="rId3" Target="../media/image118.png" Type="http://schemas.openxmlformats.org/officeDocument/2006/relationships/image"/><Relationship Id="rId4" Target="../media/image119.svg" Type="http://schemas.openxmlformats.org/officeDocument/2006/relationships/image"/><Relationship Id="rId5" Target="../media/image102.png" Type="http://schemas.openxmlformats.org/officeDocument/2006/relationships/image"/><Relationship Id="rId6" Target="../media/image103.svg" Type="http://schemas.openxmlformats.org/officeDocument/2006/relationships/image"/><Relationship Id="rId7" Target="../media/image104.png" Type="http://schemas.openxmlformats.org/officeDocument/2006/relationships/image"/><Relationship Id="rId8" Target="../media/image105.svg" Type="http://schemas.openxmlformats.org/officeDocument/2006/relationships/image"/><Relationship Id="rId9" Target="../media/image43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2.png" Type="http://schemas.openxmlformats.org/officeDocument/2006/relationships/image"/><Relationship Id="rId11" Target="../media/image172.png" Type="http://schemas.openxmlformats.org/officeDocument/2006/relationships/image"/><Relationship Id="rId12" Target="../media/image453.svg" Type="http://schemas.openxmlformats.org/officeDocument/2006/relationships/image"/><Relationship Id="rId13" Target="../media/image454.jpeg" Type="http://schemas.openxmlformats.org/officeDocument/2006/relationships/image"/><Relationship Id="rId14" Target="../media/image455.png" Type="http://schemas.openxmlformats.org/officeDocument/2006/relationships/image"/><Relationship Id="rId15" Target="../media/image456.svg" Type="http://schemas.openxmlformats.org/officeDocument/2006/relationships/image"/><Relationship Id="rId16" Target="../media/image457.png" Type="http://schemas.openxmlformats.org/officeDocument/2006/relationships/image"/><Relationship Id="rId17" Target="../media/image458.png" Type="http://schemas.openxmlformats.org/officeDocument/2006/relationships/image"/><Relationship Id="rId18" Target="../media/image459.svg" Type="http://schemas.openxmlformats.org/officeDocument/2006/relationships/image"/><Relationship Id="rId19" Target="../media/image460.png" Type="http://schemas.openxmlformats.org/officeDocument/2006/relationships/image"/><Relationship Id="rId2" Target="../media/image11.jpeg" Type="http://schemas.openxmlformats.org/officeDocument/2006/relationships/image"/><Relationship Id="rId20" Target="../media/image274.png" Type="http://schemas.openxmlformats.org/officeDocument/2006/relationships/image"/><Relationship Id="rId21" Target="../media/image433.svg" Type="http://schemas.openxmlformats.org/officeDocument/2006/relationships/image"/><Relationship Id="rId22" Target="../media/image104.png" Type="http://schemas.openxmlformats.org/officeDocument/2006/relationships/image"/><Relationship Id="rId23" Target="../media/image461.svg" Type="http://schemas.openxmlformats.org/officeDocument/2006/relationships/image"/><Relationship Id="rId24" Target="../media/image462.png" Type="http://schemas.openxmlformats.org/officeDocument/2006/relationships/image"/><Relationship Id="rId25" Target="../media/image411.png" Type="http://schemas.openxmlformats.org/officeDocument/2006/relationships/image"/><Relationship Id="rId3" Target="../media/image447.png" Type="http://schemas.openxmlformats.org/officeDocument/2006/relationships/image"/><Relationship Id="rId4" Target="../media/image448.svg" Type="http://schemas.openxmlformats.org/officeDocument/2006/relationships/image"/><Relationship Id="rId5" Target="../media/image449.png" Type="http://schemas.openxmlformats.org/officeDocument/2006/relationships/image"/><Relationship Id="rId6" Target="../media/image450.svg" Type="http://schemas.openxmlformats.org/officeDocument/2006/relationships/image"/><Relationship Id="rId7" Target="../media/image70.png" Type="http://schemas.openxmlformats.org/officeDocument/2006/relationships/image"/><Relationship Id="rId8" Target="../media/image71.svg" Type="http://schemas.openxmlformats.org/officeDocument/2006/relationships/image"/><Relationship Id="rId9" Target="../media/image45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1.png" Type="http://schemas.openxmlformats.org/officeDocument/2006/relationships/image"/><Relationship Id="rId11" Target="../media/image472.png" Type="http://schemas.openxmlformats.org/officeDocument/2006/relationships/image"/><Relationship Id="rId12" Target="../media/image473.png" Type="http://schemas.openxmlformats.org/officeDocument/2006/relationships/image"/><Relationship Id="rId13" Target="../media/image474.png" Type="http://schemas.openxmlformats.org/officeDocument/2006/relationships/image"/><Relationship Id="rId14" Target="../media/image475.svg" Type="http://schemas.openxmlformats.org/officeDocument/2006/relationships/image"/><Relationship Id="rId2" Target="../media/image463.png" Type="http://schemas.openxmlformats.org/officeDocument/2006/relationships/image"/><Relationship Id="rId3" Target="../media/image464.svg" Type="http://schemas.openxmlformats.org/officeDocument/2006/relationships/image"/><Relationship Id="rId4" Target="../media/image465.png" Type="http://schemas.openxmlformats.org/officeDocument/2006/relationships/image"/><Relationship Id="rId5" Target="../media/image466.svg" Type="http://schemas.openxmlformats.org/officeDocument/2006/relationships/image"/><Relationship Id="rId6" Target="../media/image467.png" Type="http://schemas.openxmlformats.org/officeDocument/2006/relationships/image"/><Relationship Id="rId7" Target="../media/image468.svg" Type="http://schemas.openxmlformats.org/officeDocument/2006/relationships/image"/><Relationship Id="rId8" Target="../media/image469.png" Type="http://schemas.openxmlformats.org/officeDocument/2006/relationships/image"/><Relationship Id="rId9" Target="../media/image47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6DB"/>
        </a:solidFill>
      </p:bgPr>
    </p:bg>
    <p:spTree>
      <p:nvGrpSpPr>
        <p:cNvPr id="1" name=""/>
        <p:cNvGrpSpPr/>
        <p:nvPr/>
      </p:nvGrpSpPr>
      <p:grpSpPr>
        <a:xfrm>
          <a:off x="0" y="0"/>
          <a:ext cx="0" cy="0"/>
          <a:chOff x="0" y="0"/>
          <a:chExt cx="0" cy="0"/>
        </a:xfrm>
      </p:grpSpPr>
      <p:grpSp>
        <p:nvGrpSpPr>
          <p:cNvPr name="Group 2" id="2"/>
          <p:cNvGrpSpPr/>
          <p:nvPr/>
        </p:nvGrpSpPr>
        <p:grpSpPr>
          <a:xfrm rot="0">
            <a:off x="5034382" y="6034402"/>
            <a:ext cx="228686" cy="1196921"/>
            <a:chOff x="0" y="0"/>
            <a:chExt cx="228689" cy="1196924"/>
          </a:xfrm>
        </p:grpSpPr>
        <p:sp>
          <p:nvSpPr>
            <p:cNvPr name="Freeform 3" id="3"/>
            <p:cNvSpPr/>
            <p:nvPr/>
          </p:nvSpPr>
          <p:spPr>
            <a:xfrm flipH="false" flipV="false" rot="0">
              <a:off x="0" y="0"/>
              <a:ext cx="228730" cy="1196854"/>
            </a:xfrm>
            <a:custGeom>
              <a:avLst/>
              <a:gdLst/>
              <a:ahLst/>
              <a:cxnLst/>
              <a:rect r="r" b="b" t="t" l="l"/>
              <a:pathLst>
                <a:path h="1196854" w="228730">
                  <a:moveTo>
                    <a:pt x="204219" y="1106176"/>
                  </a:moveTo>
                  <a:cubicBezTo>
                    <a:pt x="204219" y="1092460"/>
                    <a:pt x="193296" y="1081411"/>
                    <a:pt x="179707" y="1081411"/>
                  </a:cubicBezTo>
                  <a:cubicBezTo>
                    <a:pt x="166118" y="1081411"/>
                    <a:pt x="155196" y="1092460"/>
                    <a:pt x="155196" y="1106176"/>
                  </a:cubicBezTo>
                  <a:cubicBezTo>
                    <a:pt x="155196" y="1128909"/>
                    <a:pt x="136908" y="1147451"/>
                    <a:pt x="114301" y="1147451"/>
                  </a:cubicBezTo>
                  <a:cubicBezTo>
                    <a:pt x="91695" y="1147451"/>
                    <a:pt x="73534" y="1128909"/>
                    <a:pt x="73534" y="1106176"/>
                  </a:cubicBezTo>
                  <a:cubicBezTo>
                    <a:pt x="73534" y="1090301"/>
                    <a:pt x="82805" y="1075568"/>
                    <a:pt x="97029" y="1068837"/>
                  </a:cubicBezTo>
                  <a:cubicBezTo>
                    <a:pt x="122430" y="1056772"/>
                    <a:pt x="138813" y="1030229"/>
                    <a:pt x="138813" y="1001273"/>
                  </a:cubicBezTo>
                  <a:lnTo>
                    <a:pt x="138813" y="965967"/>
                  </a:lnTo>
                  <a:lnTo>
                    <a:pt x="155196" y="965967"/>
                  </a:lnTo>
                  <a:lnTo>
                    <a:pt x="155196" y="941837"/>
                  </a:lnTo>
                  <a:cubicBezTo>
                    <a:pt x="198122" y="925200"/>
                    <a:pt x="228730" y="883163"/>
                    <a:pt x="228730" y="834013"/>
                  </a:cubicBezTo>
                  <a:lnTo>
                    <a:pt x="228730" y="338965"/>
                  </a:lnTo>
                  <a:cubicBezTo>
                    <a:pt x="228730" y="289816"/>
                    <a:pt x="198122" y="247778"/>
                    <a:pt x="155196" y="231141"/>
                  </a:cubicBezTo>
                  <a:lnTo>
                    <a:pt x="155196" y="207011"/>
                  </a:lnTo>
                  <a:lnTo>
                    <a:pt x="138813" y="207011"/>
                  </a:lnTo>
                  <a:lnTo>
                    <a:pt x="138813" y="178055"/>
                  </a:lnTo>
                  <a:cubicBezTo>
                    <a:pt x="176532" y="167260"/>
                    <a:pt x="204092" y="132208"/>
                    <a:pt x="204092" y="90805"/>
                  </a:cubicBezTo>
                  <a:cubicBezTo>
                    <a:pt x="204219" y="40767"/>
                    <a:pt x="163832" y="0"/>
                    <a:pt x="114301" y="0"/>
                  </a:cubicBezTo>
                  <a:cubicBezTo>
                    <a:pt x="64771" y="0"/>
                    <a:pt x="24511" y="40767"/>
                    <a:pt x="24511" y="90805"/>
                  </a:cubicBezTo>
                  <a:cubicBezTo>
                    <a:pt x="24511" y="132208"/>
                    <a:pt x="52198" y="167260"/>
                    <a:pt x="89790" y="178055"/>
                  </a:cubicBezTo>
                  <a:lnTo>
                    <a:pt x="89790" y="207011"/>
                  </a:lnTo>
                  <a:lnTo>
                    <a:pt x="73534" y="207011"/>
                  </a:lnTo>
                  <a:lnTo>
                    <a:pt x="73534" y="231141"/>
                  </a:lnTo>
                  <a:cubicBezTo>
                    <a:pt x="30607" y="247778"/>
                    <a:pt x="0" y="289815"/>
                    <a:pt x="0" y="338965"/>
                  </a:cubicBezTo>
                  <a:lnTo>
                    <a:pt x="0" y="833886"/>
                  </a:lnTo>
                  <a:cubicBezTo>
                    <a:pt x="0" y="883036"/>
                    <a:pt x="30607" y="925073"/>
                    <a:pt x="73534" y="941710"/>
                  </a:cubicBezTo>
                  <a:lnTo>
                    <a:pt x="73534" y="965840"/>
                  </a:lnTo>
                  <a:lnTo>
                    <a:pt x="89790" y="965840"/>
                  </a:lnTo>
                  <a:lnTo>
                    <a:pt x="89790" y="1001146"/>
                  </a:lnTo>
                  <a:cubicBezTo>
                    <a:pt x="89790" y="1011052"/>
                    <a:pt x="84456" y="1019942"/>
                    <a:pt x="76074" y="1023879"/>
                  </a:cubicBezTo>
                  <a:cubicBezTo>
                    <a:pt x="44705" y="1038738"/>
                    <a:pt x="24384" y="1070997"/>
                    <a:pt x="24384" y="1106049"/>
                  </a:cubicBezTo>
                  <a:cubicBezTo>
                    <a:pt x="24384" y="1156087"/>
                    <a:pt x="64644" y="1196854"/>
                    <a:pt x="114174" y="1196854"/>
                  </a:cubicBezTo>
                  <a:cubicBezTo>
                    <a:pt x="163705" y="1196854"/>
                    <a:pt x="203965" y="1156087"/>
                    <a:pt x="203965" y="1106049"/>
                  </a:cubicBezTo>
                  <a:close/>
                  <a:moveTo>
                    <a:pt x="73534" y="90805"/>
                  </a:moveTo>
                  <a:cubicBezTo>
                    <a:pt x="73534" y="67945"/>
                    <a:pt x="91822" y="49530"/>
                    <a:pt x="114301" y="49530"/>
                  </a:cubicBezTo>
                  <a:cubicBezTo>
                    <a:pt x="136781" y="49530"/>
                    <a:pt x="155196" y="68072"/>
                    <a:pt x="155196" y="90805"/>
                  </a:cubicBezTo>
                  <a:cubicBezTo>
                    <a:pt x="155196" y="113539"/>
                    <a:pt x="136908" y="131954"/>
                    <a:pt x="114301" y="131954"/>
                  </a:cubicBezTo>
                  <a:cubicBezTo>
                    <a:pt x="91695" y="131954"/>
                    <a:pt x="73534" y="113539"/>
                    <a:pt x="73534" y="90805"/>
                  </a:cubicBezTo>
                  <a:close/>
                  <a:moveTo>
                    <a:pt x="65279" y="833886"/>
                  </a:moveTo>
                  <a:lnTo>
                    <a:pt x="65279" y="338965"/>
                  </a:lnTo>
                  <a:cubicBezTo>
                    <a:pt x="65279" y="328932"/>
                    <a:pt x="68327" y="319534"/>
                    <a:pt x="73407" y="311660"/>
                  </a:cubicBezTo>
                  <a:lnTo>
                    <a:pt x="73407" y="322455"/>
                  </a:lnTo>
                  <a:lnTo>
                    <a:pt x="89790" y="322455"/>
                  </a:lnTo>
                  <a:lnTo>
                    <a:pt x="89790" y="404243"/>
                  </a:lnTo>
                  <a:lnTo>
                    <a:pt x="138813" y="404243"/>
                  </a:lnTo>
                  <a:lnTo>
                    <a:pt x="138813" y="322455"/>
                  </a:lnTo>
                  <a:lnTo>
                    <a:pt x="155196" y="322455"/>
                  </a:lnTo>
                  <a:lnTo>
                    <a:pt x="155196" y="311660"/>
                  </a:lnTo>
                  <a:cubicBezTo>
                    <a:pt x="160403" y="319534"/>
                    <a:pt x="163324" y="328932"/>
                    <a:pt x="163324" y="338965"/>
                  </a:cubicBezTo>
                  <a:lnTo>
                    <a:pt x="163324" y="833886"/>
                  </a:lnTo>
                  <a:cubicBezTo>
                    <a:pt x="163324" y="843919"/>
                    <a:pt x="160276" y="853317"/>
                    <a:pt x="155196" y="861192"/>
                  </a:cubicBezTo>
                  <a:lnTo>
                    <a:pt x="155196" y="850396"/>
                  </a:lnTo>
                  <a:lnTo>
                    <a:pt x="138813" y="850396"/>
                  </a:lnTo>
                  <a:lnTo>
                    <a:pt x="138813" y="792738"/>
                  </a:lnTo>
                  <a:lnTo>
                    <a:pt x="89790" y="792738"/>
                  </a:lnTo>
                  <a:lnTo>
                    <a:pt x="89790" y="850523"/>
                  </a:lnTo>
                  <a:lnTo>
                    <a:pt x="73534" y="850523"/>
                  </a:lnTo>
                  <a:lnTo>
                    <a:pt x="73534" y="861318"/>
                  </a:lnTo>
                  <a:cubicBezTo>
                    <a:pt x="68327" y="853444"/>
                    <a:pt x="65406" y="844046"/>
                    <a:pt x="65406" y="834013"/>
                  </a:cubicBezTo>
                  <a:close/>
                </a:path>
              </a:pathLst>
            </a:custGeom>
            <a:solidFill>
              <a:srgbClr val="000000"/>
            </a:solidFill>
          </p:spPr>
        </p:sp>
      </p:grpSp>
      <p:sp>
        <p:nvSpPr>
          <p:cNvPr name="Freeform 4" id="4"/>
          <p:cNvSpPr/>
          <p:nvPr/>
        </p:nvSpPr>
        <p:spPr>
          <a:xfrm flipH="false" flipV="false" rot="0">
            <a:off x="542963" y="5284518"/>
            <a:ext cx="6518281" cy="563661"/>
          </a:xfrm>
          <a:custGeom>
            <a:avLst/>
            <a:gdLst/>
            <a:ahLst/>
            <a:cxnLst/>
            <a:rect r="r" b="b" t="t" l="l"/>
            <a:pathLst>
              <a:path h="563661" w="6518281">
                <a:moveTo>
                  <a:pt x="0" y="0"/>
                </a:moveTo>
                <a:lnTo>
                  <a:pt x="6518281" y="0"/>
                </a:lnTo>
                <a:lnTo>
                  <a:pt x="6518281" y="563661"/>
                </a:lnTo>
                <a:lnTo>
                  <a:pt x="0" y="5636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6551" y="-64980"/>
            <a:ext cx="7698238" cy="3414674"/>
          </a:xfrm>
          <a:custGeom>
            <a:avLst/>
            <a:gdLst/>
            <a:ahLst/>
            <a:cxnLst/>
            <a:rect r="r" b="b" t="t" l="l"/>
            <a:pathLst>
              <a:path h="3414674" w="7698238">
                <a:moveTo>
                  <a:pt x="0" y="0"/>
                </a:moveTo>
                <a:lnTo>
                  <a:pt x="7698238" y="0"/>
                </a:lnTo>
                <a:lnTo>
                  <a:pt x="7698238" y="3414675"/>
                </a:lnTo>
                <a:lnTo>
                  <a:pt x="0" y="34146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70434" y="5969051"/>
            <a:ext cx="7361253" cy="1768535"/>
          </a:xfrm>
          <a:custGeom>
            <a:avLst/>
            <a:gdLst/>
            <a:ahLst/>
            <a:cxnLst/>
            <a:rect r="r" b="b" t="t" l="l"/>
            <a:pathLst>
              <a:path h="1768535" w="7361253">
                <a:moveTo>
                  <a:pt x="0" y="0"/>
                </a:moveTo>
                <a:lnTo>
                  <a:pt x="7361253" y="0"/>
                </a:lnTo>
                <a:lnTo>
                  <a:pt x="7361253" y="1768535"/>
                </a:lnTo>
                <a:lnTo>
                  <a:pt x="0" y="17685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66551" y="8190214"/>
            <a:ext cx="7695181" cy="2571769"/>
          </a:xfrm>
          <a:custGeom>
            <a:avLst/>
            <a:gdLst/>
            <a:ahLst/>
            <a:cxnLst/>
            <a:rect r="r" b="b" t="t" l="l"/>
            <a:pathLst>
              <a:path h="2571769" w="7695181">
                <a:moveTo>
                  <a:pt x="0" y="0"/>
                </a:moveTo>
                <a:lnTo>
                  <a:pt x="7695181" y="0"/>
                </a:lnTo>
                <a:lnTo>
                  <a:pt x="7695181" y="2571769"/>
                </a:lnTo>
                <a:lnTo>
                  <a:pt x="0" y="25717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3054525" y="1819885"/>
            <a:ext cx="1343530" cy="1476937"/>
            <a:chOff x="0" y="0"/>
            <a:chExt cx="1791373" cy="1969249"/>
          </a:xfrm>
        </p:grpSpPr>
        <p:sp>
          <p:nvSpPr>
            <p:cNvPr name="Freeform 9" id="9"/>
            <p:cNvSpPr/>
            <p:nvPr/>
          </p:nvSpPr>
          <p:spPr>
            <a:xfrm flipH="false" flipV="false" rot="0">
              <a:off x="0" y="0"/>
              <a:ext cx="1791335" cy="1969262"/>
            </a:xfrm>
            <a:custGeom>
              <a:avLst/>
              <a:gdLst/>
              <a:ahLst/>
              <a:cxnLst/>
              <a:rect r="r" b="b" t="t" l="l"/>
              <a:pathLst>
                <a:path h="1969262" w="1791335">
                  <a:moveTo>
                    <a:pt x="0" y="0"/>
                  </a:moveTo>
                  <a:lnTo>
                    <a:pt x="1791335" y="0"/>
                  </a:lnTo>
                  <a:lnTo>
                    <a:pt x="1791335" y="1969262"/>
                  </a:lnTo>
                  <a:lnTo>
                    <a:pt x="0" y="1969262"/>
                  </a:lnTo>
                  <a:lnTo>
                    <a:pt x="0" y="0"/>
                  </a:lnTo>
                  <a:close/>
                </a:path>
              </a:pathLst>
            </a:custGeom>
            <a:blipFill>
              <a:blip r:embed="rId10"/>
              <a:stretch>
                <a:fillRect l="-16304" t="-4745" r="-314202" b="-1705"/>
              </a:stretch>
            </a:blipFill>
          </p:spPr>
        </p:sp>
      </p:grpSp>
      <p:grpSp>
        <p:nvGrpSpPr>
          <p:cNvPr name="Group 10" id="10"/>
          <p:cNvGrpSpPr/>
          <p:nvPr/>
        </p:nvGrpSpPr>
        <p:grpSpPr>
          <a:xfrm rot="0">
            <a:off x="363083" y="6340050"/>
            <a:ext cx="790870" cy="790851"/>
            <a:chOff x="0" y="0"/>
            <a:chExt cx="1054494" cy="1054468"/>
          </a:xfrm>
        </p:grpSpPr>
        <p:sp>
          <p:nvSpPr>
            <p:cNvPr name="Freeform 11" id="11"/>
            <p:cNvSpPr/>
            <p:nvPr/>
          </p:nvSpPr>
          <p:spPr>
            <a:xfrm flipH="false" flipV="false" rot="0">
              <a:off x="0" y="0"/>
              <a:ext cx="1054481" cy="1054481"/>
            </a:xfrm>
            <a:custGeom>
              <a:avLst/>
              <a:gdLst/>
              <a:ahLst/>
              <a:cxnLst/>
              <a:rect r="r" b="b" t="t" l="l"/>
              <a:pathLst>
                <a:path h="1054481" w="1054481">
                  <a:moveTo>
                    <a:pt x="0" y="0"/>
                  </a:moveTo>
                  <a:lnTo>
                    <a:pt x="1054481" y="0"/>
                  </a:lnTo>
                  <a:lnTo>
                    <a:pt x="1054481" y="1054481"/>
                  </a:lnTo>
                  <a:lnTo>
                    <a:pt x="0" y="1054481"/>
                  </a:lnTo>
                  <a:lnTo>
                    <a:pt x="0" y="0"/>
                  </a:lnTo>
                  <a:close/>
                </a:path>
              </a:pathLst>
            </a:custGeom>
            <a:blipFill>
              <a:blip r:embed="rId11"/>
              <a:stretch>
                <a:fillRect l="0" t="0" r="-1" b="-1"/>
              </a:stretch>
            </a:blipFill>
          </p:spPr>
        </p:sp>
      </p:grpSp>
      <p:grpSp>
        <p:nvGrpSpPr>
          <p:cNvPr name="Group 12" id="12"/>
          <p:cNvGrpSpPr/>
          <p:nvPr/>
        </p:nvGrpSpPr>
        <p:grpSpPr>
          <a:xfrm rot="0">
            <a:off x="-63503" y="-63503"/>
            <a:ext cx="7689847" cy="3414865"/>
            <a:chOff x="0" y="0"/>
            <a:chExt cx="7689850" cy="3414865"/>
          </a:xfrm>
        </p:grpSpPr>
        <p:sp>
          <p:nvSpPr>
            <p:cNvPr name="Freeform 13" id="13"/>
            <p:cNvSpPr/>
            <p:nvPr/>
          </p:nvSpPr>
          <p:spPr>
            <a:xfrm flipH="false" flipV="false" rot="0">
              <a:off x="63500" y="63500"/>
              <a:ext cx="2481072" cy="1941703"/>
            </a:xfrm>
            <a:custGeom>
              <a:avLst/>
              <a:gdLst/>
              <a:ahLst/>
              <a:cxnLst/>
              <a:rect r="r" b="b" t="t" l="l"/>
              <a:pathLst>
                <a:path h="1941703" w="2481072">
                  <a:moveTo>
                    <a:pt x="0" y="0"/>
                  </a:moveTo>
                  <a:lnTo>
                    <a:pt x="0" y="1941703"/>
                  </a:lnTo>
                  <a:lnTo>
                    <a:pt x="2481072" y="1941703"/>
                  </a:lnTo>
                  <a:lnTo>
                    <a:pt x="2481072" y="0"/>
                  </a:lnTo>
                  <a:close/>
                </a:path>
              </a:pathLst>
            </a:custGeom>
            <a:solidFill>
              <a:srgbClr val="000000">
                <a:alpha val="0"/>
              </a:srgbClr>
            </a:solidFill>
          </p:spPr>
        </p:sp>
        <p:sp>
          <p:nvSpPr>
            <p:cNvPr name="Freeform 14" id="14"/>
            <p:cNvSpPr/>
            <p:nvPr/>
          </p:nvSpPr>
          <p:spPr>
            <a:xfrm flipH="false" flipV="false" rot="0">
              <a:off x="1747774" y="63500"/>
              <a:ext cx="5878576" cy="154940"/>
            </a:xfrm>
            <a:custGeom>
              <a:avLst/>
              <a:gdLst/>
              <a:ahLst/>
              <a:cxnLst/>
              <a:rect r="r" b="b" t="t" l="l"/>
              <a:pathLst>
                <a:path h="154940" w="5878576">
                  <a:moveTo>
                    <a:pt x="0" y="0"/>
                  </a:moveTo>
                  <a:lnTo>
                    <a:pt x="0" y="154940"/>
                  </a:lnTo>
                  <a:lnTo>
                    <a:pt x="5878576" y="154940"/>
                  </a:lnTo>
                  <a:lnTo>
                    <a:pt x="5878576" y="0"/>
                  </a:lnTo>
                  <a:close/>
                </a:path>
              </a:pathLst>
            </a:custGeom>
            <a:solidFill>
              <a:srgbClr val="000000">
                <a:alpha val="0"/>
              </a:srgbClr>
            </a:solidFill>
          </p:spPr>
        </p:sp>
        <p:sp>
          <p:nvSpPr>
            <p:cNvPr name="Freeform 15" id="15"/>
            <p:cNvSpPr/>
            <p:nvPr/>
          </p:nvSpPr>
          <p:spPr>
            <a:xfrm flipH="false" flipV="false" rot="0">
              <a:off x="6174613" y="210312"/>
              <a:ext cx="1451737" cy="1550416"/>
            </a:xfrm>
            <a:custGeom>
              <a:avLst/>
              <a:gdLst/>
              <a:ahLst/>
              <a:cxnLst/>
              <a:rect r="r" b="b" t="t" l="l"/>
              <a:pathLst>
                <a:path h="1550416" w="1451737">
                  <a:moveTo>
                    <a:pt x="0" y="0"/>
                  </a:moveTo>
                  <a:lnTo>
                    <a:pt x="0" y="1550416"/>
                  </a:lnTo>
                  <a:lnTo>
                    <a:pt x="1451737" y="1550416"/>
                  </a:lnTo>
                  <a:lnTo>
                    <a:pt x="1451737" y="0"/>
                  </a:lnTo>
                  <a:close/>
                </a:path>
              </a:pathLst>
            </a:custGeom>
            <a:solidFill>
              <a:srgbClr val="000000">
                <a:alpha val="0"/>
              </a:srgbClr>
            </a:solidFill>
          </p:spPr>
        </p:sp>
        <p:sp>
          <p:nvSpPr>
            <p:cNvPr name="Freeform 16" id="16"/>
            <p:cNvSpPr/>
            <p:nvPr/>
          </p:nvSpPr>
          <p:spPr>
            <a:xfrm flipH="false" flipV="false" rot="0">
              <a:off x="1310259" y="2005203"/>
              <a:ext cx="1104900" cy="1316609"/>
            </a:xfrm>
            <a:custGeom>
              <a:avLst/>
              <a:gdLst/>
              <a:ahLst/>
              <a:cxnLst/>
              <a:rect r="r" b="b" t="t" l="l"/>
              <a:pathLst>
                <a:path h="1316609" w="1104900">
                  <a:moveTo>
                    <a:pt x="0" y="1316609"/>
                  </a:moveTo>
                  <a:lnTo>
                    <a:pt x="1104900" y="1316609"/>
                  </a:lnTo>
                  <a:lnTo>
                    <a:pt x="1104900" y="0"/>
                  </a:lnTo>
                  <a:lnTo>
                    <a:pt x="0" y="0"/>
                  </a:lnTo>
                  <a:close/>
                </a:path>
              </a:pathLst>
            </a:custGeom>
            <a:solidFill>
              <a:srgbClr val="000000">
                <a:alpha val="0"/>
              </a:srgbClr>
            </a:solidFill>
          </p:spPr>
        </p:sp>
        <p:sp>
          <p:nvSpPr>
            <p:cNvPr name="Freeform 17" id="17"/>
            <p:cNvSpPr/>
            <p:nvPr/>
          </p:nvSpPr>
          <p:spPr>
            <a:xfrm flipH="false" flipV="false" rot="0">
              <a:off x="6446139" y="2019427"/>
              <a:ext cx="1180211" cy="1198626"/>
            </a:xfrm>
            <a:custGeom>
              <a:avLst/>
              <a:gdLst/>
              <a:ahLst/>
              <a:cxnLst/>
              <a:rect r="r" b="b" t="t" l="l"/>
              <a:pathLst>
                <a:path h="1198626" w="1180211">
                  <a:moveTo>
                    <a:pt x="0" y="0"/>
                  </a:moveTo>
                  <a:lnTo>
                    <a:pt x="0" y="1198626"/>
                  </a:lnTo>
                  <a:lnTo>
                    <a:pt x="1180211" y="1198626"/>
                  </a:lnTo>
                  <a:lnTo>
                    <a:pt x="1180211" y="0"/>
                  </a:lnTo>
                  <a:close/>
                </a:path>
              </a:pathLst>
            </a:custGeom>
            <a:solidFill>
              <a:srgbClr val="000000">
                <a:alpha val="0"/>
              </a:srgbClr>
            </a:solidFill>
          </p:spPr>
        </p:sp>
        <p:sp>
          <p:nvSpPr>
            <p:cNvPr name="Freeform 18" id="18"/>
            <p:cNvSpPr/>
            <p:nvPr/>
          </p:nvSpPr>
          <p:spPr>
            <a:xfrm flipH="false" flipV="false" rot="0">
              <a:off x="5158359" y="2034667"/>
              <a:ext cx="1104900" cy="1316736"/>
            </a:xfrm>
            <a:custGeom>
              <a:avLst/>
              <a:gdLst/>
              <a:ahLst/>
              <a:cxnLst/>
              <a:rect r="r" b="b" t="t" l="l"/>
              <a:pathLst>
                <a:path h="1316736" w="1104900">
                  <a:moveTo>
                    <a:pt x="0" y="1316736"/>
                  </a:moveTo>
                  <a:lnTo>
                    <a:pt x="1104900" y="1316736"/>
                  </a:lnTo>
                  <a:lnTo>
                    <a:pt x="1104900" y="0"/>
                  </a:lnTo>
                  <a:lnTo>
                    <a:pt x="0" y="0"/>
                  </a:lnTo>
                  <a:close/>
                </a:path>
              </a:pathLst>
            </a:custGeom>
            <a:solidFill>
              <a:srgbClr val="000000">
                <a:alpha val="0"/>
              </a:srgbClr>
            </a:solidFill>
          </p:spPr>
        </p:sp>
      </p:grpSp>
      <p:grpSp>
        <p:nvGrpSpPr>
          <p:cNvPr name="Group 19" id="19"/>
          <p:cNvGrpSpPr/>
          <p:nvPr/>
        </p:nvGrpSpPr>
        <p:grpSpPr>
          <a:xfrm rot="0">
            <a:off x="-63503" y="4596765"/>
            <a:ext cx="7689847" cy="6163313"/>
            <a:chOff x="0" y="0"/>
            <a:chExt cx="7689850" cy="6163310"/>
          </a:xfrm>
        </p:grpSpPr>
        <p:sp>
          <p:nvSpPr>
            <p:cNvPr name="Freeform 20" id="20"/>
            <p:cNvSpPr/>
            <p:nvPr/>
          </p:nvSpPr>
          <p:spPr>
            <a:xfrm flipH="false" flipV="false" rot="0">
              <a:off x="315722" y="63500"/>
              <a:ext cx="5858891" cy="5858887"/>
            </a:xfrm>
            <a:custGeom>
              <a:avLst/>
              <a:gdLst/>
              <a:ahLst/>
              <a:cxnLst/>
              <a:rect r="r" b="b" t="t" l="l"/>
              <a:pathLst>
                <a:path h="5858887" w="5858891">
                  <a:moveTo>
                    <a:pt x="0" y="5858887"/>
                  </a:moveTo>
                  <a:lnTo>
                    <a:pt x="5858891" y="5858887"/>
                  </a:lnTo>
                  <a:lnTo>
                    <a:pt x="5858891" y="0"/>
                  </a:lnTo>
                  <a:lnTo>
                    <a:pt x="0" y="0"/>
                  </a:lnTo>
                  <a:close/>
                </a:path>
              </a:pathLst>
            </a:custGeom>
            <a:solidFill>
              <a:srgbClr val="000000">
                <a:alpha val="0"/>
              </a:srgbClr>
            </a:solidFill>
          </p:spPr>
        </p:sp>
        <p:sp>
          <p:nvSpPr>
            <p:cNvPr name="Freeform 21" id="21"/>
            <p:cNvSpPr/>
            <p:nvPr/>
          </p:nvSpPr>
          <p:spPr>
            <a:xfrm flipH="false" flipV="false" rot="0">
              <a:off x="5096002" y="1433575"/>
              <a:ext cx="231394" cy="1202054"/>
            </a:xfrm>
            <a:custGeom>
              <a:avLst/>
              <a:gdLst/>
              <a:ahLst/>
              <a:cxnLst/>
              <a:rect r="r" b="b" t="t" l="l"/>
              <a:pathLst>
                <a:path h="1202054" w="231394">
                  <a:moveTo>
                    <a:pt x="0" y="1202054"/>
                  </a:moveTo>
                  <a:lnTo>
                    <a:pt x="231394" y="1202054"/>
                  </a:lnTo>
                  <a:lnTo>
                    <a:pt x="231394" y="0"/>
                  </a:lnTo>
                  <a:lnTo>
                    <a:pt x="0" y="0"/>
                  </a:lnTo>
                  <a:close/>
                </a:path>
              </a:pathLst>
            </a:custGeom>
            <a:solidFill>
              <a:srgbClr val="000000">
                <a:alpha val="0"/>
              </a:srgbClr>
            </a:solidFill>
          </p:spPr>
        </p:sp>
        <p:sp>
          <p:nvSpPr>
            <p:cNvPr name="Freeform 22" id="22"/>
            <p:cNvSpPr/>
            <p:nvPr/>
          </p:nvSpPr>
          <p:spPr>
            <a:xfrm flipH="false" flipV="false" rot="0">
              <a:off x="5563997" y="1475485"/>
              <a:ext cx="293497" cy="530733"/>
            </a:xfrm>
            <a:custGeom>
              <a:avLst/>
              <a:gdLst/>
              <a:ahLst/>
              <a:cxnLst/>
              <a:rect r="r" b="b" t="t" l="l"/>
              <a:pathLst>
                <a:path h="530733" w="293497">
                  <a:moveTo>
                    <a:pt x="0" y="530733"/>
                  </a:moveTo>
                  <a:lnTo>
                    <a:pt x="293497" y="530733"/>
                  </a:lnTo>
                  <a:lnTo>
                    <a:pt x="293497" y="0"/>
                  </a:lnTo>
                  <a:lnTo>
                    <a:pt x="0" y="0"/>
                  </a:lnTo>
                  <a:close/>
                </a:path>
              </a:pathLst>
            </a:custGeom>
            <a:solidFill>
              <a:srgbClr val="000000">
                <a:alpha val="0"/>
              </a:srgbClr>
            </a:solidFill>
          </p:spPr>
        </p:sp>
        <p:sp>
          <p:nvSpPr>
            <p:cNvPr name="Freeform 23" id="23"/>
            <p:cNvSpPr/>
            <p:nvPr/>
          </p:nvSpPr>
          <p:spPr>
            <a:xfrm flipH="false" flipV="false" rot="0">
              <a:off x="5516880" y="2006218"/>
              <a:ext cx="610616" cy="610616"/>
            </a:xfrm>
            <a:custGeom>
              <a:avLst/>
              <a:gdLst/>
              <a:ahLst/>
              <a:cxnLst/>
              <a:rect r="r" b="b" t="t" l="l"/>
              <a:pathLst>
                <a:path h="610616" w="610616">
                  <a:moveTo>
                    <a:pt x="0" y="610615"/>
                  </a:moveTo>
                  <a:lnTo>
                    <a:pt x="610616" y="610615"/>
                  </a:lnTo>
                  <a:lnTo>
                    <a:pt x="610616" y="0"/>
                  </a:lnTo>
                  <a:lnTo>
                    <a:pt x="0" y="0"/>
                  </a:lnTo>
                  <a:close/>
                </a:path>
              </a:pathLst>
            </a:custGeom>
            <a:solidFill>
              <a:srgbClr val="000000">
                <a:alpha val="0"/>
              </a:srgbClr>
            </a:solidFill>
          </p:spPr>
        </p:sp>
        <p:sp>
          <p:nvSpPr>
            <p:cNvPr name="Freeform 24" id="24"/>
            <p:cNvSpPr/>
            <p:nvPr/>
          </p:nvSpPr>
          <p:spPr>
            <a:xfrm flipH="false" flipV="false" rot="0">
              <a:off x="669798" y="749299"/>
              <a:ext cx="6389370" cy="436499"/>
            </a:xfrm>
            <a:custGeom>
              <a:avLst/>
              <a:gdLst/>
              <a:ahLst/>
              <a:cxnLst/>
              <a:rect r="r" b="b" t="t" l="l"/>
              <a:pathLst>
                <a:path h="436499" w="6389370">
                  <a:moveTo>
                    <a:pt x="0" y="436499"/>
                  </a:moveTo>
                  <a:lnTo>
                    <a:pt x="6389370" y="436499"/>
                  </a:lnTo>
                  <a:lnTo>
                    <a:pt x="6389370" y="0"/>
                  </a:lnTo>
                  <a:lnTo>
                    <a:pt x="0" y="0"/>
                  </a:lnTo>
                  <a:close/>
                </a:path>
              </a:pathLst>
            </a:custGeom>
            <a:solidFill>
              <a:srgbClr val="000000">
                <a:alpha val="0"/>
              </a:srgbClr>
            </a:solidFill>
          </p:spPr>
        </p:sp>
        <p:sp>
          <p:nvSpPr>
            <p:cNvPr name="Freeform 25" id="25"/>
            <p:cNvSpPr/>
            <p:nvPr/>
          </p:nvSpPr>
          <p:spPr>
            <a:xfrm flipH="false" flipV="false" rot="0">
              <a:off x="1030478" y="840739"/>
              <a:ext cx="253619" cy="253619"/>
            </a:xfrm>
            <a:custGeom>
              <a:avLst/>
              <a:gdLst/>
              <a:ahLst/>
              <a:cxnLst/>
              <a:rect r="r" b="b" t="t" l="l"/>
              <a:pathLst>
                <a:path h="253619" w="253619">
                  <a:moveTo>
                    <a:pt x="0" y="253619"/>
                  </a:moveTo>
                  <a:lnTo>
                    <a:pt x="253619" y="253619"/>
                  </a:lnTo>
                  <a:lnTo>
                    <a:pt x="253619" y="0"/>
                  </a:lnTo>
                  <a:lnTo>
                    <a:pt x="0" y="0"/>
                  </a:lnTo>
                  <a:close/>
                </a:path>
              </a:pathLst>
            </a:custGeom>
            <a:solidFill>
              <a:srgbClr val="000000">
                <a:alpha val="0"/>
              </a:srgbClr>
            </a:solidFill>
          </p:spPr>
        </p:sp>
        <p:sp>
          <p:nvSpPr>
            <p:cNvPr name="Freeform 26" id="26"/>
            <p:cNvSpPr/>
            <p:nvPr/>
          </p:nvSpPr>
          <p:spPr>
            <a:xfrm flipH="false" flipV="false" rot="0">
              <a:off x="2917063" y="840739"/>
              <a:ext cx="253619" cy="253619"/>
            </a:xfrm>
            <a:custGeom>
              <a:avLst/>
              <a:gdLst/>
              <a:ahLst/>
              <a:cxnLst/>
              <a:rect r="r" b="b" t="t" l="l"/>
              <a:pathLst>
                <a:path h="253619" w="253619">
                  <a:moveTo>
                    <a:pt x="0" y="253619"/>
                  </a:moveTo>
                  <a:lnTo>
                    <a:pt x="253619" y="253619"/>
                  </a:lnTo>
                  <a:lnTo>
                    <a:pt x="253619" y="0"/>
                  </a:lnTo>
                  <a:lnTo>
                    <a:pt x="0" y="0"/>
                  </a:lnTo>
                  <a:close/>
                </a:path>
              </a:pathLst>
            </a:custGeom>
            <a:solidFill>
              <a:srgbClr val="000000">
                <a:alpha val="0"/>
              </a:srgbClr>
            </a:solidFill>
          </p:spPr>
        </p:sp>
        <p:sp>
          <p:nvSpPr>
            <p:cNvPr name="Freeform 27" id="27"/>
            <p:cNvSpPr/>
            <p:nvPr/>
          </p:nvSpPr>
          <p:spPr>
            <a:xfrm flipH="false" flipV="false" rot="0">
              <a:off x="5200523" y="811783"/>
              <a:ext cx="253619" cy="253619"/>
            </a:xfrm>
            <a:custGeom>
              <a:avLst/>
              <a:gdLst/>
              <a:ahLst/>
              <a:cxnLst/>
              <a:rect r="r" b="b" t="t" l="l"/>
              <a:pathLst>
                <a:path h="253619" w="253619">
                  <a:moveTo>
                    <a:pt x="0" y="253619"/>
                  </a:moveTo>
                  <a:lnTo>
                    <a:pt x="253619" y="253619"/>
                  </a:lnTo>
                  <a:lnTo>
                    <a:pt x="253619" y="0"/>
                  </a:lnTo>
                  <a:lnTo>
                    <a:pt x="0" y="0"/>
                  </a:lnTo>
                  <a:close/>
                </a:path>
              </a:pathLst>
            </a:custGeom>
            <a:solidFill>
              <a:srgbClr val="000000">
                <a:alpha val="0"/>
              </a:srgbClr>
            </a:solidFill>
          </p:spPr>
        </p:sp>
        <p:sp>
          <p:nvSpPr>
            <p:cNvPr name="Freeform 28" id="28"/>
            <p:cNvSpPr/>
            <p:nvPr/>
          </p:nvSpPr>
          <p:spPr>
            <a:xfrm flipH="false" flipV="false" rot="0">
              <a:off x="6174613" y="1433575"/>
              <a:ext cx="586740" cy="668528"/>
            </a:xfrm>
            <a:custGeom>
              <a:avLst/>
              <a:gdLst/>
              <a:ahLst/>
              <a:cxnLst/>
              <a:rect r="r" b="b" t="t" l="l"/>
              <a:pathLst>
                <a:path h="668528" w="586740">
                  <a:moveTo>
                    <a:pt x="0" y="668528"/>
                  </a:moveTo>
                  <a:lnTo>
                    <a:pt x="586740" y="668528"/>
                  </a:lnTo>
                  <a:lnTo>
                    <a:pt x="586740" y="0"/>
                  </a:lnTo>
                  <a:lnTo>
                    <a:pt x="0" y="0"/>
                  </a:lnTo>
                  <a:close/>
                </a:path>
              </a:pathLst>
            </a:custGeom>
            <a:solidFill>
              <a:srgbClr val="000000">
                <a:alpha val="0"/>
              </a:srgbClr>
            </a:solidFill>
          </p:spPr>
        </p:sp>
        <p:sp>
          <p:nvSpPr>
            <p:cNvPr name="Freeform 29" id="29"/>
            <p:cNvSpPr/>
            <p:nvPr/>
          </p:nvSpPr>
          <p:spPr>
            <a:xfrm flipH="false" flipV="false" rot="0">
              <a:off x="6844919" y="1650110"/>
              <a:ext cx="781431" cy="1063497"/>
            </a:xfrm>
            <a:custGeom>
              <a:avLst/>
              <a:gdLst/>
              <a:ahLst/>
              <a:cxnLst/>
              <a:rect r="r" b="b" t="t" l="l"/>
              <a:pathLst>
                <a:path h="1063497" w="781431">
                  <a:moveTo>
                    <a:pt x="0" y="0"/>
                  </a:moveTo>
                  <a:lnTo>
                    <a:pt x="0" y="1063497"/>
                  </a:lnTo>
                  <a:lnTo>
                    <a:pt x="781431" y="1063497"/>
                  </a:lnTo>
                  <a:lnTo>
                    <a:pt x="781431" y="0"/>
                  </a:lnTo>
                  <a:close/>
                </a:path>
              </a:pathLst>
            </a:custGeom>
            <a:solidFill>
              <a:srgbClr val="000000">
                <a:alpha val="0"/>
              </a:srgbClr>
            </a:solidFill>
          </p:spPr>
        </p:sp>
        <p:sp>
          <p:nvSpPr>
            <p:cNvPr name="Freeform 30" id="30"/>
            <p:cNvSpPr/>
            <p:nvPr/>
          </p:nvSpPr>
          <p:spPr>
            <a:xfrm flipH="false" flipV="false" rot="0">
              <a:off x="6174613" y="2216403"/>
              <a:ext cx="1063498" cy="798702"/>
            </a:xfrm>
            <a:custGeom>
              <a:avLst/>
              <a:gdLst/>
              <a:ahLst/>
              <a:cxnLst/>
              <a:rect r="r" b="b" t="t" l="l"/>
              <a:pathLst>
                <a:path h="798702" w="1063498">
                  <a:moveTo>
                    <a:pt x="0" y="798702"/>
                  </a:moveTo>
                  <a:lnTo>
                    <a:pt x="1063498" y="798702"/>
                  </a:lnTo>
                  <a:lnTo>
                    <a:pt x="1063498" y="0"/>
                  </a:lnTo>
                  <a:lnTo>
                    <a:pt x="0" y="0"/>
                  </a:lnTo>
                  <a:close/>
                </a:path>
              </a:pathLst>
            </a:custGeom>
            <a:solidFill>
              <a:srgbClr val="000000">
                <a:alpha val="0"/>
              </a:srgbClr>
            </a:solidFill>
          </p:spPr>
        </p:sp>
        <p:sp>
          <p:nvSpPr>
            <p:cNvPr name="Freeform 31" id="31"/>
            <p:cNvSpPr/>
            <p:nvPr/>
          </p:nvSpPr>
          <p:spPr>
            <a:xfrm flipH="false" flipV="false" rot="0">
              <a:off x="63500" y="3653788"/>
              <a:ext cx="3221482" cy="2441446"/>
            </a:xfrm>
            <a:custGeom>
              <a:avLst/>
              <a:gdLst/>
              <a:ahLst/>
              <a:cxnLst/>
              <a:rect r="r" b="b" t="t" l="l"/>
              <a:pathLst>
                <a:path h="2441446" w="3221482">
                  <a:moveTo>
                    <a:pt x="0" y="0"/>
                  </a:moveTo>
                  <a:lnTo>
                    <a:pt x="0" y="2441446"/>
                  </a:lnTo>
                  <a:lnTo>
                    <a:pt x="3221482" y="2441446"/>
                  </a:lnTo>
                  <a:lnTo>
                    <a:pt x="3221482" y="0"/>
                  </a:lnTo>
                  <a:close/>
                </a:path>
              </a:pathLst>
            </a:custGeom>
            <a:solidFill>
              <a:srgbClr val="000000">
                <a:alpha val="0"/>
              </a:srgbClr>
            </a:solidFill>
          </p:spPr>
        </p:sp>
        <p:sp>
          <p:nvSpPr>
            <p:cNvPr name="Freeform 32" id="32"/>
            <p:cNvSpPr/>
            <p:nvPr/>
          </p:nvSpPr>
          <p:spPr>
            <a:xfrm flipH="false" flipV="false" rot="0">
              <a:off x="4681855" y="4312155"/>
              <a:ext cx="1492758" cy="1681987"/>
            </a:xfrm>
            <a:custGeom>
              <a:avLst/>
              <a:gdLst/>
              <a:ahLst/>
              <a:cxnLst/>
              <a:rect r="r" b="b" t="t" l="l"/>
              <a:pathLst>
                <a:path h="1681987" w="1492758">
                  <a:moveTo>
                    <a:pt x="0" y="1681987"/>
                  </a:moveTo>
                  <a:lnTo>
                    <a:pt x="1492758" y="1681987"/>
                  </a:lnTo>
                  <a:lnTo>
                    <a:pt x="1492758" y="0"/>
                  </a:lnTo>
                  <a:lnTo>
                    <a:pt x="0" y="0"/>
                  </a:lnTo>
                  <a:close/>
                </a:path>
              </a:pathLst>
            </a:custGeom>
            <a:solidFill>
              <a:srgbClr val="000000">
                <a:alpha val="0"/>
              </a:srgbClr>
            </a:solidFill>
          </p:spPr>
        </p:sp>
        <p:sp>
          <p:nvSpPr>
            <p:cNvPr name="Freeform 33" id="33"/>
            <p:cNvSpPr/>
            <p:nvPr/>
          </p:nvSpPr>
          <p:spPr>
            <a:xfrm flipH="false" flipV="false" rot="0">
              <a:off x="6127496" y="4312155"/>
              <a:ext cx="1480058" cy="1681987"/>
            </a:xfrm>
            <a:custGeom>
              <a:avLst/>
              <a:gdLst/>
              <a:ahLst/>
              <a:cxnLst/>
              <a:rect r="r" b="b" t="t" l="l"/>
              <a:pathLst>
                <a:path h="1681987" w="1480058">
                  <a:moveTo>
                    <a:pt x="0" y="1681987"/>
                  </a:moveTo>
                  <a:lnTo>
                    <a:pt x="1480058" y="1681987"/>
                  </a:lnTo>
                  <a:lnTo>
                    <a:pt x="1480058" y="0"/>
                  </a:lnTo>
                  <a:lnTo>
                    <a:pt x="0" y="0"/>
                  </a:lnTo>
                  <a:close/>
                </a:path>
              </a:pathLst>
            </a:custGeom>
            <a:solidFill>
              <a:srgbClr val="000000">
                <a:alpha val="0"/>
              </a:srgbClr>
            </a:solidFill>
          </p:spPr>
        </p:sp>
        <p:sp>
          <p:nvSpPr>
            <p:cNvPr name="Freeform 34" id="34"/>
            <p:cNvSpPr/>
            <p:nvPr/>
          </p:nvSpPr>
          <p:spPr>
            <a:xfrm flipH="false" flipV="false" rot="0">
              <a:off x="3056001" y="4338317"/>
              <a:ext cx="1632204" cy="1681860"/>
            </a:xfrm>
            <a:custGeom>
              <a:avLst/>
              <a:gdLst/>
              <a:ahLst/>
              <a:cxnLst/>
              <a:rect r="r" b="b" t="t" l="l"/>
              <a:pathLst>
                <a:path h="1681860" w="1632204">
                  <a:moveTo>
                    <a:pt x="0" y="1681860"/>
                  </a:moveTo>
                  <a:lnTo>
                    <a:pt x="1632204" y="1681860"/>
                  </a:lnTo>
                  <a:lnTo>
                    <a:pt x="1632204" y="0"/>
                  </a:lnTo>
                  <a:lnTo>
                    <a:pt x="0" y="0"/>
                  </a:lnTo>
                  <a:close/>
                </a:path>
              </a:pathLst>
            </a:custGeom>
            <a:solidFill>
              <a:srgbClr val="000000">
                <a:alpha val="0"/>
              </a:srgbClr>
            </a:solidFill>
          </p:spPr>
        </p:sp>
        <p:sp>
          <p:nvSpPr>
            <p:cNvPr name="Freeform 35" id="35"/>
            <p:cNvSpPr/>
            <p:nvPr/>
          </p:nvSpPr>
          <p:spPr>
            <a:xfrm flipH="false" flipV="false" rot="0">
              <a:off x="3251962" y="6020177"/>
              <a:ext cx="4374388" cy="79629"/>
            </a:xfrm>
            <a:custGeom>
              <a:avLst/>
              <a:gdLst/>
              <a:ahLst/>
              <a:cxnLst/>
              <a:rect r="r" b="b" t="t" l="l"/>
              <a:pathLst>
                <a:path h="79629" w="4374388">
                  <a:moveTo>
                    <a:pt x="0" y="0"/>
                  </a:moveTo>
                  <a:lnTo>
                    <a:pt x="0" y="79629"/>
                  </a:lnTo>
                  <a:lnTo>
                    <a:pt x="4374388" y="79629"/>
                  </a:lnTo>
                  <a:lnTo>
                    <a:pt x="4374388" y="0"/>
                  </a:lnTo>
                  <a:close/>
                </a:path>
              </a:pathLst>
            </a:custGeom>
            <a:solidFill>
              <a:srgbClr val="000000">
                <a:alpha val="0"/>
              </a:srgbClr>
            </a:solidFill>
          </p:spPr>
        </p:sp>
      </p:grpSp>
      <p:sp>
        <p:nvSpPr>
          <p:cNvPr name="TextBox 36" id="36"/>
          <p:cNvSpPr txBox="true"/>
          <p:nvPr/>
        </p:nvSpPr>
        <p:spPr>
          <a:xfrm rot="0">
            <a:off x="832447" y="3248911"/>
            <a:ext cx="146933" cy="942308"/>
          </a:xfrm>
          <a:prstGeom prst="rect">
            <a:avLst/>
          </a:prstGeom>
        </p:spPr>
        <p:txBody>
          <a:bodyPr anchor="t" rtlCol="false" tIns="0" lIns="0" bIns="0" rIns="0">
            <a:spAutoFit/>
          </a:bodyPr>
          <a:lstStyle/>
          <a:p>
            <a:pPr algn="l">
              <a:lnSpc>
                <a:spcPts val="7024"/>
              </a:lnSpc>
            </a:pPr>
            <a:r>
              <a:rPr lang="en-US" b="true" sz="5017">
                <a:solidFill>
                  <a:srgbClr val="BE1E2D"/>
                </a:solidFill>
                <a:latin typeface="Calibri (MS) Bold"/>
                <a:ea typeface="Calibri (MS) Bold"/>
                <a:cs typeface="Calibri (MS) Bold"/>
                <a:sym typeface="Calibri (MS) Bold"/>
              </a:rPr>
              <a:t> </a:t>
            </a:r>
          </a:p>
        </p:txBody>
      </p:sp>
      <p:sp>
        <p:nvSpPr>
          <p:cNvPr name="TextBox 37" id="37"/>
          <p:cNvSpPr txBox="true"/>
          <p:nvPr/>
        </p:nvSpPr>
        <p:spPr>
          <a:xfrm rot="0">
            <a:off x="665874" y="4111152"/>
            <a:ext cx="6384598" cy="1034920"/>
          </a:xfrm>
          <a:prstGeom prst="rect">
            <a:avLst/>
          </a:prstGeom>
        </p:spPr>
        <p:txBody>
          <a:bodyPr anchor="t" rtlCol="false" tIns="0" lIns="0" bIns="0" rIns="0">
            <a:spAutoFit/>
          </a:bodyPr>
          <a:lstStyle/>
          <a:p>
            <a:pPr algn="l">
              <a:lnSpc>
                <a:spcPts val="8094"/>
              </a:lnSpc>
            </a:pPr>
            <a:r>
              <a:rPr lang="en-US" sz="5781">
                <a:solidFill>
                  <a:srgbClr val="BE1E2D"/>
                </a:solidFill>
                <a:latin typeface="Anton"/>
                <a:ea typeface="Anton"/>
                <a:cs typeface="Anton"/>
                <a:sym typeface="Anton"/>
              </a:rPr>
              <a:t>SABTA TRADING CO. LLC</a:t>
            </a:r>
          </a:p>
        </p:txBody>
      </p:sp>
      <p:sp>
        <p:nvSpPr>
          <p:cNvPr name="TextBox 38" id="38"/>
          <p:cNvSpPr txBox="true"/>
          <p:nvPr/>
        </p:nvSpPr>
        <p:spPr>
          <a:xfrm rot="0">
            <a:off x="1297248" y="5439394"/>
            <a:ext cx="1259957" cy="225247"/>
          </a:xfrm>
          <a:prstGeom prst="rect">
            <a:avLst/>
          </a:prstGeom>
        </p:spPr>
        <p:txBody>
          <a:bodyPr anchor="t" rtlCol="false" tIns="0" lIns="0" bIns="0" rIns="0">
            <a:spAutoFit/>
          </a:bodyPr>
          <a:lstStyle/>
          <a:p>
            <a:pPr algn="l">
              <a:lnSpc>
                <a:spcPts val="1806"/>
              </a:lnSpc>
            </a:pPr>
            <a:r>
              <a:rPr lang="en-US" sz="1290">
                <a:solidFill>
                  <a:srgbClr val="000000"/>
                </a:solidFill>
                <a:latin typeface="Montserrat"/>
                <a:ea typeface="Montserrat"/>
                <a:cs typeface="Montserrat"/>
                <a:sym typeface="Montserrat"/>
              </a:rPr>
              <a:t>+971-4-2210506</a:t>
            </a:r>
          </a:p>
        </p:txBody>
      </p:sp>
      <p:sp>
        <p:nvSpPr>
          <p:cNvPr name="TextBox 39" id="39"/>
          <p:cNvSpPr txBox="true"/>
          <p:nvPr/>
        </p:nvSpPr>
        <p:spPr>
          <a:xfrm rot="0">
            <a:off x="3222650" y="5410495"/>
            <a:ext cx="1669275" cy="225247"/>
          </a:xfrm>
          <a:prstGeom prst="rect">
            <a:avLst/>
          </a:prstGeom>
        </p:spPr>
        <p:txBody>
          <a:bodyPr anchor="t" rtlCol="false" tIns="0" lIns="0" bIns="0" rIns="0">
            <a:spAutoFit/>
          </a:bodyPr>
          <a:lstStyle/>
          <a:p>
            <a:pPr algn="l">
              <a:lnSpc>
                <a:spcPts val="1806"/>
              </a:lnSpc>
            </a:pPr>
            <a:r>
              <a:rPr lang="en-US" sz="1290">
                <a:solidFill>
                  <a:srgbClr val="000000"/>
                </a:solidFill>
                <a:latin typeface="Montserrat"/>
                <a:ea typeface="Montserrat"/>
                <a:cs typeface="Montserrat"/>
                <a:sym typeface="Montserrat"/>
              </a:rPr>
              <a:t>www.sabtadxb.com</a:t>
            </a:r>
          </a:p>
        </p:txBody>
      </p:sp>
      <p:sp>
        <p:nvSpPr>
          <p:cNvPr name="TextBox 40" id="40"/>
          <p:cNvSpPr txBox="true"/>
          <p:nvPr/>
        </p:nvSpPr>
        <p:spPr>
          <a:xfrm rot="0">
            <a:off x="5502612" y="5410495"/>
            <a:ext cx="936889" cy="225247"/>
          </a:xfrm>
          <a:prstGeom prst="rect">
            <a:avLst/>
          </a:prstGeom>
        </p:spPr>
        <p:txBody>
          <a:bodyPr anchor="t" rtlCol="false" tIns="0" lIns="0" bIns="0" rIns="0">
            <a:spAutoFit/>
          </a:bodyPr>
          <a:lstStyle/>
          <a:p>
            <a:pPr algn="l">
              <a:lnSpc>
                <a:spcPts val="1806"/>
              </a:lnSpc>
            </a:pPr>
            <a:r>
              <a:rPr lang="en-US" sz="1290">
                <a:solidFill>
                  <a:srgbClr val="000000"/>
                </a:solidFill>
                <a:latin typeface="Montserrat"/>
                <a:ea typeface="Montserrat"/>
                <a:cs typeface="Montserrat"/>
                <a:sym typeface="Montserrat"/>
              </a:rPr>
              <a:t>Dubai, UAE</a:t>
            </a:r>
          </a:p>
        </p:txBody>
      </p:sp>
      <p:sp>
        <p:nvSpPr>
          <p:cNvPr name="TextBox 41" id="41"/>
          <p:cNvSpPr txBox="true"/>
          <p:nvPr/>
        </p:nvSpPr>
        <p:spPr>
          <a:xfrm rot="0">
            <a:off x="976570" y="3248911"/>
            <a:ext cx="5927122" cy="942308"/>
          </a:xfrm>
          <a:prstGeom prst="rect">
            <a:avLst/>
          </a:prstGeom>
        </p:spPr>
        <p:txBody>
          <a:bodyPr anchor="t" rtlCol="false" tIns="0" lIns="0" bIns="0" rIns="0">
            <a:spAutoFit/>
          </a:bodyPr>
          <a:lstStyle/>
          <a:p>
            <a:pPr algn="l" rtl="true">
              <a:lnSpc>
                <a:spcPts val="7024"/>
              </a:lnSpc>
            </a:pPr>
            <a:r>
              <a:rPr lang="ar-EG" b="true" sz="5017">
                <a:solidFill>
                  <a:srgbClr val="BE1E2D"/>
                </a:solidFill>
                <a:latin typeface="Calibri (MS) Bold"/>
                <a:ea typeface="Calibri (MS) Bold"/>
                <a:cs typeface="Calibri (MS) Bold"/>
                <a:sym typeface="Calibri (MS) Bold"/>
                <a:rtl val="true"/>
              </a:rPr>
              <a:t>شركة</a:t>
            </a:r>
            <a:r>
              <a:rPr lang="ar-EG" b="true" sz="5017">
                <a:solidFill>
                  <a:srgbClr val="000000"/>
                </a:solidFill>
                <a:latin typeface="Calibri (MS) Bold"/>
                <a:ea typeface="Calibri (MS) Bold"/>
                <a:cs typeface="Calibri (MS) Bold"/>
                <a:sym typeface="Calibri (MS) Bold"/>
                <a:rtl val="true"/>
              </a:rPr>
              <a:t> </a:t>
            </a:r>
            <a:r>
              <a:rPr lang="ar-EG" b="true" sz="5017">
                <a:solidFill>
                  <a:srgbClr val="BE1E2D"/>
                </a:solidFill>
                <a:latin typeface="Calibri (MS) Bold"/>
                <a:ea typeface="Calibri (MS) Bold"/>
                <a:cs typeface="Calibri (MS) Bold"/>
                <a:sym typeface="Calibri (MS) Bold"/>
                <a:rtl val="true"/>
              </a:rPr>
              <a:t>سبته</a:t>
            </a:r>
            <a:r>
              <a:rPr lang="ar-EG" b="true" sz="5017">
                <a:solidFill>
                  <a:srgbClr val="000000"/>
                </a:solidFill>
                <a:latin typeface="Calibri (MS) Bold"/>
                <a:ea typeface="Calibri (MS) Bold"/>
                <a:cs typeface="Calibri (MS) Bold"/>
                <a:sym typeface="Calibri (MS) Bold"/>
                <a:rtl val="true"/>
              </a:rPr>
              <a:t> </a:t>
            </a:r>
            <a:r>
              <a:rPr lang="ar-EG" b="true" sz="5017">
                <a:solidFill>
                  <a:srgbClr val="BE1E2D"/>
                </a:solidFill>
                <a:latin typeface="Calibri (MS) Bold"/>
                <a:ea typeface="Calibri (MS) Bold"/>
                <a:cs typeface="Calibri (MS) Bold"/>
                <a:sym typeface="Calibri (MS) Bold"/>
                <a:rtl val="true"/>
              </a:rPr>
              <a:t>التجارية</a:t>
            </a:r>
            <a:r>
              <a:rPr lang="ar-EG" b="true" sz="5017">
                <a:solidFill>
                  <a:srgbClr val="000000"/>
                </a:solidFill>
                <a:latin typeface="Calibri (MS) Bold"/>
                <a:ea typeface="Calibri (MS) Bold"/>
                <a:cs typeface="Calibri (MS) Bold"/>
                <a:sym typeface="Calibri (MS) Bold"/>
                <a:rtl val="true"/>
              </a:rPr>
              <a:t> </a:t>
            </a:r>
            <a:r>
              <a:rPr lang="ar-EG" b="true" sz="5017">
                <a:solidFill>
                  <a:srgbClr val="BE1E2D"/>
                </a:solidFill>
                <a:latin typeface="Calibri (MS) Bold"/>
                <a:ea typeface="Calibri (MS) Bold"/>
                <a:cs typeface="Calibri (MS) Bold"/>
                <a:sym typeface="Calibri (MS) Bold"/>
                <a:rtl val="true"/>
              </a:rPr>
              <a:t>ذ</a:t>
            </a:r>
            <a:r>
              <a:rPr lang="ar-EG" b="true" sz="5017">
                <a:solidFill>
                  <a:srgbClr val="000000"/>
                </a:solidFill>
                <a:latin typeface="Calibri (MS) Bold"/>
                <a:ea typeface="Calibri (MS) Bold"/>
                <a:cs typeface="Calibri (MS) Bold"/>
                <a:sym typeface="Calibri (MS) Bold"/>
                <a:rtl val="true"/>
              </a:rPr>
              <a:t> </a:t>
            </a:r>
            <a:r>
              <a:rPr lang="ar-EG" b="true" sz="5017">
                <a:solidFill>
                  <a:srgbClr val="BE1E2D"/>
                </a:solidFill>
                <a:latin typeface="Calibri (MS) Bold"/>
                <a:ea typeface="Calibri (MS) Bold"/>
                <a:cs typeface="Calibri (MS) Bold"/>
                <a:sym typeface="Calibri (MS) Bold"/>
                <a:rtl val="true"/>
              </a:rPr>
              <a:t>م</a:t>
            </a:r>
            <a:r>
              <a:rPr lang="ar-EG" b="true" sz="5017">
                <a:solidFill>
                  <a:srgbClr val="000000"/>
                </a:solidFill>
                <a:latin typeface="Calibri (MS) Bold"/>
                <a:ea typeface="Calibri (MS) Bold"/>
                <a:cs typeface="Calibri (MS) Bold"/>
                <a:sym typeface="Calibri (MS) Bold"/>
                <a:rtl val="true"/>
              </a:rPr>
              <a:t> </a:t>
            </a:r>
            <a:r>
              <a:rPr lang="ar-EG" b="true" sz="5017">
                <a:solidFill>
                  <a:srgbClr val="BE1E2D"/>
                </a:solidFill>
                <a:latin typeface="Calibri (MS) Bold"/>
                <a:ea typeface="Calibri (MS) Bold"/>
                <a:cs typeface="Calibri (MS) Bold"/>
                <a:sym typeface="Calibri (MS) Bold"/>
                <a:rtl val="true"/>
              </a:rPr>
              <a:t>م</a:t>
            </a:r>
          </a:p>
        </p:txBody>
      </p:sp>
      <p:sp>
        <p:nvSpPr>
          <p:cNvPr name="TextBox 42" id="42"/>
          <p:cNvSpPr txBox="true"/>
          <p:nvPr/>
        </p:nvSpPr>
        <p:spPr>
          <a:xfrm rot="0">
            <a:off x="1201341" y="5983205"/>
            <a:ext cx="3857996" cy="1357122"/>
          </a:xfrm>
          <a:prstGeom prst="rect">
            <a:avLst/>
          </a:prstGeom>
        </p:spPr>
        <p:txBody>
          <a:bodyPr anchor="t" rtlCol="false" tIns="0" lIns="0" bIns="0" rIns="0">
            <a:spAutoFit/>
          </a:bodyPr>
          <a:lstStyle/>
          <a:p>
            <a:pPr algn="l">
              <a:lnSpc>
                <a:spcPts val="4951"/>
              </a:lnSpc>
            </a:pPr>
            <a:r>
              <a:rPr lang="en-US" sz="4501">
                <a:solidFill>
                  <a:srgbClr val="000000"/>
                </a:solidFill>
                <a:latin typeface="CanvaSansSC-Regular"/>
                <a:ea typeface="CanvaSansSC-Regular"/>
                <a:cs typeface="CanvaSansSC-Regular"/>
                <a:sym typeface="CanvaSansSC-Regular"/>
              </a:rPr>
              <a:t>P R O D U C T C A T A L O G </a:t>
            </a:r>
          </a:p>
        </p:txBody>
      </p:sp>
      <p:sp>
        <p:nvSpPr>
          <p:cNvPr name="TextBox 43" id="43"/>
          <p:cNvSpPr txBox="true"/>
          <p:nvPr/>
        </p:nvSpPr>
        <p:spPr>
          <a:xfrm rot="0">
            <a:off x="6193784" y="765648"/>
            <a:ext cx="1249813" cy="324241"/>
          </a:xfrm>
          <a:prstGeom prst="rect">
            <a:avLst/>
          </a:prstGeom>
        </p:spPr>
        <p:txBody>
          <a:bodyPr anchor="t" rtlCol="false" tIns="0" lIns="0" bIns="0" rIns="0">
            <a:spAutoFit/>
          </a:bodyPr>
          <a:lstStyle/>
          <a:p>
            <a:pPr algn="l">
              <a:lnSpc>
                <a:spcPts val="2660"/>
              </a:lnSpc>
            </a:pPr>
            <a:r>
              <a:rPr lang="en-US" sz="1900">
                <a:solidFill>
                  <a:srgbClr val="000000"/>
                </a:solidFill>
                <a:latin typeface="Calistoga"/>
                <a:ea typeface="Calistoga"/>
                <a:cs typeface="Calistoga"/>
                <a:sym typeface="Calistoga"/>
              </a:rPr>
              <a:t>Since 1994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471851" y="1169746"/>
            <a:ext cx="4617606" cy="786498"/>
          </a:xfrm>
          <a:custGeom>
            <a:avLst/>
            <a:gdLst/>
            <a:ahLst/>
            <a:cxnLst/>
            <a:rect r="r" b="b" t="t" l="l"/>
            <a:pathLst>
              <a:path h="786498" w="4617606">
                <a:moveTo>
                  <a:pt x="0" y="0"/>
                </a:moveTo>
                <a:lnTo>
                  <a:pt x="4617605" y="0"/>
                </a:lnTo>
                <a:lnTo>
                  <a:pt x="4617605" y="786499"/>
                </a:lnTo>
                <a:lnTo>
                  <a:pt x="0" y="7864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3503" y="-63503"/>
            <a:ext cx="7692133" cy="1178681"/>
          </a:xfrm>
          <a:custGeom>
            <a:avLst/>
            <a:gdLst/>
            <a:ahLst/>
            <a:cxnLst/>
            <a:rect r="r" b="b" t="t" l="l"/>
            <a:pathLst>
              <a:path h="1178681" w="7692133">
                <a:moveTo>
                  <a:pt x="0" y="0"/>
                </a:moveTo>
                <a:lnTo>
                  <a:pt x="7692133" y="0"/>
                </a:lnTo>
                <a:lnTo>
                  <a:pt x="7692133" y="1178680"/>
                </a:lnTo>
                <a:lnTo>
                  <a:pt x="0" y="11786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3503" y="9488472"/>
            <a:ext cx="7692133" cy="1273502"/>
          </a:xfrm>
          <a:custGeom>
            <a:avLst/>
            <a:gdLst/>
            <a:ahLst/>
            <a:cxnLst/>
            <a:rect r="r" b="b" t="t" l="l"/>
            <a:pathLst>
              <a:path h="1273502" w="7692133">
                <a:moveTo>
                  <a:pt x="0" y="0"/>
                </a:moveTo>
                <a:lnTo>
                  <a:pt x="7692133" y="0"/>
                </a:lnTo>
                <a:lnTo>
                  <a:pt x="7692133" y="1273502"/>
                </a:lnTo>
                <a:lnTo>
                  <a:pt x="0" y="12735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6675" y="8723233"/>
            <a:ext cx="587273" cy="1769421"/>
          </a:xfrm>
          <a:custGeom>
            <a:avLst/>
            <a:gdLst/>
            <a:ahLst/>
            <a:cxnLst/>
            <a:rect r="r" b="b" t="t" l="l"/>
            <a:pathLst>
              <a:path h="1769421" w="587273">
                <a:moveTo>
                  <a:pt x="0" y="0"/>
                </a:moveTo>
                <a:lnTo>
                  <a:pt x="587273" y="0"/>
                </a:lnTo>
                <a:lnTo>
                  <a:pt x="587273" y="1769421"/>
                </a:lnTo>
                <a:lnTo>
                  <a:pt x="0" y="17694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687099" y="9542336"/>
            <a:ext cx="984571" cy="1051274"/>
          </a:xfrm>
          <a:custGeom>
            <a:avLst/>
            <a:gdLst/>
            <a:ahLst/>
            <a:cxnLst/>
            <a:rect r="r" b="b" t="t" l="l"/>
            <a:pathLst>
              <a:path h="1051274" w="984571">
                <a:moveTo>
                  <a:pt x="0" y="0"/>
                </a:moveTo>
                <a:lnTo>
                  <a:pt x="984571" y="0"/>
                </a:lnTo>
                <a:lnTo>
                  <a:pt x="984571" y="1051274"/>
                </a:lnTo>
                <a:lnTo>
                  <a:pt x="0" y="105127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2027177" y="9542336"/>
            <a:ext cx="660597" cy="1060799"/>
          </a:xfrm>
          <a:custGeom>
            <a:avLst/>
            <a:gdLst/>
            <a:ahLst/>
            <a:cxnLst/>
            <a:rect r="r" b="b" t="t" l="l"/>
            <a:pathLst>
              <a:path h="1060799" w="660597">
                <a:moveTo>
                  <a:pt x="0" y="0"/>
                </a:moveTo>
                <a:lnTo>
                  <a:pt x="660597" y="0"/>
                </a:lnTo>
                <a:lnTo>
                  <a:pt x="660597" y="1060799"/>
                </a:lnTo>
                <a:lnTo>
                  <a:pt x="0" y="106079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0" id="10"/>
          <p:cNvGrpSpPr/>
          <p:nvPr/>
        </p:nvGrpSpPr>
        <p:grpSpPr>
          <a:xfrm rot="0">
            <a:off x="4607871" y="9551984"/>
            <a:ext cx="1362589" cy="981427"/>
            <a:chOff x="0" y="0"/>
            <a:chExt cx="1816786" cy="1308570"/>
          </a:xfrm>
        </p:grpSpPr>
        <p:sp>
          <p:nvSpPr>
            <p:cNvPr name="Freeform 11" id="11"/>
            <p:cNvSpPr/>
            <p:nvPr/>
          </p:nvSpPr>
          <p:spPr>
            <a:xfrm flipH="false" flipV="false" rot="0">
              <a:off x="0" y="0"/>
              <a:ext cx="1816735" cy="1308608"/>
            </a:xfrm>
            <a:custGeom>
              <a:avLst/>
              <a:gdLst/>
              <a:ahLst/>
              <a:cxnLst/>
              <a:rect r="r" b="b" t="t" l="l"/>
              <a:pathLst>
                <a:path h="1308608" w="1816735">
                  <a:moveTo>
                    <a:pt x="0" y="0"/>
                  </a:moveTo>
                  <a:lnTo>
                    <a:pt x="1816735" y="0"/>
                  </a:lnTo>
                  <a:lnTo>
                    <a:pt x="1816735" y="1308608"/>
                  </a:lnTo>
                  <a:lnTo>
                    <a:pt x="0" y="1308608"/>
                  </a:lnTo>
                  <a:lnTo>
                    <a:pt x="0" y="0"/>
                  </a:lnTo>
                  <a:close/>
                </a:path>
              </a:pathLst>
            </a:custGeom>
            <a:blipFill>
              <a:blip r:embed="rId15"/>
              <a:stretch>
                <a:fillRect l="0" t="0" r="-2" b="0"/>
              </a:stretch>
            </a:blipFill>
          </p:spPr>
        </p:sp>
      </p:grpSp>
      <p:grpSp>
        <p:nvGrpSpPr>
          <p:cNvPr name="Group 12" id="12"/>
          <p:cNvGrpSpPr/>
          <p:nvPr/>
        </p:nvGrpSpPr>
        <p:grpSpPr>
          <a:xfrm rot="0">
            <a:off x="2677144" y="9578921"/>
            <a:ext cx="1019556" cy="924268"/>
            <a:chOff x="0" y="0"/>
            <a:chExt cx="1359408" cy="1232357"/>
          </a:xfrm>
        </p:grpSpPr>
        <p:sp>
          <p:nvSpPr>
            <p:cNvPr name="Freeform 13" id="13"/>
            <p:cNvSpPr/>
            <p:nvPr/>
          </p:nvSpPr>
          <p:spPr>
            <a:xfrm flipH="false" flipV="false" rot="0">
              <a:off x="0" y="0"/>
              <a:ext cx="1359408" cy="1232408"/>
            </a:xfrm>
            <a:custGeom>
              <a:avLst/>
              <a:gdLst/>
              <a:ahLst/>
              <a:cxnLst/>
              <a:rect r="r" b="b" t="t" l="l"/>
              <a:pathLst>
                <a:path h="1232408" w="1359408">
                  <a:moveTo>
                    <a:pt x="0" y="0"/>
                  </a:moveTo>
                  <a:lnTo>
                    <a:pt x="1359408" y="0"/>
                  </a:lnTo>
                  <a:lnTo>
                    <a:pt x="1359408" y="1232408"/>
                  </a:lnTo>
                  <a:lnTo>
                    <a:pt x="0" y="1232408"/>
                  </a:lnTo>
                  <a:lnTo>
                    <a:pt x="0" y="0"/>
                  </a:lnTo>
                  <a:close/>
                </a:path>
              </a:pathLst>
            </a:custGeom>
            <a:blipFill>
              <a:blip r:embed="rId16"/>
              <a:stretch>
                <a:fillRect l="0" t="0" r="0" b="4"/>
              </a:stretch>
            </a:blipFill>
          </p:spPr>
        </p:sp>
      </p:grpSp>
      <p:grpSp>
        <p:nvGrpSpPr>
          <p:cNvPr name="Group 14" id="14"/>
          <p:cNvGrpSpPr/>
          <p:nvPr/>
        </p:nvGrpSpPr>
        <p:grpSpPr>
          <a:xfrm rot="0">
            <a:off x="756285" y="9578921"/>
            <a:ext cx="1229192" cy="924268"/>
            <a:chOff x="0" y="0"/>
            <a:chExt cx="1638922" cy="1232357"/>
          </a:xfrm>
        </p:grpSpPr>
        <p:sp>
          <p:nvSpPr>
            <p:cNvPr name="Freeform 15" id="15"/>
            <p:cNvSpPr/>
            <p:nvPr/>
          </p:nvSpPr>
          <p:spPr>
            <a:xfrm flipH="false" flipV="false" rot="0">
              <a:off x="0" y="0"/>
              <a:ext cx="1638935" cy="1232408"/>
            </a:xfrm>
            <a:custGeom>
              <a:avLst/>
              <a:gdLst/>
              <a:ahLst/>
              <a:cxnLst/>
              <a:rect r="r" b="b" t="t" l="l"/>
              <a:pathLst>
                <a:path h="1232408" w="1638935">
                  <a:moveTo>
                    <a:pt x="0" y="0"/>
                  </a:moveTo>
                  <a:lnTo>
                    <a:pt x="1638935" y="0"/>
                  </a:lnTo>
                  <a:lnTo>
                    <a:pt x="1638935" y="1232408"/>
                  </a:lnTo>
                  <a:lnTo>
                    <a:pt x="0" y="1232408"/>
                  </a:lnTo>
                  <a:lnTo>
                    <a:pt x="0" y="0"/>
                  </a:lnTo>
                  <a:close/>
                </a:path>
              </a:pathLst>
            </a:custGeom>
            <a:blipFill>
              <a:blip r:embed="rId17"/>
              <a:stretch>
                <a:fillRect l="0" t="0" r="0" b="4"/>
              </a:stretch>
            </a:blipFill>
          </p:spPr>
        </p:sp>
      </p:grpSp>
      <p:sp>
        <p:nvSpPr>
          <p:cNvPr name="Freeform 16" id="16"/>
          <p:cNvSpPr/>
          <p:nvPr/>
        </p:nvSpPr>
        <p:spPr>
          <a:xfrm flipH="false" flipV="false" rot="0">
            <a:off x="2704890" y="207321"/>
            <a:ext cx="2113540" cy="961673"/>
          </a:xfrm>
          <a:custGeom>
            <a:avLst/>
            <a:gdLst/>
            <a:ahLst/>
            <a:cxnLst/>
            <a:rect r="r" b="b" t="t" l="l"/>
            <a:pathLst>
              <a:path h="961673" w="2113540">
                <a:moveTo>
                  <a:pt x="0" y="0"/>
                </a:moveTo>
                <a:lnTo>
                  <a:pt x="2113541" y="0"/>
                </a:lnTo>
                <a:lnTo>
                  <a:pt x="2113541" y="961673"/>
                </a:lnTo>
                <a:lnTo>
                  <a:pt x="0" y="96167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7" id="17"/>
          <p:cNvGrpSpPr/>
          <p:nvPr/>
        </p:nvGrpSpPr>
        <p:grpSpPr>
          <a:xfrm rot="0">
            <a:off x="4228338" y="538010"/>
            <a:ext cx="264052" cy="232991"/>
            <a:chOff x="0" y="0"/>
            <a:chExt cx="352069" cy="310655"/>
          </a:xfrm>
        </p:grpSpPr>
        <p:sp>
          <p:nvSpPr>
            <p:cNvPr name="Freeform 18" id="18"/>
            <p:cNvSpPr/>
            <p:nvPr/>
          </p:nvSpPr>
          <p:spPr>
            <a:xfrm flipH="false" flipV="false" rot="0">
              <a:off x="0" y="0"/>
              <a:ext cx="352044" cy="310642"/>
            </a:xfrm>
            <a:custGeom>
              <a:avLst/>
              <a:gdLst/>
              <a:ahLst/>
              <a:cxnLst/>
              <a:rect r="r" b="b" t="t" l="l"/>
              <a:pathLst>
                <a:path h="310642" w="352044">
                  <a:moveTo>
                    <a:pt x="0" y="0"/>
                  </a:moveTo>
                  <a:lnTo>
                    <a:pt x="1397" y="310642"/>
                  </a:lnTo>
                  <a:lnTo>
                    <a:pt x="81280" y="310642"/>
                  </a:lnTo>
                  <a:cubicBezTo>
                    <a:pt x="86868" y="308102"/>
                    <a:pt x="92456" y="305435"/>
                    <a:pt x="98044" y="302895"/>
                  </a:cubicBezTo>
                  <a:cubicBezTo>
                    <a:pt x="147574" y="280162"/>
                    <a:pt x="197739" y="259969"/>
                    <a:pt x="248920" y="243586"/>
                  </a:cubicBezTo>
                  <a:cubicBezTo>
                    <a:pt x="283337" y="172847"/>
                    <a:pt x="318008" y="102616"/>
                    <a:pt x="352044" y="30480"/>
                  </a:cubicBezTo>
                  <a:lnTo>
                    <a:pt x="352044" y="0"/>
                  </a:lnTo>
                  <a:close/>
                </a:path>
              </a:pathLst>
            </a:custGeom>
            <a:blipFill>
              <a:blip r:embed="rId20"/>
              <a:stretch>
                <a:fillRect l="-205" t="-547" r="-602" b="-1099"/>
              </a:stretch>
            </a:blipFill>
          </p:spPr>
        </p:sp>
      </p:grpSp>
      <p:grpSp>
        <p:nvGrpSpPr>
          <p:cNvPr name="Group 19" id="19"/>
          <p:cNvGrpSpPr/>
          <p:nvPr/>
        </p:nvGrpSpPr>
        <p:grpSpPr>
          <a:xfrm rot="0">
            <a:off x="4414999" y="560861"/>
            <a:ext cx="77391" cy="159868"/>
            <a:chOff x="0" y="0"/>
            <a:chExt cx="103188" cy="213157"/>
          </a:xfrm>
        </p:grpSpPr>
        <p:sp>
          <p:nvSpPr>
            <p:cNvPr name="Freeform 20" id="20"/>
            <p:cNvSpPr/>
            <p:nvPr/>
          </p:nvSpPr>
          <p:spPr>
            <a:xfrm flipH="false" flipV="false" rot="0">
              <a:off x="0" y="0"/>
              <a:ext cx="103124" cy="213106"/>
            </a:xfrm>
            <a:custGeom>
              <a:avLst/>
              <a:gdLst/>
              <a:ahLst/>
              <a:cxnLst/>
              <a:rect r="r" b="b" t="t" l="l"/>
              <a:pathLst>
                <a:path h="213106" w="103124">
                  <a:moveTo>
                    <a:pt x="0" y="0"/>
                  </a:moveTo>
                  <a:lnTo>
                    <a:pt x="103124" y="0"/>
                  </a:lnTo>
                  <a:lnTo>
                    <a:pt x="103124" y="213106"/>
                  </a:lnTo>
                  <a:lnTo>
                    <a:pt x="0" y="213106"/>
                  </a:lnTo>
                  <a:lnTo>
                    <a:pt x="0" y="0"/>
                  </a:lnTo>
                  <a:close/>
                </a:path>
              </a:pathLst>
            </a:custGeom>
            <a:blipFill>
              <a:blip r:embed="rId21"/>
              <a:stretch>
                <a:fillRect l="0" t="0" r="-61" b="-23"/>
              </a:stretch>
            </a:blipFill>
          </p:spPr>
        </p:sp>
      </p:grpSp>
      <p:grpSp>
        <p:nvGrpSpPr>
          <p:cNvPr name="Group 21" id="21"/>
          <p:cNvGrpSpPr/>
          <p:nvPr/>
        </p:nvGrpSpPr>
        <p:grpSpPr>
          <a:xfrm rot="0">
            <a:off x="3947712" y="538010"/>
            <a:ext cx="264081" cy="361083"/>
            <a:chOff x="0" y="0"/>
            <a:chExt cx="352108" cy="481444"/>
          </a:xfrm>
        </p:grpSpPr>
        <p:sp>
          <p:nvSpPr>
            <p:cNvPr name="Freeform 22" id="22"/>
            <p:cNvSpPr/>
            <p:nvPr/>
          </p:nvSpPr>
          <p:spPr>
            <a:xfrm flipH="false" flipV="false" rot="0">
              <a:off x="0" y="0"/>
              <a:ext cx="352044" cy="481457"/>
            </a:xfrm>
            <a:custGeom>
              <a:avLst/>
              <a:gdLst/>
              <a:ahLst/>
              <a:cxnLst/>
              <a:rect r="r" b="b" t="t" l="l"/>
              <a:pathLst>
                <a:path h="481457" w="352044">
                  <a:moveTo>
                    <a:pt x="0" y="0"/>
                  </a:moveTo>
                  <a:lnTo>
                    <a:pt x="1397" y="310642"/>
                  </a:lnTo>
                  <a:lnTo>
                    <a:pt x="216408" y="310642"/>
                  </a:lnTo>
                  <a:cubicBezTo>
                    <a:pt x="261620" y="216916"/>
                    <a:pt x="307213" y="125349"/>
                    <a:pt x="352044" y="30480"/>
                  </a:cubicBezTo>
                  <a:lnTo>
                    <a:pt x="352044" y="0"/>
                  </a:lnTo>
                  <a:close/>
                  <a:moveTo>
                    <a:pt x="352044" y="259588"/>
                  </a:moveTo>
                  <a:cubicBezTo>
                    <a:pt x="343154" y="276606"/>
                    <a:pt x="334264" y="293624"/>
                    <a:pt x="325247" y="310642"/>
                  </a:cubicBezTo>
                  <a:lnTo>
                    <a:pt x="352044" y="310642"/>
                  </a:lnTo>
                  <a:lnTo>
                    <a:pt x="352044" y="259588"/>
                  </a:lnTo>
                  <a:close/>
                  <a:moveTo>
                    <a:pt x="1778" y="396621"/>
                  </a:moveTo>
                  <a:lnTo>
                    <a:pt x="2159" y="481457"/>
                  </a:lnTo>
                  <a:cubicBezTo>
                    <a:pt x="20955" y="478282"/>
                    <a:pt x="39624" y="474599"/>
                    <a:pt x="58166" y="470281"/>
                  </a:cubicBezTo>
                  <a:lnTo>
                    <a:pt x="3302" y="470281"/>
                  </a:lnTo>
                  <a:lnTo>
                    <a:pt x="1778" y="396621"/>
                  </a:lnTo>
                  <a:close/>
                </a:path>
              </a:pathLst>
            </a:custGeom>
            <a:blipFill>
              <a:blip r:embed="rId22"/>
              <a:stretch>
                <a:fillRect l="-530" t="-356" r="-277" b="-221"/>
              </a:stretch>
            </a:blipFill>
          </p:spPr>
        </p:sp>
      </p:grpSp>
      <p:grpSp>
        <p:nvGrpSpPr>
          <p:cNvPr name="Group 23" id="23"/>
          <p:cNvGrpSpPr/>
          <p:nvPr/>
        </p:nvGrpSpPr>
        <p:grpSpPr>
          <a:xfrm rot="0">
            <a:off x="4110018" y="560861"/>
            <a:ext cx="101775" cy="210141"/>
            <a:chOff x="0" y="0"/>
            <a:chExt cx="135700" cy="280187"/>
          </a:xfrm>
        </p:grpSpPr>
        <p:sp>
          <p:nvSpPr>
            <p:cNvPr name="Freeform 24" id="24"/>
            <p:cNvSpPr/>
            <p:nvPr/>
          </p:nvSpPr>
          <p:spPr>
            <a:xfrm flipH="false" flipV="false" rot="0">
              <a:off x="0" y="0"/>
              <a:ext cx="135763" cy="280162"/>
            </a:xfrm>
            <a:custGeom>
              <a:avLst/>
              <a:gdLst/>
              <a:ahLst/>
              <a:cxnLst/>
              <a:rect r="r" b="b" t="t" l="l"/>
              <a:pathLst>
                <a:path h="280162" w="135763">
                  <a:moveTo>
                    <a:pt x="135636" y="0"/>
                  </a:moveTo>
                  <a:cubicBezTo>
                    <a:pt x="90805" y="94869"/>
                    <a:pt x="45212" y="186563"/>
                    <a:pt x="0" y="280162"/>
                  </a:cubicBezTo>
                  <a:lnTo>
                    <a:pt x="108966" y="280162"/>
                  </a:lnTo>
                  <a:cubicBezTo>
                    <a:pt x="117856" y="263144"/>
                    <a:pt x="126746" y="246126"/>
                    <a:pt x="135763" y="229108"/>
                  </a:cubicBezTo>
                  <a:lnTo>
                    <a:pt x="135763" y="0"/>
                  </a:lnTo>
                  <a:close/>
                </a:path>
              </a:pathLst>
            </a:custGeom>
            <a:blipFill>
              <a:blip r:embed="rId23"/>
              <a:stretch>
                <a:fillRect l="-149" t="-1106" r="-608" b="-1223"/>
              </a:stretch>
            </a:blipFill>
          </p:spPr>
        </p:sp>
      </p:grpSp>
      <p:sp>
        <p:nvSpPr>
          <p:cNvPr name="Freeform 25" id="25"/>
          <p:cNvSpPr/>
          <p:nvPr/>
        </p:nvSpPr>
        <p:spPr>
          <a:xfrm flipH="false" flipV="false" rot="0">
            <a:off x="2679402" y="46911"/>
            <a:ext cx="2151402" cy="1110463"/>
          </a:xfrm>
          <a:custGeom>
            <a:avLst/>
            <a:gdLst/>
            <a:ahLst/>
            <a:cxnLst/>
            <a:rect r="r" b="b" t="t" l="l"/>
            <a:pathLst>
              <a:path h="1110463" w="2151402">
                <a:moveTo>
                  <a:pt x="0" y="0"/>
                </a:moveTo>
                <a:lnTo>
                  <a:pt x="2151402" y="0"/>
                </a:lnTo>
                <a:lnTo>
                  <a:pt x="2151402" y="1110462"/>
                </a:lnTo>
                <a:lnTo>
                  <a:pt x="0" y="111046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26" id="26"/>
          <p:cNvGrpSpPr/>
          <p:nvPr/>
        </p:nvGrpSpPr>
        <p:grpSpPr>
          <a:xfrm rot="0">
            <a:off x="4229376" y="771001"/>
            <a:ext cx="263014" cy="119748"/>
            <a:chOff x="0" y="0"/>
            <a:chExt cx="350685" cy="159664"/>
          </a:xfrm>
        </p:grpSpPr>
        <p:sp>
          <p:nvSpPr>
            <p:cNvPr name="Freeform 27" id="27"/>
            <p:cNvSpPr/>
            <p:nvPr/>
          </p:nvSpPr>
          <p:spPr>
            <a:xfrm flipH="false" flipV="false" rot="0">
              <a:off x="0" y="0"/>
              <a:ext cx="350774" cy="159639"/>
            </a:xfrm>
            <a:custGeom>
              <a:avLst/>
              <a:gdLst/>
              <a:ahLst/>
              <a:cxnLst/>
              <a:rect r="r" b="b" t="t" l="l"/>
              <a:pathLst>
                <a:path h="159639" w="350774">
                  <a:moveTo>
                    <a:pt x="36068" y="36703"/>
                  </a:moveTo>
                  <a:cubicBezTo>
                    <a:pt x="43434" y="36703"/>
                    <a:pt x="49403" y="42672"/>
                    <a:pt x="49403" y="50038"/>
                  </a:cubicBezTo>
                  <a:lnTo>
                    <a:pt x="49403" y="113538"/>
                  </a:lnTo>
                  <a:cubicBezTo>
                    <a:pt x="49403" y="120904"/>
                    <a:pt x="43434" y="126873"/>
                    <a:pt x="36068" y="126873"/>
                  </a:cubicBezTo>
                  <a:cubicBezTo>
                    <a:pt x="28702" y="126873"/>
                    <a:pt x="22733" y="120904"/>
                    <a:pt x="22733" y="113538"/>
                  </a:cubicBezTo>
                  <a:lnTo>
                    <a:pt x="22733" y="50038"/>
                  </a:lnTo>
                  <a:cubicBezTo>
                    <a:pt x="22733" y="42672"/>
                    <a:pt x="28702" y="36703"/>
                    <a:pt x="36068" y="36703"/>
                  </a:cubicBezTo>
                  <a:close/>
                  <a:moveTo>
                    <a:pt x="0" y="0"/>
                  </a:moveTo>
                  <a:lnTo>
                    <a:pt x="381" y="85979"/>
                  </a:lnTo>
                  <a:lnTo>
                    <a:pt x="1905" y="159639"/>
                  </a:lnTo>
                  <a:lnTo>
                    <a:pt x="139700" y="159639"/>
                  </a:lnTo>
                  <a:cubicBezTo>
                    <a:pt x="152146" y="132588"/>
                    <a:pt x="164592" y="105791"/>
                    <a:pt x="177165" y="79121"/>
                  </a:cubicBezTo>
                  <a:cubicBezTo>
                    <a:pt x="189738" y="52451"/>
                    <a:pt x="202311" y="26162"/>
                    <a:pt x="215011" y="0"/>
                  </a:cubicBezTo>
                  <a:lnTo>
                    <a:pt x="79883" y="0"/>
                  </a:lnTo>
                  <a:cubicBezTo>
                    <a:pt x="53213" y="12446"/>
                    <a:pt x="26670" y="25273"/>
                    <a:pt x="127" y="37973"/>
                  </a:cubicBezTo>
                  <a:lnTo>
                    <a:pt x="0" y="0"/>
                  </a:lnTo>
                  <a:close/>
                  <a:moveTo>
                    <a:pt x="323977" y="0"/>
                  </a:moveTo>
                  <a:cubicBezTo>
                    <a:pt x="296545" y="52578"/>
                    <a:pt x="269113" y="105537"/>
                    <a:pt x="241935" y="159639"/>
                  </a:cubicBezTo>
                  <a:lnTo>
                    <a:pt x="350774" y="159639"/>
                  </a:lnTo>
                  <a:lnTo>
                    <a:pt x="350774" y="0"/>
                  </a:lnTo>
                  <a:close/>
                </a:path>
              </a:pathLst>
            </a:custGeom>
            <a:blipFill>
              <a:blip r:embed="rId26"/>
              <a:stretch>
                <a:fillRect l="-601" t="-469" r="-572" b="-668"/>
              </a:stretch>
            </a:blipFill>
          </p:spPr>
        </p:sp>
      </p:grpSp>
      <p:grpSp>
        <p:nvGrpSpPr>
          <p:cNvPr name="Group 28" id="28"/>
          <p:cNvGrpSpPr/>
          <p:nvPr/>
        </p:nvGrpSpPr>
        <p:grpSpPr>
          <a:xfrm rot="0">
            <a:off x="4334199" y="771001"/>
            <a:ext cx="138132" cy="119748"/>
            <a:chOff x="0" y="0"/>
            <a:chExt cx="184175" cy="159664"/>
          </a:xfrm>
        </p:grpSpPr>
        <p:sp>
          <p:nvSpPr>
            <p:cNvPr name="Freeform 29" id="29"/>
            <p:cNvSpPr/>
            <p:nvPr/>
          </p:nvSpPr>
          <p:spPr>
            <a:xfrm flipH="false" flipV="false" rot="0">
              <a:off x="0" y="0"/>
              <a:ext cx="184150" cy="159639"/>
            </a:xfrm>
            <a:custGeom>
              <a:avLst/>
              <a:gdLst/>
              <a:ahLst/>
              <a:cxnLst/>
              <a:rect r="r" b="b" t="t" l="l"/>
              <a:pathLst>
                <a:path h="159639" w="184150">
                  <a:moveTo>
                    <a:pt x="75184" y="0"/>
                  </a:moveTo>
                  <a:cubicBezTo>
                    <a:pt x="62484" y="26162"/>
                    <a:pt x="49911" y="52578"/>
                    <a:pt x="37338" y="79121"/>
                  </a:cubicBezTo>
                  <a:cubicBezTo>
                    <a:pt x="24765" y="105664"/>
                    <a:pt x="12446" y="132588"/>
                    <a:pt x="0" y="159639"/>
                  </a:cubicBezTo>
                  <a:lnTo>
                    <a:pt x="102108" y="159639"/>
                  </a:lnTo>
                  <a:cubicBezTo>
                    <a:pt x="129286" y="105537"/>
                    <a:pt x="156718" y="52578"/>
                    <a:pt x="184150" y="0"/>
                  </a:cubicBezTo>
                  <a:close/>
                </a:path>
              </a:pathLst>
            </a:custGeom>
            <a:blipFill>
              <a:blip r:embed="rId27"/>
              <a:stretch>
                <a:fillRect l="-1406" t="-469" r="-1937" b="-668"/>
              </a:stretch>
            </a:blipFill>
          </p:spPr>
        </p:sp>
      </p:grpSp>
      <p:sp>
        <p:nvSpPr>
          <p:cNvPr name="Freeform 30" id="30"/>
          <p:cNvSpPr/>
          <p:nvPr/>
        </p:nvSpPr>
        <p:spPr>
          <a:xfrm flipH="false" flipV="false" rot="0">
            <a:off x="4246445" y="798547"/>
            <a:ext cx="19993" cy="67656"/>
          </a:xfrm>
          <a:custGeom>
            <a:avLst/>
            <a:gdLst/>
            <a:ahLst/>
            <a:cxnLst/>
            <a:rect r="r" b="b" t="t" l="l"/>
            <a:pathLst>
              <a:path h="67656" w="19993">
                <a:moveTo>
                  <a:pt x="0" y="0"/>
                </a:moveTo>
                <a:lnTo>
                  <a:pt x="19993" y="0"/>
                </a:lnTo>
                <a:lnTo>
                  <a:pt x="19993" y="67657"/>
                </a:lnTo>
                <a:lnTo>
                  <a:pt x="0" y="6765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31" id="31"/>
          <p:cNvGrpSpPr/>
          <p:nvPr/>
        </p:nvGrpSpPr>
        <p:grpSpPr>
          <a:xfrm rot="0">
            <a:off x="4229376" y="771001"/>
            <a:ext cx="59893" cy="28480"/>
            <a:chOff x="0" y="0"/>
            <a:chExt cx="79858" cy="37973"/>
          </a:xfrm>
        </p:grpSpPr>
        <p:sp>
          <p:nvSpPr>
            <p:cNvPr name="Freeform 32" id="32"/>
            <p:cNvSpPr/>
            <p:nvPr/>
          </p:nvSpPr>
          <p:spPr>
            <a:xfrm flipH="false" flipV="false" rot="0">
              <a:off x="0" y="0"/>
              <a:ext cx="79883" cy="37973"/>
            </a:xfrm>
            <a:custGeom>
              <a:avLst/>
              <a:gdLst/>
              <a:ahLst/>
              <a:cxnLst/>
              <a:rect r="r" b="b" t="t" l="l"/>
              <a:pathLst>
                <a:path h="37973" w="79883">
                  <a:moveTo>
                    <a:pt x="0" y="0"/>
                  </a:moveTo>
                  <a:lnTo>
                    <a:pt x="79883" y="0"/>
                  </a:lnTo>
                  <a:lnTo>
                    <a:pt x="79883" y="37973"/>
                  </a:lnTo>
                  <a:lnTo>
                    <a:pt x="0" y="37973"/>
                  </a:lnTo>
                  <a:lnTo>
                    <a:pt x="0" y="0"/>
                  </a:lnTo>
                  <a:close/>
                </a:path>
              </a:pathLst>
            </a:custGeom>
            <a:blipFill>
              <a:blip r:embed="rId30"/>
              <a:stretch>
                <a:fillRect l="0" t="0" r="31" b="0"/>
              </a:stretch>
            </a:blipFill>
          </p:spPr>
        </p:sp>
      </p:grpSp>
      <p:grpSp>
        <p:nvGrpSpPr>
          <p:cNvPr name="Group 33" id="33"/>
          <p:cNvGrpSpPr/>
          <p:nvPr/>
        </p:nvGrpSpPr>
        <p:grpSpPr>
          <a:xfrm rot="0">
            <a:off x="3947722" y="771001"/>
            <a:ext cx="1295" cy="64256"/>
            <a:chOff x="0" y="0"/>
            <a:chExt cx="1295" cy="64249"/>
          </a:xfrm>
        </p:grpSpPr>
        <p:sp>
          <p:nvSpPr>
            <p:cNvPr name="Freeform 34" id="34"/>
            <p:cNvSpPr/>
            <p:nvPr/>
          </p:nvSpPr>
          <p:spPr>
            <a:xfrm flipH="false" flipV="false" rot="0">
              <a:off x="0" y="0"/>
              <a:ext cx="1271" cy="64259"/>
            </a:xfrm>
            <a:custGeom>
              <a:avLst/>
              <a:gdLst/>
              <a:ahLst/>
              <a:cxnLst/>
              <a:rect r="r" b="b" t="t" l="l"/>
              <a:pathLst>
                <a:path h="64259" w="1271">
                  <a:moveTo>
                    <a:pt x="0" y="0"/>
                  </a:moveTo>
                  <a:lnTo>
                    <a:pt x="0" y="762"/>
                  </a:lnTo>
                  <a:lnTo>
                    <a:pt x="1271" y="64259"/>
                  </a:lnTo>
                  <a:lnTo>
                    <a:pt x="1016" y="0"/>
                  </a:lnTo>
                  <a:close/>
                </a:path>
              </a:pathLst>
            </a:custGeom>
            <a:solidFill>
              <a:srgbClr val="000000"/>
            </a:solidFill>
          </p:spPr>
        </p:sp>
      </p:grpSp>
      <p:grpSp>
        <p:nvGrpSpPr>
          <p:cNvPr name="Group 35" id="35"/>
          <p:cNvGrpSpPr/>
          <p:nvPr/>
        </p:nvGrpSpPr>
        <p:grpSpPr>
          <a:xfrm rot="0">
            <a:off x="4130164" y="807958"/>
            <a:ext cx="81629" cy="82791"/>
            <a:chOff x="0" y="0"/>
            <a:chExt cx="108839" cy="110388"/>
          </a:xfrm>
        </p:grpSpPr>
        <p:sp>
          <p:nvSpPr>
            <p:cNvPr name="Freeform 36" id="36"/>
            <p:cNvSpPr/>
            <p:nvPr/>
          </p:nvSpPr>
          <p:spPr>
            <a:xfrm flipH="false" flipV="false" rot="0">
              <a:off x="0" y="0"/>
              <a:ext cx="108839" cy="110363"/>
            </a:xfrm>
            <a:custGeom>
              <a:avLst/>
              <a:gdLst/>
              <a:ahLst/>
              <a:cxnLst/>
              <a:rect r="r" b="b" t="t" l="l"/>
              <a:pathLst>
                <a:path h="110363" w="108839">
                  <a:moveTo>
                    <a:pt x="0" y="0"/>
                  </a:moveTo>
                  <a:lnTo>
                    <a:pt x="108839" y="0"/>
                  </a:lnTo>
                  <a:lnTo>
                    <a:pt x="108839" y="110363"/>
                  </a:lnTo>
                  <a:lnTo>
                    <a:pt x="0" y="110363"/>
                  </a:lnTo>
                  <a:lnTo>
                    <a:pt x="0" y="0"/>
                  </a:lnTo>
                  <a:close/>
                </a:path>
              </a:pathLst>
            </a:custGeom>
            <a:blipFill>
              <a:blip r:embed="rId31"/>
              <a:stretch>
                <a:fillRect l="0" t="0" r="0" b="-23"/>
              </a:stretch>
            </a:blipFill>
          </p:spPr>
        </p:sp>
      </p:grpSp>
      <p:grpSp>
        <p:nvGrpSpPr>
          <p:cNvPr name="Group 37" id="37"/>
          <p:cNvGrpSpPr/>
          <p:nvPr/>
        </p:nvGrpSpPr>
        <p:grpSpPr>
          <a:xfrm rot="0">
            <a:off x="3991356" y="870852"/>
            <a:ext cx="71418" cy="19898"/>
            <a:chOff x="0" y="0"/>
            <a:chExt cx="95225" cy="26530"/>
          </a:xfrm>
        </p:grpSpPr>
        <p:sp>
          <p:nvSpPr>
            <p:cNvPr name="Freeform 38" id="38"/>
            <p:cNvSpPr/>
            <p:nvPr/>
          </p:nvSpPr>
          <p:spPr>
            <a:xfrm flipH="false" flipV="false" rot="0">
              <a:off x="0" y="0"/>
              <a:ext cx="95250" cy="26543"/>
            </a:xfrm>
            <a:custGeom>
              <a:avLst/>
              <a:gdLst/>
              <a:ahLst/>
              <a:cxnLst/>
              <a:rect r="r" b="b" t="t" l="l"/>
              <a:pathLst>
                <a:path h="26543" w="95250">
                  <a:moveTo>
                    <a:pt x="0" y="0"/>
                  </a:moveTo>
                  <a:lnTo>
                    <a:pt x="95250" y="0"/>
                  </a:lnTo>
                  <a:lnTo>
                    <a:pt x="95250" y="26543"/>
                  </a:lnTo>
                  <a:lnTo>
                    <a:pt x="0" y="26543"/>
                  </a:lnTo>
                  <a:lnTo>
                    <a:pt x="0" y="0"/>
                  </a:lnTo>
                  <a:close/>
                </a:path>
              </a:pathLst>
            </a:custGeom>
            <a:blipFill>
              <a:blip r:embed="rId32"/>
              <a:stretch>
                <a:fillRect l="0" t="0" r="26" b="47"/>
              </a:stretch>
            </a:blipFill>
          </p:spPr>
        </p:sp>
      </p:grpSp>
      <p:grpSp>
        <p:nvGrpSpPr>
          <p:cNvPr name="Group 39" id="39"/>
          <p:cNvGrpSpPr/>
          <p:nvPr/>
        </p:nvGrpSpPr>
        <p:grpSpPr>
          <a:xfrm rot="0">
            <a:off x="4053564" y="832114"/>
            <a:ext cx="106432" cy="58636"/>
            <a:chOff x="0" y="0"/>
            <a:chExt cx="141910" cy="78181"/>
          </a:xfrm>
        </p:grpSpPr>
        <p:sp>
          <p:nvSpPr>
            <p:cNvPr name="Freeform 40" id="40"/>
            <p:cNvSpPr/>
            <p:nvPr/>
          </p:nvSpPr>
          <p:spPr>
            <a:xfrm flipH="false" flipV="false" rot="0">
              <a:off x="0" y="0"/>
              <a:ext cx="141859" cy="78232"/>
            </a:xfrm>
            <a:custGeom>
              <a:avLst/>
              <a:gdLst/>
              <a:ahLst/>
              <a:cxnLst/>
              <a:rect r="r" b="b" t="t" l="l"/>
              <a:pathLst>
                <a:path h="78232" w="141859">
                  <a:moveTo>
                    <a:pt x="0" y="0"/>
                  </a:moveTo>
                  <a:lnTo>
                    <a:pt x="141859" y="0"/>
                  </a:lnTo>
                  <a:lnTo>
                    <a:pt x="141859" y="78232"/>
                  </a:lnTo>
                  <a:lnTo>
                    <a:pt x="0" y="78232"/>
                  </a:lnTo>
                  <a:lnTo>
                    <a:pt x="0" y="0"/>
                  </a:lnTo>
                  <a:close/>
                </a:path>
              </a:pathLst>
            </a:custGeom>
            <a:blipFill>
              <a:blip r:embed="rId33"/>
              <a:stretch>
                <a:fillRect l="0" t="0" r="-35" b="64"/>
              </a:stretch>
            </a:blipFill>
          </p:spPr>
        </p:sp>
      </p:grpSp>
      <p:sp>
        <p:nvSpPr>
          <p:cNvPr name="Freeform 41" id="41"/>
          <p:cNvSpPr/>
          <p:nvPr/>
        </p:nvSpPr>
        <p:spPr>
          <a:xfrm flipH="false" flipV="false" rot="0">
            <a:off x="4175636" y="815645"/>
            <a:ext cx="19993" cy="50559"/>
          </a:xfrm>
          <a:custGeom>
            <a:avLst/>
            <a:gdLst/>
            <a:ahLst/>
            <a:cxnLst/>
            <a:rect r="r" b="b" t="t" l="l"/>
            <a:pathLst>
              <a:path h="50559" w="19993">
                <a:moveTo>
                  <a:pt x="0" y="0"/>
                </a:moveTo>
                <a:lnTo>
                  <a:pt x="19993" y="0"/>
                </a:lnTo>
                <a:lnTo>
                  <a:pt x="19993" y="50559"/>
                </a:lnTo>
                <a:lnTo>
                  <a:pt x="0" y="50559"/>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grpSp>
        <p:nvGrpSpPr>
          <p:cNvPr name="Group 42" id="42"/>
          <p:cNvGrpSpPr/>
          <p:nvPr/>
        </p:nvGrpSpPr>
        <p:grpSpPr>
          <a:xfrm rot="0">
            <a:off x="3948741" y="771001"/>
            <a:ext cx="305" cy="64494"/>
            <a:chOff x="0" y="0"/>
            <a:chExt cx="406" cy="85992"/>
          </a:xfrm>
        </p:grpSpPr>
        <p:sp>
          <p:nvSpPr>
            <p:cNvPr name="Freeform 43" id="43"/>
            <p:cNvSpPr/>
            <p:nvPr/>
          </p:nvSpPr>
          <p:spPr>
            <a:xfrm flipH="false" flipV="false" rot="0">
              <a:off x="0" y="0"/>
              <a:ext cx="381" cy="86106"/>
            </a:xfrm>
            <a:custGeom>
              <a:avLst/>
              <a:gdLst/>
              <a:ahLst/>
              <a:cxnLst/>
              <a:rect r="r" b="b" t="t" l="l"/>
              <a:pathLst>
                <a:path h="86106" w="381">
                  <a:moveTo>
                    <a:pt x="0" y="0"/>
                  </a:moveTo>
                  <a:lnTo>
                    <a:pt x="381" y="85725"/>
                  </a:lnTo>
                  <a:lnTo>
                    <a:pt x="381" y="86106"/>
                  </a:lnTo>
                  <a:lnTo>
                    <a:pt x="0" y="0"/>
                  </a:lnTo>
                  <a:close/>
                </a:path>
              </a:pathLst>
            </a:custGeom>
            <a:blipFill>
              <a:blip r:embed="rId36"/>
              <a:stretch>
                <a:fillRect l="-803333" t="-870" r="-86666" b="-3495"/>
              </a:stretch>
            </a:blipFill>
          </p:spPr>
        </p:sp>
      </p:grpSp>
      <p:grpSp>
        <p:nvGrpSpPr>
          <p:cNvPr name="Group 44" id="44"/>
          <p:cNvGrpSpPr/>
          <p:nvPr/>
        </p:nvGrpSpPr>
        <p:grpSpPr>
          <a:xfrm rot="0">
            <a:off x="3948741" y="771001"/>
            <a:ext cx="263042" cy="119748"/>
            <a:chOff x="0" y="0"/>
            <a:chExt cx="350723" cy="159664"/>
          </a:xfrm>
        </p:grpSpPr>
        <p:sp>
          <p:nvSpPr>
            <p:cNvPr name="Freeform 45" id="45"/>
            <p:cNvSpPr/>
            <p:nvPr/>
          </p:nvSpPr>
          <p:spPr>
            <a:xfrm flipH="false" flipV="false" rot="0">
              <a:off x="0" y="0"/>
              <a:ext cx="350774" cy="159639"/>
            </a:xfrm>
            <a:custGeom>
              <a:avLst/>
              <a:gdLst/>
              <a:ahLst/>
              <a:cxnLst/>
              <a:rect r="r" b="b" t="t" l="l"/>
              <a:pathLst>
                <a:path h="159639" w="350774">
                  <a:moveTo>
                    <a:pt x="323977" y="0"/>
                  </a:moveTo>
                  <a:cubicBezTo>
                    <a:pt x="309880" y="27051"/>
                    <a:pt x="295783" y="54102"/>
                    <a:pt x="281686" y="81534"/>
                  </a:cubicBezTo>
                  <a:cubicBezTo>
                    <a:pt x="288671" y="78359"/>
                    <a:pt x="295529" y="75184"/>
                    <a:pt x="302514" y="72009"/>
                  </a:cubicBezTo>
                  <a:lnTo>
                    <a:pt x="302514" y="50038"/>
                  </a:lnTo>
                  <a:cubicBezTo>
                    <a:pt x="302514" y="42672"/>
                    <a:pt x="308483" y="36703"/>
                    <a:pt x="315849" y="36703"/>
                  </a:cubicBezTo>
                  <a:cubicBezTo>
                    <a:pt x="323215" y="36703"/>
                    <a:pt x="329184" y="42672"/>
                    <a:pt x="329184" y="50038"/>
                  </a:cubicBezTo>
                  <a:lnTo>
                    <a:pt x="329184" y="59563"/>
                  </a:lnTo>
                  <a:cubicBezTo>
                    <a:pt x="336423" y="56134"/>
                    <a:pt x="343535" y="52705"/>
                    <a:pt x="350774" y="49276"/>
                  </a:cubicBezTo>
                  <a:lnTo>
                    <a:pt x="350774" y="0"/>
                  </a:lnTo>
                  <a:close/>
                  <a:moveTo>
                    <a:pt x="0" y="0"/>
                  </a:moveTo>
                  <a:lnTo>
                    <a:pt x="381" y="85979"/>
                  </a:lnTo>
                  <a:lnTo>
                    <a:pt x="1905" y="159639"/>
                  </a:lnTo>
                  <a:lnTo>
                    <a:pt x="56769" y="159639"/>
                  </a:lnTo>
                  <a:cubicBezTo>
                    <a:pt x="88900" y="152400"/>
                    <a:pt x="120650" y="143510"/>
                    <a:pt x="152019" y="133096"/>
                  </a:cubicBezTo>
                  <a:cubicBezTo>
                    <a:pt x="160401" y="115062"/>
                    <a:pt x="168783" y="97028"/>
                    <a:pt x="177165" y="79121"/>
                  </a:cubicBezTo>
                  <a:cubicBezTo>
                    <a:pt x="189738" y="52451"/>
                    <a:pt x="202311" y="26162"/>
                    <a:pt x="215011" y="0"/>
                  </a:cubicBezTo>
                  <a:close/>
                </a:path>
              </a:pathLst>
            </a:custGeom>
            <a:blipFill>
              <a:blip r:embed="rId37"/>
              <a:stretch>
                <a:fillRect l="-923" t="-469" r="-249" b="-668"/>
              </a:stretch>
            </a:blipFill>
          </p:spPr>
        </p:sp>
      </p:grpSp>
      <p:grpSp>
        <p:nvGrpSpPr>
          <p:cNvPr name="Group 46" id="46"/>
          <p:cNvGrpSpPr/>
          <p:nvPr/>
        </p:nvGrpSpPr>
        <p:grpSpPr>
          <a:xfrm rot="0">
            <a:off x="4062774" y="771001"/>
            <a:ext cx="128930" cy="99851"/>
            <a:chOff x="0" y="0"/>
            <a:chExt cx="171907" cy="133134"/>
          </a:xfrm>
        </p:grpSpPr>
        <p:sp>
          <p:nvSpPr>
            <p:cNvPr name="Freeform 47" id="47"/>
            <p:cNvSpPr/>
            <p:nvPr/>
          </p:nvSpPr>
          <p:spPr>
            <a:xfrm flipH="false" flipV="false" rot="0">
              <a:off x="0" y="0"/>
              <a:ext cx="171958" cy="133096"/>
            </a:xfrm>
            <a:custGeom>
              <a:avLst/>
              <a:gdLst/>
              <a:ahLst/>
              <a:cxnLst/>
              <a:rect r="r" b="b" t="t" l="l"/>
              <a:pathLst>
                <a:path h="133096" w="171958">
                  <a:moveTo>
                    <a:pt x="0" y="0"/>
                  </a:moveTo>
                  <a:lnTo>
                    <a:pt x="171958" y="0"/>
                  </a:lnTo>
                  <a:lnTo>
                    <a:pt x="171958" y="133096"/>
                  </a:lnTo>
                  <a:lnTo>
                    <a:pt x="0" y="133096"/>
                  </a:lnTo>
                  <a:lnTo>
                    <a:pt x="0" y="0"/>
                  </a:lnTo>
                  <a:close/>
                </a:path>
              </a:pathLst>
            </a:custGeom>
            <a:blipFill>
              <a:blip r:embed="rId38"/>
              <a:stretch>
                <a:fillRect l="0" t="0" r="29" b="-28"/>
              </a:stretch>
            </a:blipFill>
          </p:spPr>
        </p:sp>
      </p:grpSp>
      <p:grpSp>
        <p:nvGrpSpPr>
          <p:cNvPr name="Group 48" id="48"/>
          <p:cNvGrpSpPr/>
          <p:nvPr/>
        </p:nvGrpSpPr>
        <p:grpSpPr>
          <a:xfrm rot="0">
            <a:off x="4175636" y="798547"/>
            <a:ext cx="19993" cy="26451"/>
            <a:chOff x="0" y="0"/>
            <a:chExt cx="26657" cy="35268"/>
          </a:xfrm>
        </p:grpSpPr>
        <p:sp>
          <p:nvSpPr>
            <p:cNvPr name="Freeform 49" id="49"/>
            <p:cNvSpPr/>
            <p:nvPr/>
          </p:nvSpPr>
          <p:spPr>
            <a:xfrm flipH="false" flipV="false" rot="0">
              <a:off x="0" y="0"/>
              <a:ext cx="26670" cy="35306"/>
            </a:xfrm>
            <a:custGeom>
              <a:avLst/>
              <a:gdLst/>
              <a:ahLst/>
              <a:cxnLst/>
              <a:rect r="r" b="b" t="t" l="l"/>
              <a:pathLst>
                <a:path h="35306" w="26670">
                  <a:moveTo>
                    <a:pt x="0" y="0"/>
                  </a:moveTo>
                  <a:lnTo>
                    <a:pt x="26670" y="0"/>
                  </a:lnTo>
                  <a:lnTo>
                    <a:pt x="26670" y="35306"/>
                  </a:lnTo>
                  <a:lnTo>
                    <a:pt x="0" y="35306"/>
                  </a:lnTo>
                  <a:lnTo>
                    <a:pt x="0" y="0"/>
                  </a:lnTo>
                  <a:close/>
                </a:path>
              </a:pathLst>
            </a:custGeom>
            <a:blipFill>
              <a:blip r:embed="rId39"/>
              <a:stretch>
                <a:fillRect l="0" t="0" r="47" b="107"/>
              </a:stretch>
            </a:blipFill>
          </p:spPr>
        </p:sp>
      </p:grpSp>
      <p:sp>
        <p:nvSpPr>
          <p:cNvPr name="Freeform 50" id="50"/>
          <p:cNvSpPr/>
          <p:nvPr/>
        </p:nvSpPr>
        <p:spPr>
          <a:xfrm flipH="false" flipV="false" rot="0">
            <a:off x="-63503" y="-63503"/>
            <a:ext cx="7689847" cy="2000469"/>
          </a:xfrm>
          <a:custGeom>
            <a:avLst/>
            <a:gdLst/>
            <a:ahLst/>
            <a:cxnLst/>
            <a:rect r="r" b="b" t="t" l="l"/>
            <a:pathLst>
              <a:path h="2000469" w="7689847">
                <a:moveTo>
                  <a:pt x="0" y="0"/>
                </a:moveTo>
                <a:lnTo>
                  <a:pt x="7689847" y="0"/>
                </a:lnTo>
                <a:lnTo>
                  <a:pt x="7689847" y="2000469"/>
                </a:lnTo>
                <a:lnTo>
                  <a:pt x="0" y="2000469"/>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grpSp>
        <p:nvGrpSpPr>
          <p:cNvPr name="Group 51" id="51"/>
          <p:cNvGrpSpPr/>
          <p:nvPr/>
        </p:nvGrpSpPr>
        <p:grpSpPr>
          <a:xfrm rot="0">
            <a:off x="-63503" y="8654739"/>
            <a:ext cx="7689847" cy="2105339"/>
            <a:chOff x="0" y="0"/>
            <a:chExt cx="7689850" cy="2105342"/>
          </a:xfrm>
        </p:grpSpPr>
        <p:sp>
          <p:nvSpPr>
            <p:cNvPr name="Freeform 52" id="52"/>
            <p:cNvSpPr/>
            <p:nvPr/>
          </p:nvSpPr>
          <p:spPr>
            <a:xfrm flipH="false" flipV="false" rot="0">
              <a:off x="129159" y="63500"/>
              <a:ext cx="590296" cy="1767969"/>
            </a:xfrm>
            <a:custGeom>
              <a:avLst/>
              <a:gdLst/>
              <a:ahLst/>
              <a:cxnLst/>
              <a:rect r="r" b="b" t="t" l="l"/>
              <a:pathLst>
                <a:path h="1767969" w="590296">
                  <a:moveTo>
                    <a:pt x="0" y="1767969"/>
                  </a:moveTo>
                  <a:lnTo>
                    <a:pt x="590296" y="1767969"/>
                  </a:lnTo>
                  <a:lnTo>
                    <a:pt x="590296" y="0"/>
                  </a:lnTo>
                  <a:lnTo>
                    <a:pt x="0" y="0"/>
                  </a:lnTo>
                  <a:close/>
                </a:path>
              </a:pathLst>
            </a:custGeom>
            <a:solidFill>
              <a:srgbClr val="000000">
                <a:alpha val="0"/>
              </a:srgbClr>
            </a:solidFill>
          </p:spPr>
        </p:sp>
        <p:sp>
          <p:nvSpPr>
            <p:cNvPr name="Freeform 53" id="53"/>
            <p:cNvSpPr/>
            <p:nvPr/>
          </p:nvSpPr>
          <p:spPr>
            <a:xfrm flipH="false" flipV="false" rot="0">
              <a:off x="6029706" y="893700"/>
              <a:ext cx="859028" cy="980187"/>
            </a:xfrm>
            <a:custGeom>
              <a:avLst/>
              <a:gdLst/>
              <a:ahLst/>
              <a:cxnLst/>
              <a:rect r="r" b="b" t="t" l="l"/>
              <a:pathLst>
                <a:path h="980187" w="859028">
                  <a:moveTo>
                    <a:pt x="0" y="980187"/>
                  </a:moveTo>
                  <a:lnTo>
                    <a:pt x="859028" y="980187"/>
                  </a:lnTo>
                  <a:lnTo>
                    <a:pt x="859028" y="0"/>
                  </a:lnTo>
                  <a:lnTo>
                    <a:pt x="0" y="0"/>
                  </a:lnTo>
                  <a:close/>
                </a:path>
              </a:pathLst>
            </a:custGeom>
            <a:solidFill>
              <a:srgbClr val="000000">
                <a:alpha val="0"/>
              </a:srgbClr>
            </a:solidFill>
          </p:spPr>
        </p:sp>
        <p:sp>
          <p:nvSpPr>
            <p:cNvPr name="Freeform 54" id="54"/>
            <p:cNvSpPr/>
            <p:nvPr/>
          </p:nvSpPr>
          <p:spPr>
            <a:xfrm flipH="false" flipV="false" rot="0">
              <a:off x="6433566" y="893573"/>
              <a:ext cx="1192784" cy="1148208"/>
            </a:xfrm>
            <a:custGeom>
              <a:avLst/>
              <a:gdLst/>
              <a:ahLst/>
              <a:cxnLst/>
              <a:rect r="r" b="b" t="t" l="l"/>
              <a:pathLst>
                <a:path h="1148208" w="1192784">
                  <a:moveTo>
                    <a:pt x="0" y="0"/>
                  </a:moveTo>
                  <a:lnTo>
                    <a:pt x="0" y="1148208"/>
                  </a:lnTo>
                  <a:lnTo>
                    <a:pt x="1192784" y="1148208"/>
                  </a:lnTo>
                  <a:lnTo>
                    <a:pt x="1192784" y="0"/>
                  </a:lnTo>
                  <a:close/>
                </a:path>
              </a:pathLst>
            </a:custGeom>
            <a:solidFill>
              <a:srgbClr val="000000">
                <a:alpha val="0"/>
              </a:srgbClr>
            </a:solidFill>
          </p:spPr>
        </p:sp>
        <p:sp>
          <p:nvSpPr>
            <p:cNvPr name="Freeform 55" id="55"/>
            <p:cNvSpPr/>
            <p:nvPr/>
          </p:nvSpPr>
          <p:spPr>
            <a:xfrm flipH="false" flipV="false" rot="0">
              <a:off x="2153412" y="947548"/>
              <a:ext cx="529844" cy="937769"/>
            </a:xfrm>
            <a:custGeom>
              <a:avLst/>
              <a:gdLst/>
              <a:ahLst/>
              <a:cxnLst/>
              <a:rect r="r" b="b" t="t" l="l"/>
              <a:pathLst>
                <a:path h="937769" w="529844">
                  <a:moveTo>
                    <a:pt x="0" y="937769"/>
                  </a:moveTo>
                  <a:lnTo>
                    <a:pt x="529844" y="937769"/>
                  </a:lnTo>
                  <a:lnTo>
                    <a:pt x="529844" y="0"/>
                  </a:lnTo>
                  <a:lnTo>
                    <a:pt x="0" y="0"/>
                  </a:lnTo>
                  <a:close/>
                </a:path>
              </a:pathLst>
            </a:custGeom>
            <a:solidFill>
              <a:srgbClr val="000000">
                <a:alpha val="0"/>
              </a:srgbClr>
            </a:solidFill>
          </p:spPr>
        </p:sp>
        <p:sp>
          <p:nvSpPr>
            <p:cNvPr name="Freeform 56" id="56"/>
            <p:cNvSpPr/>
            <p:nvPr/>
          </p:nvSpPr>
          <p:spPr>
            <a:xfrm flipH="false" flipV="false" rot="0">
              <a:off x="3812667" y="947548"/>
              <a:ext cx="856996" cy="926339"/>
            </a:xfrm>
            <a:custGeom>
              <a:avLst/>
              <a:gdLst/>
              <a:ahLst/>
              <a:cxnLst/>
              <a:rect r="r" b="b" t="t" l="l"/>
              <a:pathLst>
                <a:path h="926339" w="856996">
                  <a:moveTo>
                    <a:pt x="0" y="926339"/>
                  </a:moveTo>
                  <a:lnTo>
                    <a:pt x="856996" y="926339"/>
                  </a:lnTo>
                  <a:lnTo>
                    <a:pt x="856996" y="0"/>
                  </a:lnTo>
                  <a:lnTo>
                    <a:pt x="0" y="0"/>
                  </a:lnTo>
                  <a:close/>
                </a:path>
              </a:pathLst>
            </a:custGeom>
            <a:solidFill>
              <a:srgbClr val="000000">
                <a:alpha val="0"/>
              </a:srgbClr>
            </a:solidFill>
          </p:spPr>
        </p:sp>
        <p:sp>
          <p:nvSpPr>
            <p:cNvPr name="Freeform 57" id="57"/>
            <p:cNvSpPr/>
            <p:nvPr/>
          </p:nvSpPr>
          <p:spPr>
            <a:xfrm flipH="false" flipV="false" rot="0">
              <a:off x="63500" y="1873887"/>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8" id="58"/>
          <p:cNvSpPr txBox="true"/>
          <p:nvPr/>
        </p:nvSpPr>
        <p:spPr>
          <a:xfrm rot="0">
            <a:off x="2129171" y="1317469"/>
            <a:ext cx="3370488" cy="498881"/>
          </a:xfrm>
          <a:prstGeom prst="rect">
            <a:avLst/>
          </a:prstGeom>
        </p:spPr>
        <p:txBody>
          <a:bodyPr anchor="t" rtlCol="false" tIns="0" lIns="0" bIns="0" rIns="0">
            <a:spAutoFit/>
          </a:bodyPr>
          <a:lstStyle/>
          <a:p>
            <a:pPr algn="l">
              <a:lnSpc>
                <a:spcPts val="4060"/>
              </a:lnSpc>
            </a:pPr>
            <a:r>
              <a:rPr lang="en-US" sz="2900">
                <a:solidFill>
                  <a:srgbClr val="192072"/>
                </a:solidFill>
                <a:latin typeface="Calistoga"/>
                <a:ea typeface="Calistoga"/>
                <a:cs typeface="Calistoga"/>
                <a:sym typeface="Calistoga"/>
              </a:rPr>
              <a:t>COMPANY PROFILE</a:t>
            </a:r>
          </a:p>
        </p:txBody>
      </p:sp>
      <p:sp>
        <p:nvSpPr>
          <p:cNvPr name="TextBox 59" id="59"/>
          <p:cNvSpPr txBox="true"/>
          <p:nvPr/>
        </p:nvSpPr>
        <p:spPr>
          <a:xfrm rot="0">
            <a:off x="394859" y="2396090"/>
            <a:ext cx="6991293" cy="6347812"/>
          </a:xfrm>
          <a:prstGeom prst="rect">
            <a:avLst/>
          </a:prstGeom>
        </p:spPr>
        <p:txBody>
          <a:bodyPr anchor="t" rtlCol="false" tIns="0" lIns="0" bIns="0" rIns="0">
            <a:spAutoFit/>
          </a:bodyPr>
          <a:lstStyle/>
          <a:p>
            <a:pPr algn="ctr">
              <a:lnSpc>
                <a:spcPts val="2925"/>
              </a:lnSpc>
            </a:pPr>
            <a:r>
              <a:rPr lang="en-US" b="true" sz="2112">
                <a:solidFill>
                  <a:srgbClr val="206832"/>
                </a:solidFill>
                <a:latin typeface="Poppins Bold"/>
                <a:ea typeface="Poppins Bold"/>
                <a:cs typeface="Poppins Bold"/>
                <a:sym typeface="Poppins Bold"/>
              </a:rPr>
              <a:t>SABTA TRADING CO. LLC</a:t>
            </a:r>
            <a:r>
              <a:rPr lang="en-US" sz="2112">
                <a:solidFill>
                  <a:srgbClr val="000000"/>
                </a:solidFill>
                <a:latin typeface="Poppins"/>
                <a:ea typeface="Poppins"/>
                <a:cs typeface="Poppins"/>
                <a:sym typeface="Poppins"/>
              </a:rPr>
              <a:t>,</a:t>
            </a:r>
            <a:r>
              <a:rPr lang="en-US" b="true" sz="2112">
                <a:solidFill>
                  <a:srgbClr val="000000"/>
                </a:solidFill>
                <a:latin typeface="Poppins Bold"/>
                <a:ea typeface="Poppins Bold"/>
                <a:cs typeface="Poppins Bold"/>
                <a:sym typeface="Poppins Bold"/>
              </a:rPr>
              <a:t> A Dubai-based company founded in 1994</a:t>
            </a:r>
            <a:r>
              <a:rPr lang="en-US" sz="2112">
                <a:solidFill>
                  <a:srgbClr val="000000"/>
                </a:solidFill>
                <a:latin typeface="Poppins"/>
                <a:ea typeface="Poppins"/>
                <a:cs typeface="Poppins"/>
                <a:sym typeface="Poppins"/>
              </a:rPr>
              <a:t> as a Fastener Distributor Catering all types of fasteners mainly to Automotive, Manufacturing, Marine and Oilfield Industries. With vast expertise and knowledge throughout these years we have set standards for customer service by providing them with solutions to their problems.</a:t>
            </a:r>
          </a:p>
          <a:p>
            <a:pPr algn="ctr" rtl="true">
              <a:lnSpc>
                <a:spcPts val="2925"/>
              </a:lnSpc>
            </a:pPr>
          </a:p>
          <a:p>
            <a:pPr algn="ctr">
              <a:lnSpc>
                <a:spcPts val="2925"/>
              </a:lnSpc>
            </a:pPr>
            <a:r>
              <a:rPr lang="en-US" sz="2112">
                <a:solidFill>
                  <a:srgbClr val="000000"/>
                </a:solidFill>
                <a:latin typeface="Poppins"/>
                <a:ea typeface="Poppins"/>
                <a:cs typeface="Poppins"/>
                <a:sym typeface="Poppins"/>
              </a:rPr>
              <a:t>We have succeeded in our industry due to our commitment, efficiency and determination in providing Quality products with a huge inventory of 16000 items in stock and competitive pricing. Our products get updated regularly to meet our valued clients demands.</a:t>
            </a:r>
          </a:p>
          <a:p>
            <a:pPr algn="ctr" rtl="true">
              <a:lnSpc>
                <a:spcPts val="2925"/>
              </a:lnSpc>
            </a:pPr>
          </a:p>
          <a:p>
            <a:pPr algn="ctr">
              <a:lnSpc>
                <a:spcPts val="2925"/>
              </a:lnSpc>
            </a:pPr>
            <a:r>
              <a:rPr lang="en-US" sz="2112">
                <a:solidFill>
                  <a:srgbClr val="000000"/>
                </a:solidFill>
                <a:latin typeface="Poppins"/>
                <a:ea typeface="Poppins"/>
                <a:cs typeface="Poppins"/>
                <a:sym typeface="Poppins"/>
              </a:rPr>
              <a:t>With our dedicated list of suppliers, we can source you any type of Fasteners, which is not available in Ready stock.</a:t>
            </a:r>
          </a:p>
        </p:txBody>
      </p:sp>
      <p:sp>
        <p:nvSpPr>
          <p:cNvPr name="TextBox 60" id="60"/>
          <p:cNvSpPr txBox="true"/>
          <p:nvPr/>
        </p:nvSpPr>
        <p:spPr>
          <a:xfrm rot="0">
            <a:off x="7211473" y="10145220"/>
            <a:ext cx="14618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947747" y="108728"/>
            <a:ext cx="6398895" cy="2003831"/>
          </a:xfrm>
          <a:custGeom>
            <a:avLst/>
            <a:gdLst/>
            <a:ahLst/>
            <a:cxnLst/>
            <a:rect r="r" b="b" t="t" l="l"/>
            <a:pathLst>
              <a:path h="2003831" w="6398895">
                <a:moveTo>
                  <a:pt x="0" y="0"/>
                </a:moveTo>
                <a:lnTo>
                  <a:pt x="6398895" y="0"/>
                </a:lnTo>
                <a:lnTo>
                  <a:pt x="6398895" y="2003831"/>
                </a:lnTo>
                <a:lnTo>
                  <a:pt x="0" y="20038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24854" y="2449925"/>
            <a:ext cx="2896695" cy="1867595"/>
            <a:chOff x="0" y="0"/>
            <a:chExt cx="3862260" cy="2490127"/>
          </a:xfrm>
        </p:grpSpPr>
        <p:sp>
          <p:nvSpPr>
            <p:cNvPr name="Freeform 6" id="6"/>
            <p:cNvSpPr/>
            <p:nvPr/>
          </p:nvSpPr>
          <p:spPr>
            <a:xfrm flipH="false" flipV="false" rot="0">
              <a:off x="0" y="0"/>
              <a:ext cx="3862197" cy="2490089"/>
            </a:xfrm>
            <a:custGeom>
              <a:avLst/>
              <a:gdLst/>
              <a:ahLst/>
              <a:cxnLst/>
              <a:rect r="r" b="b" t="t" l="l"/>
              <a:pathLst>
                <a:path h="2490089" w="3862197">
                  <a:moveTo>
                    <a:pt x="0" y="0"/>
                  </a:moveTo>
                  <a:lnTo>
                    <a:pt x="3862197" y="0"/>
                  </a:lnTo>
                  <a:lnTo>
                    <a:pt x="3862197" y="2490089"/>
                  </a:lnTo>
                  <a:lnTo>
                    <a:pt x="0" y="2490089"/>
                  </a:lnTo>
                  <a:lnTo>
                    <a:pt x="0" y="0"/>
                  </a:lnTo>
                  <a:close/>
                </a:path>
              </a:pathLst>
            </a:custGeom>
            <a:blipFill>
              <a:blip r:embed="rId5"/>
              <a:stretch>
                <a:fillRect l="0" t="0" r="-1" b="-1"/>
              </a:stretch>
            </a:blipFill>
          </p:spPr>
        </p:sp>
      </p:grpSp>
      <p:grpSp>
        <p:nvGrpSpPr>
          <p:cNvPr name="Group 7" id="7"/>
          <p:cNvGrpSpPr/>
          <p:nvPr/>
        </p:nvGrpSpPr>
        <p:grpSpPr>
          <a:xfrm rot="0">
            <a:off x="4510830" y="4733849"/>
            <a:ext cx="2896695" cy="2220163"/>
            <a:chOff x="0" y="0"/>
            <a:chExt cx="3862260" cy="2960218"/>
          </a:xfrm>
        </p:grpSpPr>
        <p:sp>
          <p:nvSpPr>
            <p:cNvPr name="Freeform 8" id="8"/>
            <p:cNvSpPr/>
            <p:nvPr/>
          </p:nvSpPr>
          <p:spPr>
            <a:xfrm flipH="false" flipV="false" rot="0">
              <a:off x="0" y="0"/>
              <a:ext cx="3862197" cy="2960243"/>
            </a:xfrm>
            <a:custGeom>
              <a:avLst/>
              <a:gdLst/>
              <a:ahLst/>
              <a:cxnLst/>
              <a:rect r="r" b="b" t="t" l="l"/>
              <a:pathLst>
                <a:path h="2960243" w="3862197">
                  <a:moveTo>
                    <a:pt x="0" y="0"/>
                  </a:moveTo>
                  <a:lnTo>
                    <a:pt x="3862197" y="0"/>
                  </a:lnTo>
                  <a:lnTo>
                    <a:pt x="3862197" y="2960243"/>
                  </a:lnTo>
                  <a:lnTo>
                    <a:pt x="0" y="2960243"/>
                  </a:lnTo>
                  <a:lnTo>
                    <a:pt x="0" y="0"/>
                  </a:lnTo>
                  <a:close/>
                </a:path>
              </a:pathLst>
            </a:custGeom>
            <a:blipFill>
              <a:blip r:embed="rId6"/>
              <a:stretch>
                <a:fillRect l="-249" t="0" r="-103" b="0"/>
              </a:stretch>
            </a:blipFill>
          </p:spPr>
        </p:sp>
      </p:grpSp>
      <p:grpSp>
        <p:nvGrpSpPr>
          <p:cNvPr name="Group 9" id="9"/>
          <p:cNvGrpSpPr/>
          <p:nvPr/>
        </p:nvGrpSpPr>
        <p:grpSpPr>
          <a:xfrm rot="0">
            <a:off x="288274" y="7201376"/>
            <a:ext cx="3125391" cy="2305907"/>
            <a:chOff x="0" y="0"/>
            <a:chExt cx="4167188" cy="3074543"/>
          </a:xfrm>
        </p:grpSpPr>
        <p:sp>
          <p:nvSpPr>
            <p:cNvPr name="Freeform 10" id="10"/>
            <p:cNvSpPr/>
            <p:nvPr/>
          </p:nvSpPr>
          <p:spPr>
            <a:xfrm flipH="false" flipV="false" rot="0">
              <a:off x="0" y="0"/>
              <a:ext cx="4167124" cy="3074543"/>
            </a:xfrm>
            <a:custGeom>
              <a:avLst/>
              <a:gdLst/>
              <a:ahLst/>
              <a:cxnLst/>
              <a:rect r="r" b="b" t="t" l="l"/>
              <a:pathLst>
                <a:path h="3074543" w="4167124">
                  <a:moveTo>
                    <a:pt x="0" y="0"/>
                  </a:moveTo>
                  <a:lnTo>
                    <a:pt x="4167124" y="0"/>
                  </a:lnTo>
                  <a:lnTo>
                    <a:pt x="4167124" y="3074543"/>
                  </a:lnTo>
                  <a:lnTo>
                    <a:pt x="0" y="3074543"/>
                  </a:lnTo>
                  <a:lnTo>
                    <a:pt x="0" y="0"/>
                  </a:lnTo>
                  <a:close/>
                </a:path>
              </a:pathLst>
            </a:custGeom>
            <a:blipFill>
              <a:blip r:embed="rId7"/>
              <a:stretch>
                <a:fillRect l="0" t="0" r="-1" b="0"/>
              </a:stretch>
            </a:blipFill>
          </p:spPr>
        </p:sp>
      </p:grpSp>
      <p:sp>
        <p:nvSpPr>
          <p:cNvPr name="Freeform 11" id="11"/>
          <p:cNvSpPr/>
          <p:nvPr/>
        </p:nvSpPr>
        <p:spPr>
          <a:xfrm flipH="false" flipV="false" rot="0">
            <a:off x="224580" y="6830339"/>
            <a:ext cx="4514774" cy="186785"/>
          </a:xfrm>
          <a:custGeom>
            <a:avLst/>
            <a:gdLst/>
            <a:ahLst/>
            <a:cxnLst/>
            <a:rect r="r" b="b" t="t" l="l"/>
            <a:pathLst>
              <a:path h="186785" w="4514774">
                <a:moveTo>
                  <a:pt x="0" y="0"/>
                </a:moveTo>
                <a:lnTo>
                  <a:pt x="4514774" y="0"/>
                </a:lnTo>
                <a:lnTo>
                  <a:pt x="4514774" y="186786"/>
                </a:lnTo>
                <a:lnTo>
                  <a:pt x="0" y="1867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63503" y="-63503"/>
            <a:ext cx="7692133" cy="1461640"/>
            <a:chOff x="0" y="0"/>
            <a:chExt cx="7692136" cy="1461630"/>
          </a:xfrm>
        </p:grpSpPr>
        <p:sp>
          <p:nvSpPr>
            <p:cNvPr name="Freeform 13" id="13"/>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4" id="14"/>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5" id="15"/>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16" id="16"/>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17" id="17"/>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18" id="18"/>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19" id="19"/>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0" id="20"/>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1" id="21"/>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2" id="22"/>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3" id="23"/>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4" id="24"/>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5" id="25"/>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sp>
        <p:nvSpPr>
          <p:cNvPr name="Freeform 26" id="26"/>
          <p:cNvSpPr/>
          <p:nvPr/>
        </p:nvSpPr>
        <p:spPr>
          <a:xfrm flipH="false" flipV="false" rot="0">
            <a:off x="2957884" y="4395416"/>
            <a:ext cx="4515803" cy="185842"/>
          </a:xfrm>
          <a:custGeom>
            <a:avLst/>
            <a:gdLst/>
            <a:ahLst/>
            <a:cxnLst/>
            <a:rect r="r" b="b" t="t" l="l"/>
            <a:pathLst>
              <a:path h="185842" w="4515803">
                <a:moveTo>
                  <a:pt x="0" y="0"/>
                </a:moveTo>
                <a:lnTo>
                  <a:pt x="4515802" y="0"/>
                </a:lnTo>
                <a:lnTo>
                  <a:pt x="4515802" y="185842"/>
                </a:lnTo>
                <a:lnTo>
                  <a:pt x="0" y="1858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7" id="27"/>
          <p:cNvGrpSpPr/>
          <p:nvPr/>
        </p:nvGrpSpPr>
        <p:grpSpPr>
          <a:xfrm rot="0">
            <a:off x="-63503" y="9484871"/>
            <a:ext cx="7692133" cy="1277112"/>
            <a:chOff x="0" y="0"/>
            <a:chExt cx="7692136" cy="1277112"/>
          </a:xfrm>
        </p:grpSpPr>
        <p:sp>
          <p:nvSpPr>
            <p:cNvPr name="Freeform 28" id="28"/>
            <p:cNvSpPr/>
            <p:nvPr/>
          </p:nvSpPr>
          <p:spPr>
            <a:xfrm flipH="false" flipV="false" rot="0">
              <a:off x="6695948" y="145923"/>
              <a:ext cx="930402" cy="1065787"/>
            </a:xfrm>
            <a:custGeom>
              <a:avLst/>
              <a:gdLst/>
              <a:ahLst/>
              <a:cxnLst/>
              <a:rect r="r" b="b" t="t" l="l"/>
              <a:pathLst>
                <a:path h="1065787" w="930402">
                  <a:moveTo>
                    <a:pt x="930402" y="0"/>
                  </a:moveTo>
                  <a:lnTo>
                    <a:pt x="0" y="1065787"/>
                  </a:lnTo>
                  <a:lnTo>
                    <a:pt x="930402" y="1065787"/>
                  </a:lnTo>
                  <a:lnTo>
                    <a:pt x="930402" y="0"/>
                  </a:lnTo>
                  <a:close/>
                </a:path>
              </a:pathLst>
            </a:custGeom>
            <a:solidFill>
              <a:srgbClr val="FF9100"/>
            </a:solidFill>
          </p:spPr>
        </p:sp>
        <p:sp>
          <p:nvSpPr>
            <p:cNvPr name="Freeform 29" id="29"/>
            <p:cNvSpPr/>
            <p:nvPr/>
          </p:nvSpPr>
          <p:spPr>
            <a:xfrm flipH="false" flipV="false" rot="0">
              <a:off x="63500" y="1047752"/>
              <a:ext cx="7086600" cy="163957"/>
            </a:xfrm>
            <a:custGeom>
              <a:avLst/>
              <a:gdLst/>
              <a:ahLst/>
              <a:cxnLst/>
              <a:rect r="r" b="b" t="t" l="l"/>
              <a:pathLst>
                <a:path h="163957" w="7086600">
                  <a:moveTo>
                    <a:pt x="0" y="0"/>
                  </a:moveTo>
                  <a:lnTo>
                    <a:pt x="0" y="163958"/>
                  </a:lnTo>
                  <a:lnTo>
                    <a:pt x="7086600" y="163958"/>
                  </a:lnTo>
                  <a:lnTo>
                    <a:pt x="7086600" y="0"/>
                  </a:lnTo>
                  <a:close/>
                </a:path>
              </a:pathLst>
            </a:custGeom>
            <a:solidFill>
              <a:srgbClr val="FF9100"/>
            </a:solidFill>
          </p:spPr>
        </p:sp>
        <p:sp>
          <p:nvSpPr>
            <p:cNvPr name="Freeform 30" id="30"/>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1" id="31"/>
            <p:cNvSpPr/>
            <p:nvPr/>
          </p:nvSpPr>
          <p:spPr>
            <a:xfrm flipH="false" flipV="false" rot="0">
              <a:off x="63500" y="1043815"/>
              <a:ext cx="7083933" cy="167894"/>
            </a:xfrm>
            <a:custGeom>
              <a:avLst/>
              <a:gdLst/>
              <a:ahLst/>
              <a:cxnLst/>
              <a:rect r="r" b="b" t="t" l="l"/>
              <a:pathLst>
                <a:path h="167894" w="7083933">
                  <a:moveTo>
                    <a:pt x="0" y="0"/>
                  </a:moveTo>
                  <a:lnTo>
                    <a:pt x="0" y="167895"/>
                  </a:lnTo>
                  <a:lnTo>
                    <a:pt x="7083933" y="167895"/>
                  </a:lnTo>
                  <a:lnTo>
                    <a:pt x="7083933" y="0"/>
                  </a:lnTo>
                  <a:close/>
                </a:path>
              </a:pathLst>
            </a:custGeom>
            <a:solidFill>
              <a:srgbClr val="000000">
                <a:alpha val="0"/>
              </a:srgbClr>
            </a:solidFill>
          </p:spPr>
        </p:sp>
      </p:grpSp>
      <p:sp>
        <p:nvSpPr>
          <p:cNvPr name="TextBox 32" id="32"/>
          <p:cNvSpPr txBox="true"/>
          <p:nvPr/>
        </p:nvSpPr>
        <p:spPr>
          <a:xfrm rot="0">
            <a:off x="1197502" y="1162136"/>
            <a:ext cx="5271068" cy="771125"/>
          </a:xfrm>
          <a:prstGeom prst="rect">
            <a:avLst/>
          </a:prstGeom>
        </p:spPr>
        <p:txBody>
          <a:bodyPr anchor="t" rtlCol="false" tIns="0" lIns="0" bIns="0" rIns="0">
            <a:spAutoFit/>
          </a:bodyPr>
          <a:lstStyle/>
          <a:p>
            <a:pPr algn="ctr">
              <a:lnSpc>
                <a:spcPts val="3076"/>
              </a:lnSpc>
            </a:pPr>
            <a:r>
              <a:rPr lang="en-US" sz="2200">
                <a:solidFill>
                  <a:srgbClr val="192072"/>
                </a:solidFill>
                <a:latin typeface="Calistoga"/>
                <a:ea typeface="Calistoga"/>
                <a:cs typeface="Calistoga"/>
                <a:sym typeface="Calistoga"/>
              </a:rPr>
              <a:t>HOSE CLIP – </a:t>
            </a:r>
            <a:r>
              <a:rPr lang="en-US" sz="2200">
                <a:solidFill>
                  <a:srgbClr val="FF3131"/>
                </a:solidFill>
                <a:latin typeface="Calistoga"/>
                <a:ea typeface="Calistoga"/>
                <a:cs typeface="Calistoga"/>
                <a:sym typeface="Calistoga"/>
              </a:rPr>
              <a:t>RUBIT BRAND</a:t>
            </a:r>
          </a:p>
          <a:p>
            <a:pPr algn="ctr">
              <a:lnSpc>
                <a:spcPts val="3076"/>
              </a:lnSpc>
            </a:pPr>
            <a:r>
              <a:rPr lang="en-US" sz="2200">
                <a:solidFill>
                  <a:srgbClr val="2E7734"/>
                </a:solidFill>
                <a:latin typeface="Calistoga"/>
                <a:ea typeface="Calistoga"/>
                <a:cs typeface="Calistoga"/>
                <a:sym typeface="Calistoga"/>
              </a:rPr>
              <a:t>SIZE: 3/8” – 12” AND 9.5 MM – 318 MM</a:t>
            </a:r>
          </a:p>
        </p:txBody>
      </p:sp>
      <p:sp>
        <p:nvSpPr>
          <p:cNvPr name="TextBox 33" id="33"/>
          <p:cNvSpPr txBox="true"/>
          <p:nvPr/>
        </p:nvSpPr>
        <p:spPr>
          <a:xfrm rot="0">
            <a:off x="461181" y="5252371"/>
            <a:ext cx="3737248" cy="1213209"/>
          </a:xfrm>
          <a:prstGeom prst="rect">
            <a:avLst/>
          </a:prstGeom>
        </p:spPr>
        <p:txBody>
          <a:bodyPr anchor="t" rtlCol="false" tIns="0" lIns="0" bIns="0" rIns="0">
            <a:spAutoFit/>
          </a:bodyPr>
          <a:lstStyle/>
          <a:p>
            <a:pPr algn="l">
              <a:lnSpc>
                <a:spcPts val="2325"/>
              </a:lnSpc>
            </a:pPr>
            <a:r>
              <a:rPr lang="en-US" sz="1700">
                <a:solidFill>
                  <a:srgbClr val="2E7734"/>
                </a:solidFill>
                <a:latin typeface="Poppins"/>
                <a:ea typeface="Poppins"/>
                <a:cs typeface="Poppins"/>
                <a:sym typeface="Poppins"/>
              </a:rPr>
              <a:t>Stainless Steel 304 Hose Clips are ideal for various industrial applications where high corrosion resistance is required.</a:t>
            </a:r>
          </a:p>
        </p:txBody>
      </p:sp>
      <p:sp>
        <p:nvSpPr>
          <p:cNvPr name="TextBox 34" id="34"/>
          <p:cNvSpPr txBox="true"/>
          <p:nvPr/>
        </p:nvSpPr>
        <p:spPr>
          <a:xfrm rot="0">
            <a:off x="3253530" y="7803461"/>
            <a:ext cx="4239520" cy="1213209"/>
          </a:xfrm>
          <a:prstGeom prst="rect">
            <a:avLst/>
          </a:prstGeom>
        </p:spPr>
        <p:txBody>
          <a:bodyPr anchor="t" rtlCol="false" tIns="0" lIns="0" bIns="0" rIns="0">
            <a:spAutoFit/>
          </a:bodyPr>
          <a:lstStyle/>
          <a:p>
            <a:pPr algn="just">
              <a:lnSpc>
                <a:spcPts val="2325"/>
              </a:lnSpc>
            </a:pPr>
            <a:r>
              <a:rPr lang="en-US" sz="1700">
                <a:solidFill>
                  <a:srgbClr val="8C52FF"/>
                </a:solidFill>
                <a:latin typeface="Poppins"/>
                <a:ea typeface="Poppins"/>
                <a:cs typeface="Poppins"/>
                <a:sym typeface="Poppins"/>
              </a:rPr>
              <a:t>Stainless Steel 316 Hose Clips are widely regarded as Marine Grade Stainless Steel and is ideal for off-shore and salt water applications.</a:t>
            </a:r>
          </a:p>
        </p:txBody>
      </p:sp>
      <p:sp>
        <p:nvSpPr>
          <p:cNvPr name="TextBox 35" id="35"/>
          <p:cNvSpPr txBox="true"/>
          <p:nvPr/>
        </p:nvSpPr>
        <p:spPr>
          <a:xfrm rot="0">
            <a:off x="3022597" y="2652408"/>
            <a:ext cx="4475169" cy="1508589"/>
          </a:xfrm>
          <a:prstGeom prst="rect">
            <a:avLst/>
          </a:prstGeom>
        </p:spPr>
        <p:txBody>
          <a:bodyPr anchor="t" rtlCol="false" tIns="0" lIns="0" bIns="0" rIns="0">
            <a:spAutoFit/>
          </a:bodyPr>
          <a:lstStyle/>
          <a:p>
            <a:pPr algn="just">
              <a:lnSpc>
                <a:spcPts val="2325"/>
              </a:lnSpc>
            </a:pPr>
            <a:r>
              <a:rPr lang="en-US" sz="1700" spc="34">
                <a:solidFill>
                  <a:srgbClr val="004AAD"/>
                </a:solidFill>
                <a:latin typeface="Poppins"/>
                <a:ea typeface="Poppins"/>
                <a:cs typeface="Poppins"/>
                <a:sym typeface="Poppins"/>
              </a:rPr>
              <a:t>Zinc-Plated Hose Clips are regarded as most reliable choice for general purpose usage as they are good for applications with low requirement in terms of corrosion resistance.</a:t>
            </a:r>
          </a:p>
        </p:txBody>
      </p:sp>
      <p:sp>
        <p:nvSpPr>
          <p:cNvPr name="TextBox 36" id="36"/>
          <p:cNvSpPr txBox="true"/>
          <p:nvPr/>
        </p:nvSpPr>
        <p:spPr>
          <a:xfrm rot="0">
            <a:off x="7174354" y="10145220"/>
            <a:ext cx="22199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92782" y="108728"/>
            <a:ext cx="6653851" cy="2021157"/>
          </a:xfrm>
          <a:custGeom>
            <a:avLst/>
            <a:gdLst/>
            <a:ahLst/>
            <a:cxnLst/>
            <a:rect r="r" b="b" t="t" l="l"/>
            <a:pathLst>
              <a:path h="2021157" w="6653851">
                <a:moveTo>
                  <a:pt x="0" y="0"/>
                </a:moveTo>
                <a:lnTo>
                  <a:pt x="6653850" y="0"/>
                </a:lnTo>
                <a:lnTo>
                  <a:pt x="6653850" y="2021157"/>
                </a:lnTo>
                <a:lnTo>
                  <a:pt x="0" y="20211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396565" y="2066382"/>
            <a:ext cx="4754756" cy="2810932"/>
            <a:chOff x="0" y="0"/>
            <a:chExt cx="6339675" cy="3747910"/>
          </a:xfrm>
        </p:grpSpPr>
        <p:sp>
          <p:nvSpPr>
            <p:cNvPr name="Freeform 7" id="7"/>
            <p:cNvSpPr/>
            <p:nvPr/>
          </p:nvSpPr>
          <p:spPr>
            <a:xfrm flipH="false" flipV="false" rot="0">
              <a:off x="0" y="0"/>
              <a:ext cx="6339713" cy="3747897"/>
            </a:xfrm>
            <a:custGeom>
              <a:avLst/>
              <a:gdLst/>
              <a:ahLst/>
              <a:cxnLst/>
              <a:rect r="r" b="b" t="t" l="l"/>
              <a:pathLst>
                <a:path h="3747897" w="6339713">
                  <a:moveTo>
                    <a:pt x="0" y="0"/>
                  </a:moveTo>
                  <a:lnTo>
                    <a:pt x="6339713" y="0"/>
                  </a:lnTo>
                  <a:lnTo>
                    <a:pt x="6339713" y="3747897"/>
                  </a:lnTo>
                  <a:lnTo>
                    <a:pt x="0" y="3747897"/>
                  </a:lnTo>
                  <a:lnTo>
                    <a:pt x="0" y="0"/>
                  </a:lnTo>
                  <a:close/>
                </a:path>
              </a:pathLst>
            </a:custGeom>
            <a:blipFill>
              <a:blip r:embed="rId7"/>
              <a:stretch>
                <a:fillRect l="0" t="-7085" r="0" b="-26813"/>
              </a:stretch>
            </a:blipFill>
          </p:spPr>
        </p:sp>
      </p:grpSp>
      <p:sp>
        <p:nvSpPr>
          <p:cNvPr name="Freeform 8" id="8"/>
          <p:cNvSpPr/>
          <p:nvPr/>
        </p:nvSpPr>
        <p:spPr>
          <a:xfrm flipH="false" flipV="false" rot="0">
            <a:off x="1823304" y="5513746"/>
            <a:ext cx="3915937" cy="1014651"/>
          </a:xfrm>
          <a:custGeom>
            <a:avLst/>
            <a:gdLst/>
            <a:ahLst/>
            <a:cxnLst/>
            <a:rect r="r" b="b" t="t" l="l"/>
            <a:pathLst>
              <a:path h="1014651" w="3915937">
                <a:moveTo>
                  <a:pt x="0" y="0"/>
                </a:moveTo>
                <a:lnTo>
                  <a:pt x="3915937" y="0"/>
                </a:lnTo>
                <a:lnTo>
                  <a:pt x="3915937" y="1014651"/>
                </a:lnTo>
                <a:lnTo>
                  <a:pt x="0" y="10146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874453" y="6537931"/>
            <a:ext cx="3811429" cy="2648950"/>
            <a:chOff x="0" y="0"/>
            <a:chExt cx="5081905" cy="3531934"/>
          </a:xfrm>
        </p:grpSpPr>
        <p:sp>
          <p:nvSpPr>
            <p:cNvPr name="Freeform 10" id="10"/>
            <p:cNvSpPr/>
            <p:nvPr/>
          </p:nvSpPr>
          <p:spPr>
            <a:xfrm flipH="false" flipV="false" rot="0">
              <a:off x="0" y="0"/>
              <a:ext cx="5081905" cy="3531870"/>
            </a:xfrm>
            <a:custGeom>
              <a:avLst/>
              <a:gdLst/>
              <a:ahLst/>
              <a:cxnLst/>
              <a:rect r="r" b="b" t="t" l="l"/>
              <a:pathLst>
                <a:path h="3531870" w="5081905">
                  <a:moveTo>
                    <a:pt x="0" y="0"/>
                  </a:moveTo>
                  <a:lnTo>
                    <a:pt x="5081905" y="0"/>
                  </a:lnTo>
                  <a:lnTo>
                    <a:pt x="5081905" y="3531870"/>
                  </a:lnTo>
                  <a:lnTo>
                    <a:pt x="0" y="3531870"/>
                  </a:lnTo>
                  <a:lnTo>
                    <a:pt x="0" y="0"/>
                  </a:lnTo>
                  <a:close/>
                </a:path>
              </a:pathLst>
            </a:custGeom>
            <a:blipFill>
              <a:blip r:embed="rId10"/>
              <a:stretch>
                <a:fillRect l="0" t="-16812" r="0" b="-25995"/>
              </a:stretch>
            </a:blipFill>
          </p:spPr>
        </p:sp>
      </p:grpSp>
      <p:grpSp>
        <p:nvGrpSpPr>
          <p:cNvPr name="Group 11" id="11"/>
          <p:cNvGrpSpPr/>
          <p:nvPr/>
        </p:nvGrpSpPr>
        <p:grpSpPr>
          <a:xfrm rot="0">
            <a:off x="755999" y="5346002"/>
            <a:ext cx="6069216" cy="38100"/>
            <a:chOff x="0" y="0"/>
            <a:chExt cx="6069216" cy="38100"/>
          </a:xfrm>
        </p:grpSpPr>
        <p:sp>
          <p:nvSpPr>
            <p:cNvPr name="Freeform 12" id="12"/>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3" id="13"/>
          <p:cNvGrpSpPr/>
          <p:nvPr/>
        </p:nvGrpSpPr>
        <p:grpSpPr>
          <a:xfrm rot="0">
            <a:off x="-63503" y="-63503"/>
            <a:ext cx="7692133" cy="1461640"/>
            <a:chOff x="0" y="0"/>
            <a:chExt cx="7692136" cy="1461630"/>
          </a:xfrm>
        </p:grpSpPr>
        <p:sp>
          <p:nvSpPr>
            <p:cNvPr name="Freeform 14" id="14"/>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5" id="15"/>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6" id="16"/>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17" id="17"/>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18" id="18"/>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19" id="19"/>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0" id="20"/>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1" id="21"/>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2" id="22"/>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3" id="23"/>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4" id="24"/>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5" id="25"/>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6" id="26"/>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27" id="27"/>
          <p:cNvGrpSpPr/>
          <p:nvPr/>
        </p:nvGrpSpPr>
        <p:grpSpPr>
          <a:xfrm rot="0">
            <a:off x="-63503" y="9484871"/>
            <a:ext cx="7692133" cy="1277112"/>
            <a:chOff x="0" y="0"/>
            <a:chExt cx="7692136" cy="1277112"/>
          </a:xfrm>
        </p:grpSpPr>
        <p:sp>
          <p:nvSpPr>
            <p:cNvPr name="Freeform 28" id="28"/>
            <p:cNvSpPr/>
            <p:nvPr/>
          </p:nvSpPr>
          <p:spPr>
            <a:xfrm flipH="false" flipV="false" rot="0">
              <a:off x="6695948" y="145923"/>
              <a:ext cx="930402" cy="1065787"/>
            </a:xfrm>
            <a:custGeom>
              <a:avLst/>
              <a:gdLst/>
              <a:ahLst/>
              <a:cxnLst/>
              <a:rect r="r" b="b" t="t" l="l"/>
              <a:pathLst>
                <a:path h="1065787" w="930402">
                  <a:moveTo>
                    <a:pt x="930402" y="0"/>
                  </a:moveTo>
                  <a:lnTo>
                    <a:pt x="0" y="1065787"/>
                  </a:lnTo>
                  <a:lnTo>
                    <a:pt x="930402" y="1065787"/>
                  </a:lnTo>
                  <a:lnTo>
                    <a:pt x="930402" y="0"/>
                  </a:lnTo>
                  <a:close/>
                </a:path>
              </a:pathLst>
            </a:custGeom>
            <a:solidFill>
              <a:srgbClr val="FF9100"/>
            </a:solidFill>
          </p:spPr>
        </p:sp>
        <p:sp>
          <p:nvSpPr>
            <p:cNvPr name="Freeform 29" id="29"/>
            <p:cNvSpPr/>
            <p:nvPr/>
          </p:nvSpPr>
          <p:spPr>
            <a:xfrm flipH="false" flipV="false" rot="0">
              <a:off x="63500" y="1047752"/>
              <a:ext cx="7086600" cy="163957"/>
            </a:xfrm>
            <a:custGeom>
              <a:avLst/>
              <a:gdLst/>
              <a:ahLst/>
              <a:cxnLst/>
              <a:rect r="r" b="b" t="t" l="l"/>
              <a:pathLst>
                <a:path h="163957" w="7086600">
                  <a:moveTo>
                    <a:pt x="0" y="0"/>
                  </a:moveTo>
                  <a:lnTo>
                    <a:pt x="0" y="163958"/>
                  </a:lnTo>
                  <a:lnTo>
                    <a:pt x="7086600" y="163958"/>
                  </a:lnTo>
                  <a:lnTo>
                    <a:pt x="7086600" y="0"/>
                  </a:lnTo>
                  <a:close/>
                </a:path>
              </a:pathLst>
            </a:custGeom>
            <a:solidFill>
              <a:srgbClr val="FF9100"/>
            </a:solidFill>
          </p:spPr>
        </p:sp>
        <p:sp>
          <p:nvSpPr>
            <p:cNvPr name="Freeform 30" id="30"/>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1" id="31"/>
            <p:cNvSpPr/>
            <p:nvPr/>
          </p:nvSpPr>
          <p:spPr>
            <a:xfrm flipH="false" flipV="false" rot="0">
              <a:off x="63500" y="1043815"/>
              <a:ext cx="7083933" cy="167894"/>
            </a:xfrm>
            <a:custGeom>
              <a:avLst/>
              <a:gdLst/>
              <a:ahLst/>
              <a:cxnLst/>
              <a:rect r="r" b="b" t="t" l="l"/>
              <a:pathLst>
                <a:path h="167894" w="7083933">
                  <a:moveTo>
                    <a:pt x="0" y="0"/>
                  </a:moveTo>
                  <a:lnTo>
                    <a:pt x="0" y="167895"/>
                  </a:lnTo>
                  <a:lnTo>
                    <a:pt x="7083933" y="167895"/>
                  </a:lnTo>
                  <a:lnTo>
                    <a:pt x="7083933" y="0"/>
                  </a:lnTo>
                  <a:close/>
                </a:path>
              </a:pathLst>
            </a:custGeom>
            <a:solidFill>
              <a:srgbClr val="000000">
                <a:alpha val="0"/>
              </a:srgbClr>
            </a:solidFill>
          </p:spPr>
        </p:sp>
      </p:grpSp>
      <p:sp>
        <p:nvSpPr>
          <p:cNvPr name="TextBox 32" id="32"/>
          <p:cNvSpPr txBox="true"/>
          <p:nvPr/>
        </p:nvSpPr>
        <p:spPr>
          <a:xfrm rot="0">
            <a:off x="2155765" y="5655850"/>
            <a:ext cx="3316053"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STAINLESS STEEL P CLIP </a:t>
            </a:r>
            <a:r>
              <a:rPr lang="en-US" b="true" sz="2200">
                <a:solidFill>
                  <a:srgbClr val="FF3131"/>
                </a:solidFill>
                <a:latin typeface="Poppins Bold"/>
                <a:ea typeface="Poppins Bold"/>
                <a:cs typeface="Poppins Bold"/>
                <a:sym typeface="Poppins Bold"/>
              </a:rPr>
              <a:t>RUBIT BRAND</a:t>
            </a:r>
          </a:p>
        </p:txBody>
      </p:sp>
      <p:sp>
        <p:nvSpPr>
          <p:cNvPr name="TextBox 33" id="33"/>
          <p:cNvSpPr txBox="true"/>
          <p:nvPr/>
        </p:nvSpPr>
        <p:spPr>
          <a:xfrm rot="0">
            <a:off x="834304" y="1193835"/>
            <a:ext cx="5993930"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STAINLESS STEEL RUBBER HANGING CLAMP </a:t>
            </a:r>
            <a:r>
              <a:rPr lang="en-US" b="true" sz="2200">
                <a:solidFill>
                  <a:srgbClr val="FF3131"/>
                </a:solidFill>
                <a:latin typeface="Poppins Bold"/>
                <a:ea typeface="Poppins Bold"/>
                <a:cs typeface="Poppins Bold"/>
                <a:sym typeface="Poppins Bold"/>
              </a:rPr>
              <a:t>RUBIT BRAND</a:t>
            </a:r>
          </a:p>
        </p:txBody>
      </p:sp>
      <p:sp>
        <p:nvSpPr>
          <p:cNvPr name="TextBox 34" id="34"/>
          <p:cNvSpPr txBox="true"/>
          <p:nvPr/>
        </p:nvSpPr>
        <p:spPr>
          <a:xfrm rot="0">
            <a:off x="2165118" y="4892973"/>
            <a:ext cx="327901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5" id="35"/>
          <p:cNvSpPr txBox="true"/>
          <p:nvPr/>
        </p:nvSpPr>
        <p:spPr>
          <a:xfrm rot="0">
            <a:off x="2173996" y="9197416"/>
            <a:ext cx="327901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6" id="36"/>
          <p:cNvSpPr txBox="true"/>
          <p:nvPr/>
        </p:nvSpPr>
        <p:spPr>
          <a:xfrm rot="0">
            <a:off x="7167858" y="10145220"/>
            <a:ext cx="23520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051731"/>
            <a:ext cx="3959533" cy="1014651"/>
          </a:xfrm>
          <a:custGeom>
            <a:avLst/>
            <a:gdLst/>
            <a:ahLst/>
            <a:cxnLst/>
            <a:rect r="r" b="b" t="t" l="l"/>
            <a:pathLst>
              <a:path h="1014651" w="3959533">
                <a:moveTo>
                  <a:pt x="0" y="0"/>
                </a:moveTo>
                <a:lnTo>
                  <a:pt x="3959533" y="0"/>
                </a:lnTo>
                <a:lnTo>
                  <a:pt x="3959533" y="1014651"/>
                </a:lnTo>
                <a:lnTo>
                  <a:pt x="0" y="10146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823304" y="5513746"/>
            <a:ext cx="3915937" cy="1014651"/>
          </a:xfrm>
          <a:custGeom>
            <a:avLst/>
            <a:gdLst/>
            <a:ahLst/>
            <a:cxnLst/>
            <a:rect r="r" b="b" t="t" l="l"/>
            <a:pathLst>
              <a:path h="1014651" w="3915937">
                <a:moveTo>
                  <a:pt x="0" y="0"/>
                </a:moveTo>
                <a:lnTo>
                  <a:pt x="3915937" y="0"/>
                </a:lnTo>
                <a:lnTo>
                  <a:pt x="3915937" y="1014651"/>
                </a:lnTo>
                <a:lnTo>
                  <a:pt x="0" y="10146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6629400" y="9552422"/>
            <a:ext cx="935736" cy="1146058"/>
            <a:chOff x="0" y="0"/>
            <a:chExt cx="935736" cy="1146061"/>
          </a:xfrm>
        </p:grpSpPr>
        <p:sp>
          <p:nvSpPr>
            <p:cNvPr name="Freeform 9" id="9"/>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0" id="10"/>
          <p:cNvGrpSpPr/>
          <p:nvPr/>
        </p:nvGrpSpPr>
        <p:grpSpPr>
          <a:xfrm rot="0">
            <a:off x="2302593" y="2066382"/>
            <a:ext cx="2953864" cy="2953855"/>
            <a:chOff x="0" y="0"/>
            <a:chExt cx="3938486" cy="3938473"/>
          </a:xfrm>
        </p:grpSpPr>
        <p:sp>
          <p:nvSpPr>
            <p:cNvPr name="Freeform 11" id="11"/>
            <p:cNvSpPr/>
            <p:nvPr/>
          </p:nvSpPr>
          <p:spPr>
            <a:xfrm flipH="false" flipV="false" rot="0">
              <a:off x="0" y="0"/>
              <a:ext cx="3938524" cy="3938524"/>
            </a:xfrm>
            <a:custGeom>
              <a:avLst/>
              <a:gdLst/>
              <a:ahLst/>
              <a:cxnLst/>
              <a:rect r="r" b="b" t="t" l="l"/>
              <a:pathLst>
                <a:path h="3938524" w="3938524">
                  <a:moveTo>
                    <a:pt x="0" y="0"/>
                  </a:moveTo>
                  <a:lnTo>
                    <a:pt x="3938524" y="0"/>
                  </a:lnTo>
                  <a:lnTo>
                    <a:pt x="3938524" y="3938524"/>
                  </a:lnTo>
                  <a:lnTo>
                    <a:pt x="0" y="3938524"/>
                  </a:lnTo>
                  <a:lnTo>
                    <a:pt x="0" y="0"/>
                  </a:lnTo>
                  <a:close/>
                </a:path>
              </a:pathLst>
            </a:custGeom>
            <a:blipFill>
              <a:blip r:embed="rId11"/>
              <a:stretch>
                <a:fillRect l="0" t="0" r="0" b="1"/>
              </a:stretch>
            </a:blipFill>
          </p:spPr>
        </p:sp>
      </p:grpSp>
      <p:grpSp>
        <p:nvGrpSpPr>
          <p:cNvPr name="Group 12" id="12"/>
          <p:cNvGrpSpPr/>
          <p:nvPr/>
        </p:nvGrpSpPr>
        <p:grpSpPr>
          <a:xfrm rot="0">
            <a:off x="2539698" y="6597948"/>
            <a:ext cx="2467908" cy="2601287"/>
            <a:chOff x="0" y="0"/>
            <a:chExt cx="3290545" cy="3468383"/>
          </a:xfrm>
        </p:grpSpPr>
        <p:sp>
          <p:nvSpPr>
            <p:cNvPr name="Freeform 13" id="13"/>
            <p:cNvSpPr/>
            <p:nvPr/>
          </p:nvSpPr>
          <p:spPr>
            <a:xfrm flipH="false" flipV="false" rot="0">
              <a:off x="0" y="0"/>
              <a:ext cx="3290570" cy="3468370"/>
            </a:xfrm>
            <a:custGeom>
              <a:avLst/>
              <a:gdLst/>
              <a:ahLst/>
              <a:cxnLst/>
              <a:rect r="r" b="b" t="t" l="l"/>
              <a:pathLst>
                <a:path h="3468370" w="3290570">
                  <a:moveTo>
                    <a:pt x="0" y="0"/>
                  </a:moveTo>
                  <a:lnTo>
                    <a:pt x="3290570" y="0"/>
                  </a:lnTo>
                  <a:lnTo>
                    <a:pt x="3290570" y="3468370"/>
                  </a:lnTo>
                  <a:lnTo>
                    <a:pt x="0" y="3468370"/>
                  </a:lnTo>
                  <a:lnTo>
                    <a:pt x="0" y="0"/>
                  </a:lnTo>
                  <a:close/>
                </a:path>
              </a:pathLst>
            </a:custGeom>
            <a:blipFill>
              <a:blip r:embed="rId12"/>
              <a:stretch>
                <a:fillRect l="-2663" t="0" r="-2741" b="0"/>
              </a:stretch>
            </a:blipFill>
          </p:spPr>
        </p:sp>
      </p:grpSp>
      <p:grpSp>
        <p:nvGrpSpPr>
          <p:cNvPr name="Group 14" id="14"/>
          <p:cNvGrpSpPr/>
          <p:nvPr/>
        </p:nvGrpSpPr>
        <p:grpSpPr>
          <a:xfrm rot="0">
            <a:off x="755999" y="5346002"/>
            <a:ext cx="6069216" cy="38100"/>
            <a:chOff x="0" y="0"/>
            <a:chExt cx="6069216" cy="38100"/>
          </a:xfrm>
        </p:grpSpPr>
        <p:sp>
          <p:nvSpPr>
            <p:cNvPr name="Freeform 15" id="15"/>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6" id="16"/>
          <p:cNvGrpSpPr/>
          <p:nvPr/>
        </p:nvGrpSpPr>
        <p:grpSpPr>
          <a:xfrm rot="0">
            <a:off x="-63503" y="-63503"/>
            <a:ext cx="7692133" cy="1461640"/>
            <a:chOff x="0" y="0"/>
            <a:chExt cx="7692136" cy="1461630"/>
          </a:xfrm>
        </p:grpSpPr>
        <p:sp>
          <p:nvSpPr>
            <p:cNvPr name="Freeform 17" id="17"/>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8" id="18"/>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19" id="19"/>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0" id="20"/>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1" id="21"/>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2" id="22"/>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3" id="23"/>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4" id="24"/>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5" id="25"/>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6" id="26"/>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7" id="27"/>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9" id="29"/>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0" id="30"/>
          <p:cNvGrpSpPr/>
          <p:nvPr/>
        </p:nvGrpSpPr>
        <p:grpSpPr>
          <a:xfrm rot="0">
            <a:off x="-63503" y="9484871"/>
            <a:ext cx="7689847" cy="1277112"/>
            <a:chOff x="0" y="0"/>
            <a:chExt cx="7689850" cy="1277112"/>
          </a:xfrm>
        </p:grpSpPr>
        <p:sp>
          <p:nvSpPr>
            <p:cNvPr name="Freeform 31" id="3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2" id="3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3" id="3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4" id="34"/>
          <p:cNvSpPr txBox="true"/>
          <p:nvPr/>
        </p:nvSpPr>
        <p:spPr>
          <a:xfrm rot="0">
            <a:off x="2395623" y="5855951"/>
            <a:ext cx="2826801"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Double Wire Clamp</a:t>
            </a:r>
          </a:p>
        </p:txBody>
      </p:sp>
      <p:sp>
        <p:nvSpPr>
          <p:cNvPr name="TextBox 35" id="35"/>
          <p:cNvSpPr txBox="true"/>
          <p:nvPr/>
        </p:nvSpPr>
        <p:spPr>
          <a:xfrm rot="0">
            <a:off x="2398395" y="1193835"/>
            <a:ext cx="2821095"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SINGLE BOLT CLAMP </a:t>
            </a:r>
            <a:r>
              <a:rPr lang="en-US" b="true" sz="2200">
                <a:solidFill>
                  <a:srgbClr val="FF3131"/>
                </a:solidFill>
                <a:latin typeface="Poppins Bold"/>
                <a:ea typeface="Poppins Bold"/>
                <a:cs typeface="Poppins Bold"/>
                <a:sym typeface="Poppins Bold"/>
              </a:rPr>
              <a:t>RUBIT BRAND</a:t>
            </a:r>
          </a:p>
        </p:txBody>
      </p:sp>
      <p:sp>
        <p:nvSpPr>
          <p:cNvPr name="TextBox 36" id="36"/>
          <p:cNvSpPr txBox="true"/>
          <p:nvPr/>
        </p:nvSpPr>
        <p:spPr>
          <a:xfrm rot="0">
            <a:off x="2882465" y="9197416"/>
            <a:ext cx="1833810" cy="562156"/>
          </a:xfrm>
          <a:prstGeom prst="rect">
            <a:avLst/>
          </a:prstGeom>
        </p:spPr>
        <p:txBody>
          <a:bodyPr anchor="t" rtlCol="false" tIns="0" lIns="0" bIns="0" rIns="0">
            <a:spAutoFit/>
          </a:bodyPr>
          <a:lstStyle/>
          <a:p>
            <a:pPr algn="l">
              <a:lnSpc>
                <a:spcPts val="4201"/>
              </a:lnSpc>
            </a:pPr>
            <a:r>
              <a:rPr lang="en-US" b="true" sz="3001">
                <a:solidFill>
                  <a:srgbClr val="004AAD"/>
                </a:solidFill>
                <a:latin typeface="Poppins Bold"/>
                <a:ea typeface="Poppins Bold"/>
                <a:cs typeface="Poppins Bold"/>
                <a:sym typeface="Poppins Bold"/>
              </a:rPr>
              <a:t>Grade: GI</a:t>
            </a:r>
          </a:p>
        </p:txBody>
      </p:sp>
      <p:sp>
        <p:nvSpPr>
          <p:cNvPr name="TextBox 37" id="37"/>
          <p:cNvSpPr txBox="true"/>
          <p:nvPr/>
        </p:nvSpPr>
        <p:spPr>
          <a:xfrm rot="0">
            <a:off x="1868538" y="4892973"/>
            <a:ext cx="3884028" cy="562156"/>
          </a:xfrm>
          <a:prstGeom prst="rect">
            <a:avLst/>
          </a:prstGeom>
        </p:spPr>
        <p:txBody>
          <a:bodyPr anchor="t" rtlCol="false" tIns="0" lIns="0" bIns="0" rIns="0">
            <a:spAutoFit/>
          </a:bodyPr>
          <a:lstStyle/>
          <a:p>
            <a:pPr algn="ctr">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004AAD"/>
                </a:solidFill>
                <a:latin typeface="Poppins Bold"/>
                <a:ea typeface="Poppins Bold"/>
                <a:cs typeface="Poppins Bold"/>
                <a:sym typeface="Poppins Bold"/>
              </a:rPr>
              <a:t>GI,</a:t>
            </a:r>
            <a:r>
              <a:rPr lang="en-US" b="true" sz="3001">
                <a:solidFill>
                  <a:srgbClr val="000000"/>
                </a:solidFill>
                <a:latin typeface="Poppins Bold"/>
                <a:ea typeface="Poppins Bold"/>
                <a:cs typeface="Poppins Bold"/>
                <a:sym typeface="Poppins Bold"/>
              </a:rPr>
              <a:t>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8" id="38"/>
          <p:cNvSpPr txBox="true"/>
          <p:nvPr/>
        </p:nvSpPr>
        <p:spPr>
          <a:xfrm rot="0">
            <a:off x="7154085" y="10145220"/>
            <a:ext cx="263195"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051731"/>
            <a:ext cx="4025960" cy="1031748"/>
          </a:xfrm>
          <a:custGeom>
            <a:avLst/>
            <a:gdLst/>
            <a:ahLst/>
            <a:cxnLst/>
            <a:rect r="r" b="b" t="t" l="l"/>
            <a:pathLst>
              <a:path h="1031748" w="4025960">
                <a:moveTo>
                  <a:pt x="0" y="0"/>
                </a:moveTo>
                <a:lnTo>
                  <a:pt x="4025960" y="0"/>
                </a:lnTo>
                <a:lnTo>
                  <a:pt x="4025960" y="1031748"/>
                </a:lnTo>
                <a:lnTo>
                  <a:pt x="0" y="10317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6629400" y="9552422"/>
            <a:ext cx="935736" cy="1146058"/>
            <a:chOff x="0" y="0"/>
            <a:chExt cx="935736" cy="1146061"/>
          </a:xfrm>
        </p:grpSpPr>
        <p:sp>
          <p:nvSpPr>
            <p:cNvPr name="Freeform 8" id="8"/>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sp>
        <p:nvSpPr>
          <p:cNvPr name="Freeform 9" id="9"/>
          <p:cNvSpPr/>
          <p:nvPr/>
        </p:nvSpPr>
        <p:spPr>
          <a:xfrm flipH="false" flipV="false" rot="0">
            <a:off x="1801816" y="5513746"/>
            <a:ext cx="4025960" cy="1031748"/>
          </a:xfrm>
          <a:custGeom>
            <a:avLst/>
            <a:gdLst/>
            <a:ahLst/>
            <a:cxnLst/>
            <a:rect r="r" b="b" t="t" l="l"/>
            <a:pathLst>
              <a:path h="1031748" w="4025960">
                <a:moveTo>
                  <a:pt x="0" y="0"/>
                </a:moveTo>
                <a:lnTo>
                  <a:pt x="4025960" y="0"/>
                </a:lnTo>
                <a:lnTo>
                  <a:pt x="4025960" y="1031748"/>
                </a:lnTo>
                <a:lnTo>
                  <a:pt x="0" y="1031748"/>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2200075" y="1932642"/>
            <a:ext cx="3163491" cy="2925280"/>
            <a:chOff x="0" y="0"/>
            <a:chExt cx="4217988" cy="3900373"/>
          </a:xfrm>
        </p:grpSpPr>
        <p:sp>
          <p:nvSpPr>
            <p:cNvPr name="Freeform 11" id="11"/>
            <p:cNvSpPr/>
            <p:nvPr/>
          </p:nvSpPr>
          <p:spPr>
            <a:xfrm flipH="false" flipV="false" rot="0">
              <a:off x="0" y="0"/>
              <a:ext cx="4217924" cy="3900424"/>
            </a:xfrm>
            <a:custGeom>
              <a:avLst/>
              <a:gdLst/>
              <a:ahLst/>
              <a:cxnLst/>
              <a:rect r="r" b="b" t="t" l="l"/>
              <a:pathLst>
                <a:path h="3900424" w="4217924">
                  <a:moveTo>
                    <a:pt x="0" y="0"/>
                  </a:moveTo>
                  <a:lnTo>
                    <a:pt x="4217924" y="0"/>
                  </a:lnTo>
                  <a:lnTo>
                    <a:pt x="4217924" y="3900424"/>
                  </a:lnTo>
                  <a:lnTo>
                    <a:pt x="0" y="3900424"/>
                  </a:lnTo>
                  <a:lnTo>
                    <a:pt x="0" y="0"/>
                  </a:lnTo>
                  <a:close/>
                </a:path>
              </a:pathLst>
            </a:custGeom>
            <a:blipFill>
              <a:blip r:embed="rId10"/>
              <a:stretch>
                <a:fillRect l="0" t="-102" r="-1" b="-221"/>
              </a:stretch>
            </a:blipFill>
          </p:spPr>
        </p:sp>
      </p:grpSp>
      <p:grpSp>
        <p:nvGrpSpPr>
          <p:cNvPr name="Group 12" id="12"/>
          <p:cNvGrpSpPr/>
          <p:nvPr/>
        </p:nvGrpSpPr>
        <p:grpSpPr>
          <a:xfrm rot="0">
            <a:off x="2325767" y="6669367"/>
            <a:ext cx="3039618" cy="2477424"/>
            <a:chOff x="0" y="0"/>
            <a:chExt cx="4052824" cy="3303232"/>
          </a:xfrm>
        </p:grpSpPr>
        <p:sp>
          <p:nvSpPr>
            <p:cNvPr name="Freeform 13" id="13"/>
            <p:cNvSpPr/>
            <p:nvPr/>
          </p:nvSpPr>
          <p:spPr>
            <a:xfrm flipH="false" flipV="false" rot="0">
              <a:off x="0" y="0"/>
              <a:ext cx="4052824" cy="3303270"/>
            </a:xfrm>
            <a:custGeom>
              <a:avLst/>
              <a:gdLst/>
              <a:ahLst/>
              <a:cxnLst/>
              <a:rect r="r" b="b" t="t" l="l"/>
              <a:pathLst>
                <a:path h="3303270" w="4052824">
                  <a:moveTo>
                    <a:pt x="0" y="0"/>
                  </a:moveTo>
                  <a:lnTo>
                    <a:pt x="4052824" y="0"/>
                  </a:lnTo>
                  <a:lnTo>
                    <a:pt x="4052824" y="3303270"/>
                  </a:lnTo>
                  <a:lnTo>
                    <a:pt x="0" y="3303270"/>
                  </a:lnTo>
                  <a:lnTo>
                    <a:pt x="0" y="0"/>
                  </a:lnTo>
                  <a:close/>
                </a:path>
              </a:pathLst>
            </a:custGeom>
            <a:blipFill>
              <a:blip r:embed="rId11"/>
              <a:stretch>
                <a:fillRect l="0" t="0" r="0" b="0"/>
              </a:stretch>
            </a:blipFill>
          </p:spPr>
        </p:sp>
      </p:grpSp>
      <p:grpSp>
        <p:nvGrpSpPr>
          <p:cNvPr name="Group 14" id="14"/>
          <p:cNvGrpSpPr/>
          <p:nvPr/>
        </p:nvGrpSpPr>
        <p:grpSpPr>
          <a:xfrm rot="0">
            <a:off x="755999" y="5346002"/>
            <a:ext cx="6069216" cy="38100"/>
            <a:chOff x="0" y="0"/>
            <a:chExt cx="6069216" cy="38100"/>
          </a:xfrm>
        </p:grpSpPr>
        <p:sp>
          <p:nvSpPr>
            <p:cNvPr name="Freeform 15" id="15"/>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6" id="16"/>
          <p:cNvGrpSpPr/>
          <p:nvPr/>
        </p:nvGrpSpPr>
        <p:grpSpPr>
          <a:xfrm rot="0">
            <a:off x="-63503" y="-63503"/>
            <a:ext cx="7692133" cy="1461640"/>
            <a:chOff x="0" y="0"/>
            <a:chExt cx="7692136" cy="1461630"/>
          </a:xfrm>
        </p:grpSpPr>
        <p:sp>
          <p:nvSpPr>
            <p:cNvPr name="Freeform 17" id="17"/>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8" id="18"/>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9" id="19"/>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0" id="20"/>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1" id="21"/>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2" id="22"/>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3" id="23"/>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4" id="24"/>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5" id="25"/>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6" id="26"/>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7" id="27"/>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9" id="29"/>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0" id="30"/>
          <p:cNvGrpSpPr/>
          <p:nvPr/>
        </p:nvGrpSpPr>
        <p:grpSpPr>
          <a:xfrm rot="0">
            <a:off x="-63503" y="9484871"/>
            <a:ext cx="7689847" cy="1277112"/>
            <a:chOff x="0" y="0"/>
            <a:chExt cx="7689850" cy="1277112"/>
          </a:xfrm>
        </p:grpSpPr>
        <p:sp>
          <p:nvSpPr>
            <p:cNvPr name="Freeform 31" id="3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2" id="3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3" id="3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4" id="34"/>
          <p:cNvSpPr txBox="true"/>
          <p:nvPr/>
        </p:nvSpPr>
        <p:spPr>
          <a:xfrm rot="0">
            <a:off x="2596267" y="5665375"/>
            <a:ext cx="2485606"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Single Ear Clamp </a:t>
            </a:r>
            <a:r>
              <a:rPr lang="en-US" b="true" sz="2200">
                <a:solidFill>
                  <a:srgbClr val="FF3131"/>
                </a:solidFill>
                <a:latin typeface="Poppins Bold"/>
                <a:ea typeface="Poppins Bold"/>
                <a:cs typeface="Poppins Bold"/>
                <a:sym typeface="Poppins Bold"/>
              </a:rPr>
              <a:t>RUBIT BRAND</a:t>
            </a:r>
          </a:p>
        </p:txBody>
      </p:sp>
      <p:sp>
        <p:nvSpPr>
          <p:cNvPr name="TextBox 35" id="35"/>
          <p:cNvSpPr txBox="true"/>
          <p:nvPr/>
        </p:nvSpPr>
        <p:spPr>
          <a:xfrm rot="0">
            <a:off x="2532840" y="1203369"/>
            <a:ext cx="2615013"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Double Ear Clamp </a:t>
            </a:r>
            <a:r>
              <a:rPr lang="en-US" b="true" sz="2200">
                <a:solidFill>
                  <a:srgbClr val="FF3131"/>
                </a:solidFill>
                <a:latin typeface="Poppins Bold"/>
                <a:ea typeface="Poppins Bold"/>
                <a:cs typeface="Poppins Bold"/>
                <a:sym typeface="Poppins Bold"/>
              </a:rPr>
              <a:t>RUBIT BRAND</a:t>
            </a:r>
          </a:p>
        </p:txBody>
      </p:sp>
      <p:sp>
        <p:nvSpPr>
          <p:cNvPr name="TextBox 36" id="36"/>
          <p:cNvSpPr txBox="true"/>
          <p:nvPr/>
        </p:nvSpPr>
        <p:spPr>
          <a:xfrm rot="0">
            <a:off x="2715711" y="9097004"/>
            <a:ext cx="2174043" cy="562032"/>
          </a:xfrm>
          <a:prstGeom prst="rect">
            <a:avLst/>
          </a:prstGeom>
        </p:spPr>
        <p:txBody>
          <a:bodyPr anchor="t" rtlCol="false" tIns="0" lIns="0" bIns="0" rIns="0">
            <a:spAutoFit/>
          </a:bodyPr>
          <a:lstStyle/>
          <a:p>
            <a:pPr algn="l">
              <a:lnSpc>
                <a:spcPts val="4200"/>
              </a:lnSpc>
            </a:pPr>
            <a:r>
              <a:rPr lang="en-US" b="true" sz="3000">
                <a:solidFill>
                  <a:srgbClr val="000000"/>
                </a:solidFill>
                <a:latin typeface="Poppins Bold"/>
                <a:ea typeface="Poppins Bold"/>
                <a:cs typeface="Poppins Bold"/>
                <a:sym typeface="Poppins Bold"/>
              </a:rPr>
              <a:t>Grade:</a:t>
            </a:r>
            <a:r>
              <a:rPr lang="en-US" b="true" sz="3000">
                <a:solidFill>
                  <a:srgbClr val="78A12A"/>
                </a:solidFill>
                <a:latin typeface="Poppins Bold"/>
                <a:ea typeface="Poppins Bold"/>
                <a:cs typeface="Poppins Bold"/>
                <a:sym typeface="Poppins Bold"/>
              </a:rPr>
              <a:t> 304</a:t>
            </a:r>
          </a:p>
        </p:txBody>
      </p:sp>
      <p:sp>
        <p:nvSpPr>
          <p:cNvPr name="TextBox 37" id="37"/>
          <p:cNvSpPr txBox="true"/>
          <p:nvPr/>
        </p:nvSpPr>
        <p:spPr>
          <a:xfrm rot="0">
            <a:off x="2882760" y="4851778"/>
            <a:ext cx="1833115" cy="562032"/>
          </a:xfrm>
          <a:prstGeom prst="rect">
            <a:avLst/>
          </a:prstGeom>
        </p:spPr>
        <p:txBody>
          <a:bodyPr anchor="t" rtlCol="false" tIns="0" lIns="0" bIns="0" rIns="0">
            <a:spAutoFit/>
          </a:bodyPr>
          <a:lstStyle/>
          <a:p>
            <a:pPr algn="l">
              <a:lnSpc>
                <a:spcPts val="4200"/>
              </a:lnSpc>
            </a:pPr>
            <a:r>
              <a:rPr lang="en-US" b="true" sz="3000">
                <a:solidFill>
                  <a:srgbClr val="000000"/>
                </a:solidFill>
                <a:latin typeface="Poppins Bold"/>
                <a:ea typeface="Poppins Bold"/>
                <a:cs typeface="Poppins Bold"/>
                <a:sym typeface="Poppins Bold"/>
              </a:rPr>
              <a:t>Grade: </a:t>
            </a:r>
            <a:r>
              <a:rPr lang="en-US" b="true" sz="3000">
                <a:solidFill>
                  <a:srgbClr val="004AAD"/>
                </a:solidFill>
                <a:latin typeface="Poppins Bold"/>
                <a:ea typeface="Poppins Bold"/>
                <a:cs typeface="Poppins Bold"/>
                <a:sym typeface="Poppins Bold"/>
              </a:rPr>
              <a:t>GI</a:t>
            </a:r>
          </a:p>
        </p:txBody>
      </p:sp>
      <p:sp>
        <p:nvSpPr>
          <p:cNvPr name="TextBox 38" id="38"/>
          <p:cNvSpPr txBox="true"/>
          <p:nvPr/>
        </p:nvSpPr>
        <p:spPr>
          <a:xfrm rot="0">
            <a:off x="7159295" y="10145220"/>
            <a:ext cx="25269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051731"/>
            <a:ext cx="3959533" cy="1014651"/>
          </a:xfrm>
          <a:custGeom>
            <a:avLst/>
            <a:gdLst/>
            <a:ahLst/>
            <a:cxnLst/>
            <a:rect r="r" b="b" t="t" l="l"/>
            <a:pathLst>
              <a:path h="1014651" w="3959533">
                <a:moveTo>
                  <a:pt x="0" y="0"/>
                </a:moveTo>
                <a:lnTo>
                  <a:pt x="3959533" y="0"/>
                </a:lnTo>
                <a:lnTo>
                  <a:pt x="3959533" y="1014651"/>
                </a:lnTo>
                <a:lnTo>
                  <a:pt x="0" y="10146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6629400" y="9552422"/>
            <a:ext cx="935736" cy="1146058"/>
            <a:chOff x="0" y="0"/>
            <a:chExt cx="935736" cy="1146061"/>
          </a:xfrm>
        </p:grpSpPr>
        <p:sp>
          <p:nvSpPr>
            <p:cNvPr name="Freeform 8" id="8"/>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9" id="9"/>
          <p:cNvGrpSpPr/>
          <p:nvPr/>
        </p:nvGrpSpPr>
        <p:grpSpPr>
          <a:xfrm rot="0">
            <a:off x="2050504" y="1790986"/>
            <a:ext cx="3439820" cy="3325492"/>
            <a:chOff x="0" y="0"/>
            <a:chExt cx="4586427" cy="4433989"/>
          </a:xfrm>
        </p:grpSpPr>
        <p:sp>
          <p:nvSpPr>
            <p:cNvPr name="Freeform 10" id="10"/>
            <p:cNvSpPr/>
            <p:nvPr/>
          </p:nvSpPr>
          <p:spPr>
            <a:xfrm flipH="false" flipV="false" rot="0">
              <a:off x="0" y="0"/>
              <a:ext cx="4586478" cy="4433951"/>
            </a:xfrm>
            <a:custGeom>
              <a:avLst/>
              <a:gdLst/>
              <a:ahLst/>
              <a:cxnLst/>
              <a:rect r="r" b="b" t="t" l="l"/>
              <a:pathLst>
                <a:path h="4433951" w="4586478">
                  <a:moveTo>
                    <a:pt x="0" y="0"/>
                  </a:moveTo>
                  <a:lnTo>
                    <a:pt x="4586478" y="0"/>
                  </a:lnTo>
                  <a:lnTo>
                    <a:pt x="4586478" y="4433951"/>
                  </a:lnTo>
                  <a:lnTo>
                    <a:pt x="0" y="4433951"/>
                  </a:lnTo>
                  <a:lnTo>
                    <a:pt x="0" y="0"/>
                  </a:lnTo>
                  <a:close/>
                </a:path>
              </a:pathLst>
            </a:custGeom>
            <a:blipFill>
              <a:blip r:embed="rId9"/>
              <a:stretch>
                <a:fillRect l="0" t="0" r="1" b="-3438"/>
              </a:stretch>
            </a:blipFill>
          </p:spPr>
        </p:sp>
      </p:grpSp>
      <p:sp>
        <p:nvSpPr>
          <p:cNvPr name="Freeform 11" id="11"/>
          <p:cNvSpPr/>
          <p:nvPr/>
        </p:nvSpPr>
        <p:spPr>
          <a:xfrm flipH="false" flipV="false" rot="0">
            <a:off x="1868538" y="5513746"/>
            <a:ext cx="3959238" cy="1014651"/>
          </a:xfrm>
          <a:custGeom>
            <a:avLst/>
            <a:gdLst/>
            <a:ahLst/>
            <a:cxnLst/>
            <a:rect r="r" b="b" t="t" l="l"/>
            <a:pathLst>
              <a:path h="1014651" w="3959238">
                <a:moveTo>
                  <a:pt x="0" y="0"/>
                </a:moveTo>
                <a:lnTo>
                  <a:pt x="3959238" y="0"/>
                </a:lnTo>
                <a:lnTo>
                  <a:pt x="3959238" y="1014651"/>
                </a:lnTo>
                <a:lnTo>
                  <a:pt x="0" y="10146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2" id="12"/>
          <p:cNvGrpSpPr/>
          <p:nvPr/>
        </p:nvGrpSpPr>
        <p:grpSpPr>
          <a:xfrm rot="0">
            <a:off x="1622669" y="6453330"/>
            <a:ext cx="4664554" cy="2963370"/>
            <a:chOff x="0" y="0"/>
            <a:chExt cx="6219406" cy="3951160"/>
          </a:xfrm>
        </p:grpSpPr>
        <p:sp>
          <p:nvSpPr>
            <p:cNvPr name="Freeform 13" id="13"/>
            <p:cNvSpPr/>
            <p:nvPr/>
          </p:nvSpPr>
          <p:spPr>
            <a:xfrm flipH="true" flipV="false" rot="0">
              <a:off x="0" y="0"/>
              <a:ext cx="6219444" cy="3951224"/>
            </a:xfrm>
            <a:custGeom>
              <a:avLst/>
              <a:gdLst/>
              <a:ahLst/>
              <a:cxnLst/>
              <a:rect r="r" b="b" t="t" l="l"/>
              <a:pathLst>
                <a:path h="3951224" w="6219444">
                  <a:moveTo>
                    <a:pt x="6219444" y="0"/>
                  </a:moveTo>
                  <a:lnTo>
                    <a:pt x="0" y="0"/>
                  </a:lnTo>
                  <a:lnTo>
                    <a:pt x="0" y="3951224"/>
                  </a:lnTo>
                  <a:lnTo>
                    <a:pt x="6219444" y="3951224"/>
                  </a:lnTo>
                  <a:lnTo>
                    <a:pt x="6219444" y="0"/>
                  </a:lnTo>
                  <a:close/>
                </a:path>
              </a:pathLst>
            </a:custGeom>
            <a:blipFill>
              <a:blip r:embed="rId12"/>
              <a:stretch>
                <a:fillRect l="0" t="0" r="-95" b="0"/>
              </a:stretch>
            </a:blipFill>
          </p:spPr>
        </p:sp>
      </p:grpSp>
      <p:grpSp>
        <p:nvGrpSpPr>
          <p:cNvPr name="Group 14" id="14"/>
          <p:cNvGrpSpPr/>
          <p:nvPr/>
        </p:nvGrpSpPr>
        <p:grpSpPr>
          <a:xfrm rot="0">
            <a:off x="755999" y="5346002"/>
            <a:ext cx="6069216" cy="38100"/>
            <a:chOff x="0" y="0"/>
            <a:chExt cx="6069216" cy="38100"/>
          </a:xfrm>
        </p:grpSpPr>
        <p:sp>
          <p:nvSpPr>
            <p:cNvPr name="Freeform 15" id="15"/>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6" id="16"/>
          <p:cNvGrpSpPr/>
          <p:nvPr/>
        </p:nvGrpSpPr>
        <p:grpSpPr>
          <a:xfrm rot="0">
            <a:off x="-63503" y="-63503"/>
            <a:ext cx="7692133" cy="1461640"/>
            <a:chOff x="0" y="0"/>
            <a:chExt cx="7692136" cy="1461630"/>
          </a:xfrm>
        </p:grpSpPr>
        <p:sp>
          <p:nvSpPr>
            <p:cNvPr name="Freeform 17" id="17"/>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8" id="18"/>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9" id="19"/>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0" id="20"/>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1" id="21"/>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2" id="22"/>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3" id="23"/>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4" id="24"/>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5" id="25"/>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6" id="26"/>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7" id="27"/>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9" id="29"/>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0" id="30"/>
          <p:cNvGrpSpPr/>
          <p:nvPr/>
        </p:nvGrpSpPr>
        <p:grpSpPr>
          <a:xfrm rot="0">
            <a:off x="-63503" y="9484871"/>
            <a:ext cx="7689847" cy="1277112"/>
            <a:chOff x="0" y="0"/>
            <a:chExt cx="7689850" cy="1277112"/>
          </a:xfrm>
        </p:grpSpPr>
        <p:sp>
          <p:nvSpPr>
            <p:cNvPr name="Freeform 31" id="3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2" id="3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3" id="3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4" id="34"/>
          <p:cNvSpPr txBox="true"/>
          <p:nvPr/>
        </p:nvSpPr>
        <p:spPr>
          <a:xfrm rot="0">
            <a:off x="2868597" y="5655850"/>
            <a:ext cx="1945538" cy="797166"/>
          </a:xfrm>
          <a:prstGeom prst="rect">
            <a:avLst/>
          </a:prstGeom>
        </p:spPr>
        <p:txBody>
          <a:bodyPr anchor="t" rtlCol="false" tIns="0" lIns="0" bIns="0" rIns="0">
            <a:spAutoFit/>
          </a:bodyPr>
          <a:lstStyle/>
          <a:p>
            <a:pPr algn="r">
              <a:lnSpc>
                <a:spcPts val="3076"/>
              </a:lnSpc>
            </a:pPr>
            <a:r>
              <a:rPr lang="en-US" b="true" sz="2200">
                <a:solidFill>
                  <a:srgbClr val="192072"/>
                </a:solidFill>
                <a:latin typeface="Poppins Bold"/>
                <a:ea typeface="Poppins Bold"/>
                <a:cs typeface="Poppins Bold"/>
                <a:sym typeface="Poppins Bold"/>
              </a:rPr>
              <a:t>BEAM CLAMP </a:t>
            </a:r>
            <a:r>
              <a:rPr lang="en-US" b="true" sz="2200">
                <a:solidFill>
                  <a:srgbClr val="FF3131"/>
                </a:solidFill>
                <a:latin typeface="Poppins Bold"/>
                <a:ea typeface="Poppins Bold"/>
                <a:cs typeface="Poppins Bold"/>
                <a:sym typeface="Poppins Bold"/>
              </a:rPr>
              <a:t>RUBIT BRAND</a:t>
            </a:r>
          </a:p>
        </p:txBody>
      </p:sp>
      <p:sp>
        <p:nvSpPr>
          <p:cNvPr name="TextBox 35" id="35"/>
          <p:cNvSpPr txBox="true"/>
          <p:nvPr/>
        </p:nvSpPr>
        <p:spPr>
          <a:xfrm rot="0">
            <a:off x="2587923" y="1193835"/>
            <a:ext cx="2374202"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MUFFLER CLAMP </a:t>
            </a:r>
            <a:r>
              <a:rPr lang="en-US" b="true" sz="2200">
                <a:solidFill>
                  <a:srgbClr val="FF3131"/>
                </a:solidFill>
                <a:latin typeface="Poppins Bold"/>
                <a:ea typeface="Poppins Bold"/>
                <a:cs typeface="Poppins Bold"/>
                <a:sym typeface="Poppins Bold"/>
              </a:rPr>
              <a:t>RUBIT BRAND</a:t>
            </a:r>
          </a:p>
        </p:txBody>
      </p:sp>
      <p:sp>
        <p:nvSpPr>
          <p:cNvPr name="TextBox 36" id="36"/>
          <p:cNvSpPr txBox="true"/>
          <p:nvPr/>
        </p:nvSpPr>
        <p:spPr>
          <a:xfrm rot="0">
            <a:off x="2741562" y="9423340"/>
            <a:ext cx="225738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p>
        </p:txBody>
      </p:sp>
      <p:sp>
        <p:nvSpPr>
          <p:cNvPr name="TextBox 37" id="37"/>
          <p:cNvSpPr txBox="true"/>
          <p:nvPr/>
        </p:nvSpPr>
        <p:spPr>
          <a:xfrm rot="0">
            <a:off x="1868538" y="4892973"/>
            <a:ext cx="388402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004AAD"/>
                </a:solidFill>
                <a:latin typeface="Poppins Bold"/>
                <a:ea typeface="Poppins Bold"/>
                <a:cs typeface="Poppins Bold"/>
                <a:sym typeface="Poppins Bold"/>
              </a:rPr>
              <a:t>GI,</a:t>
            </a:r>
            <a:r>
              <a:rPr lang="en-US" b="true" sz="3001">
                <a:solidFill>
                  <a:srgbClr val="000000"/>
                </a:solidFill>
                <a:latin typeface="Poppins Bold"/>
                <a:ea typeface="Poppins Bold"/>
                <a:cs typeface="Poppins Bold"/>
                <a:sym typeface="Poppins Bold"/>
              </a:rPr>
              <a:t>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8" id="38"/>
          <p:cNvSpPr txBox="true"/>
          <p:nvPr/>
        </p:nvSpPr>
        <p:spPr>
          <a:xfrm rot="0">
            <a:off x="7161762" y="10145220"/>
            <a:ext cx="24764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051731"/>
            <a:ext cx="4025960" cy="1031748"/>
          </a:xfrm>
          <a:custGeom>
            <a:avLst/>
            <a:gdLst/>
            <a:ahLst/>
            <a:cxnLst/>
            <a:rect r="r" b="b" t="t" l="l"/>
            <a:pathLst>
              <a:path h="1031748" w="4025960">
                <a:moveTo>
                  <a:pt x="0" y="0"/>
                </a:moveTo>
                <a:lnTo>
                  <a:pt x="4025960" y="0"/>
                </a:lnTo>
                <a:lnTo>
                  <a:pt x="4025960" y="1031748"/>
                </a:lnTo>
                <a:lnTo>
                  <a:pt x="0" y="10317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868538" y="5513746"/>
            <a:ext cx="3959238" cy="1014651"/>
          </a:xfrm>
          <a:custGeom>
            <a:avLst/>
            <a:gdLst/>
            <a:ahLst/>
            <a:cxnLst/>
            <a:rect r="r" b="b" t="t" l="l"/>
            <a:pathLst>
              <a:path h="1014651" w="3959238">
                <a:moveTo>
                  <a:pt x="0" y="0"/>
                </a:moveTo>
                <a:lnTo>
                  <a:pt x="3959238" y="0"/>
                </a:lnTo>
                <a:lnTo>
                  <a:pt x="3959238" y="1014651"/>
                </a:lnTo>
                <a:lnTo>
                  <a:pt x="0" y="10146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6629400" y="9552422"/>
            <a:ext cx="935736" cy="1146058"/>
            <a:chOff x="0" y="0"/>
            <a:chExt cx="935736" cy="1146061"/>
          </a:xfrm>
        </p:grpSpPr>
        <p:sp>
          <p:nvSpPr>
            <p:cNvPr name="Freeform 9" id="9"/>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0" id="10"/>
          <p:cNvGrpSpPr/>
          <p:nvPr/>
        </p:nvGrpSpPr>
        <p:grpSpPr>
          <a:xfrm rot="0">
            <a:off x="1827990" y="1857204"/>
            <a:ext cx="3906717" cy="3906707"/>
            <a:chOff x="0" y="0"/>
            <a:chExt cx="5208956" cy="5208943"/>
          </a:xfrm>
        </p:grpSpPr>
        <p:sp>
          <p:nvSpPr>
            <p:cNvPr name="Freeform 11" id="11"/>
            <p:cNvSpPr/>
            <p:nvPr/>
          </p:nvSpPr>
          <p:spPr>
            <a:xfrm flipH="false" flipV="false" rot="0">
              <a:off x="0" y="0"/>
              <a:ext cx="5208905" cy="5208905"/>
            </a:xfrm>
            <a:custGeom>
              <a:avLst/>
              <a:gdLst/>
              <a:ahLst/>
              <a:cxnLst/>
              <a:rect r="r" b="b" t="t" l="l"/>
              <a:pathLst>
                <a:path h="5208905" w="5208905">
                  <a:moveTo>
                    <a:pt x="0" y="0"/>
                  </a:moveTo>
                  <a:lnTo>
                    <a:pt x="5208905" y="0"/>
                  </a:lnTo>
                  <a:lnTo>
                    <a:pt x="5208905" y="5208905"/>
                  </a:lnTo>
                  <a:lnTo>
                    <a:pt x="0" y="5208905"/>
                  </a:lnTo>
                  <a:lnTo>
                    <a:pt x="0" y="0"/>
                  </a:lnTo>
                  <a:close/>
                </a:path>
              </a:pathLst>
            </a:custGeom>
            <a:blipFill>
              <a:blip r:embed="rId11"/>
              <a:stretch>
                <a:fillRect l="0" t="0" r="0" b="0"/>
              </a:stretch>
            </a:blipFill>
          </p:spPr>
        </p:sp>
      </p:grpSp>
      <p:grpSp>
        <p:nvGrpSpPr>
          <p:cNvPr name="Group 12" id="12"/>
          <p:cNvGrpSpPr/>
          <p:nvPr/>
        </p:nvGrpSpPr>
        <p:grpSpPr>
          <a:xfrm rot="0">
            <a:off x="1128103" y="6237884"/>
            <a:ext cx="5440832" cy="3639922"/>
            <a:chOff x="0" y="0"/>
            <a:chExt cx="7254443" cy="4853229"/>
          </a:xfrm>
        </p:grpSpPr>
        <p:sp>
          <p:nvSpPr>
            <p:cNvPr name="Freeform 13" id="13"/>
            <p:cNvSpPr/>
            <p:nvPr/>
          </p:nvSpPr>
          <p:spPr>
            <a:xfrm flipH="false" flipV="false" rot="0">
              <a:off x="0" y="0"/>
              <a:ext cx="7254494" cy="4853178"/>
            </a:xfrm>
            <a:custGeom>
              <a:avLst/>
              <a:gdLst/>
              <a:ahLst/>
              <a:cxnLst/>
              <a:rect r="r" b="b" t="t" l="l"/>
              <a:pathLst>
                <a:path h="4853178" w="7254494">
                  <a:moveTo>
                    <a:pt x="0" y="0"/>
                  </a:moveTo>
                  <a:lnTo>
                    <a:pt x="7254494" y="0"/>
                  </a:lnTo>
                  <a:lnTo>
                    <a:pt x="7254494" y="4853178"/>
                  </a:lnTo>
                  <a:lnTo>
                    <a:pt x="0" y="4853178"/>
                  </a:lnTo>
                  <a:lnTo>
                    <a:pt x="0" y="0"/>
                  </a:lnTo>
                  <a:close/>
                </a:path>
              </a:pathLst>
            </a:custGeom>
            <a:blipFill>
              <a:blip r:embed="rId12"/>
              <a:stretch>
                <a:fillRect l="-5765" t="0" r="-5792" b="-1"/>
              </a:stretch>
            </a:blipFill>
          </p:spPr>
        </p:sp>
      </p:grpSp>
      <p:grpSp>
        <p:nvGrpSpPr>
          <p:cNvPr name="Group 14" id="14"/>
          <p:cNvGrpSpPr/>
          <p:nvPr/>
        </p:nvGrpSpPr>
        <p:grpSpPr>
          <a:xfrm rot="0">
            <a:off x="755999" y="5346002"/>
            <a:ext cx="6069216" cy="38100"/>
            <a:chOff x="0" y="0"/>
            <a:chExt cx="6069216" cy="38100"/>
          </a:xfrm>
        </p:grpSpPr>
        <p:sp>
          <p:nvSpPr>
            <p:cNvPr name="Freeform 15" id="15"/>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6" id="16"/>
          <p:cNvGrpSpPr/>
          <p:nvPr/>
        </p:nvGrpSpPr>
        <p:grpSpPr>
          <a:xfrm rot="0">
            <a:off x="-63503" y="-63503"/>
            <a:ext cx="7692133" cy="1461640"/>
            <a:chOff x="0" y="0"/>
            <a:chExt cx="7692136" cy="1461630"/>
          </a:xfrm>
        </p:grpSpPr>
        <p:sp>
          <p:nvSpPr>
            <p:cNvPr name="Freeform 17" id="17"/>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8" id="18"/>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9" id="19"/>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0" id="20"/>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1" id="21"/>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2" id="22"/>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3" id="23"/>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4" id="24"/>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5" id="25"/>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6" id="26"/>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7" id="27"/>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9" id="29"/>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0" id="30"/>
          <p:cNvGrpSpPr/>
          <p:nvPr/>
        </p:nvGrpSpPr>
        <p:grpSpPr>
          <a:xfrm rot="0">
            <a:off x="-63503" y="9484871"/>
            <a:ext cx="7689847" cy="1277112"/>
            <a:chOff x="0" y="0"/>
            <a:chExt cx="7689850" cy="1277112"/>
          </a:xfrm>
        </p:grpSpPr>
        <p:sp>
          <p:nvSpPr>
            <p:cNvPr name="Freeform 31" id="3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2" id="3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3" id="3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4" id="34"/>
          <p:cNvSpPr txBox="true"/>
          <p:nvPr/>
        </p:nvSpPr>
        <p:spPr>
          <a:xfrm rot="0">
            <a:off x="2430132" y="5855951"/>
            <a:ext cx="2832059"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SS GRATING CLAMP </a:t>
            </a:r>
          </a:p>
        </p:txBody>
      </p:sp>
      <p:sp>
        <p:nvSpPr>
          <p:cNvPr name="TextBox 35" id="35"/>
          <p:cNvSpPr txBox="true"/>
          <p:nvPr/>
        </p:nvSpPr>
        <p:spPr>
          <a:xfrm rot="0">
            <a:off x="2258444" y="1403461"/>
            <a:ext cx="3114227"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HDG GRATING CLAMP </a:t>
            </a:r>
          </a:p>
        </p:txBody>
      </p:sp>
      <p:sp>
        <p:nvSpPr>
          <p:cNvPr name="TextBox 36" id="36"/>
          <p:cNvSpPr txBox="true"/>
          <p:nvPr/>
        </p:nvSpPr>
        <p:spPr>
          <a:xfrm rot="0">
            <a:off x="2200294" y="9423340"/>
            <a:ext cx="3361582"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a:t>
            </a:r>
            <a:r>
              <a:rPr lang="en-US" b="true" sz="3001">
                <a:solidFill>
                  <a:srgbClr val="78A12A"/>
                </a:solidFill>
                <a:latin typeface="Poppins Bold"/>
                <a:ea typeface="Poppins Bold"/>
                <a:cs typeface="Poppins Bold"/>
                <a:sym typeface="Poppins Bold"/>
              </a:rPr>
              <a:t> </a:t>
            </a:r>
            <a:r>
              <a:rPr lang="en-US" b="true" sz="3001">
                <a:solidFill>
                  <a:srgbClr val="FF3131"/>
                </a:solidFill>
                <a:latin typeface="Poppins Bold"/>
                <a:ea typeface="Poppins Bold"/>
                <a:cs typeface="Poppins Bold"/>
                <a:sym typeface="Poppins Bold"/>
              </a:rPr>
              <a:t>316 </a:t>
            </a:r>
          </a:p>
        </p:txBody>
      </p:sp>
      <p:sp>
        <p:nvSpPr>
          <p:cNvPr name="TextBox 37" id="37"/>
          <p:cNvSpPr txBox="true"/>
          <p:nvPr/>
        </p:nvSpPr>
        <p:spPr>
          <a:xfrm rot="0">
            <a:off x="7181183" y="10145220"/>
            <a:ext cx="20798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280417"/>
            <a:ext cx="4025303" cy="660140"/>
          </a:xfrm>
          <a:custGeom>
            <a:avLst/>
            <a:gdLst/>
            <a:ahLst/>
            <a:cxnLst/>
            <a:rect r="r" b="b" t="t" l="l"/>
            <a:pathLst>
              <a:path h="660140" w="4025303">
                <a:moveTo>
                  <a:pt x="0" y="0"/>
                </a:moveTo>
                <a:lnTo>
                  <a:pt x="4025303" y="0"/>
                </a:lnTo>
                <a:lnTo>
                  <a:pt x="4025303" y="660140"/>
                </a:lnTo>
                <a:lnTo>
                  <a:pt x="0" y="6601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6629400" y="9552422"/>
            <a:ext cx="935736" cy="1146058"/>
            <a:chOff x="0" y="0"/>
            <a:chExt cx="935736" cy="1146061"/>
          </a:xfrm>
        </p:grpSpPr>
        <p:sp>
          <p:nvSpPr>
            <p:cNvPr name="Freeform 7" id="7"/>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8" id="8"/>
          <p:cNvGrpSpPr/>
          <p:nvPr/>
        </p:nvGrpSpPr>
        <p:grpSpPr>
          <a:xfrm rot="0">
            <a:off x="1890636" y="2083479"/>
            <a:ext cx="3782844" cy="3496999"/>
            <a:chOff x="0" y="0"/>
            <a:chExt cx="5043792" cy="4662665"/>
          </a:xfrm>
        </p:grpSpPr>
        <p:sp>
          <p:nvSpPr>
            <p:cNvPr name="Freeform 9" id="9"/>
            <p:cNvSpPr/>
            <p:nvPr/>
          </p:nvSpPr>
          <p:spPr>
            <a:xfrm flipH="false" flipV="false" rot="0">
              <a:off x="0" y="0"/>
              <a:ext cx="5043805" cy="4662678"/>
            </a:xfrm>
            <a:custGeom>
              <a:avLst/>
              <a:gdLst/>
              <a:ahLst/>
              <a:cxnLst/>
              <a:rect r="r" b="b" t="t" l="l"/>
              <a:pathLst>
                <a:path h="4662678" w="5043805">
                  <a:moveTo>
                    <a:pt x="0" y="0"/>
                  </a:moveTo>
                  <a:lnTo>
                    <a:pt x="5043805" y="0"/>
                  </a:lnTo>
                  <a:lnTo>
                    <a:pt x="5043805" y="4662678"/>
                  </a:lnTo>
                  <a:lnTo>
                    <a:pt x="0" y="4662678"/>
                  </a:lnTo>
                  <a:lnTo>
                    <a:pt x="0" y="0"/>
                  </a:lnTo>
                  <a:close/>
                </a:path>
              </a:pathLst>
            </a:custGeom>
            <a:blipFill>
              <a:blip r:embed="rId7"/>
              <a:stretch>
                <a:fillRect l="0" t="-7594" r="0" b="-579"/>
              </a:stretch>
            </a:blipFill>
          </p:spPr>
        </p:sp>
      </p:grpSp>
      <p:grpSp>
        <p:nvGrpSpPr>
          <p:cNvPr name="Group 10" id="10"/>
          <p:cNvGrpSpPr/>
          <p:nvPr/>
        </p:nvGrpSpPr>
        <p:grpSpPr>
          <a:xfrm rot="0">
            <a:off x="0" y="10532631"/>
            <a:ext cx="7086600" cy="165849"/>
            <a:chOff x="0" y="0"/>
            <a:chExt cx="7086600" cy="165849"/>
          </a:xfrm>
        </p:grpSpPr>
        <p:sp>
          <p:nvSpPr>
            <p:cNvPr name="Freeform 11" id="11"/>
            <p:cNvSpPr/>
            <p:nvPr/>
          </p:nvSpPr>
          <p:spPr>
            <a:xfrm flipH="false" flipV="false" rot="0">
              <a:off x="0" y="0"/>
              <a:ext cx="7086600" cy="163960"/>
            </a:xfrm>
            <a:custGeom>
              <a:avLst/>
              <a:gdLst/>
              <a:ahLst/>
              <a:cxnLst/>
              <a:rect r="r" b="b" t="t" l="l"/>
              <a:pathLst>
                <a:path h="163960" w="7086600">
                  <a:moveTo>
                    <a:pt x="0" y="0"/>
                  </a:moveTo>
                  <a:lnTo>
                    <a:pt x="0" y="163960"/>
                  </a:lnTo>
                  <a:lnTo>
                    <a:pt x="7086600" y="163960"/>
                  </a:lnTo>
                  <a:lnTo>
                    <a:pt x="7086600" y="0"/>
                  </a:lnTo>
                  <a:close/>
                </a:path>
              </a:pathLst>
            </a:custGeom>
            <a:solidFill>
              <a:srgbClr val="FF9100"/>
            </a:solidFill>
          </p:spPr>
        </p:sp>
      </p:grpSp>
      <p:sp>
        <p:nvSpPr>
          <p:cNvPr name="Freeform 12" id="12"/>
          <p:cNvSpPr/>
          <p:nvPr/>
        </p:nvSpPr>
        <p:spPr>
          <a:xfrm flipH="false" flipV="false" rot="0">
            <a:off x="735063" y="5948324"/>
            <a:ext cx="6071511" cy="38119"/>
          </a:xfrm>
          <a:custGeom>
            <a:avLst/>
            <a:gdLst/>
            <a:ahLst/>
            <a:cxnLst/>
            <a:rect r="r" b="b" t="t" l="l"/>
            <a:pathLst>
              <a:path h="38119" w="6071511">
                <a:moveTo>
                  <a:pt x="0" y="0"/>
                </a:moveTo>
                <a:lnTo>
                  <a:pt x="6071512" y="0"/>
                </a:lnTo>
                <a:lnTo>
                  <a:pt x="6071512" y="38119"/>
                </a:lnTo>
                <a:lnTo>
                  <a:pt x="0" y="381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890636" y="6129357"/>
            <a:ext cx="3958390" cy="623983"/>
          </a:xfrm>
          <a:custGeom>
            <a:avLst/>
            <a:gdLst/>
            <a:ahLst/>
            <a:cxnLst/>
            <a:rect r="r" b="b" t="t" l="l"/>
            <a:pathLst>
              <a:path h="623983" w="3958390">
                <a:moveTo>
                  <a:pt x="0" y="0"/>
                </a:moveTo>
                <a:lnTo>
                  <a:pt x="3958390" y="0"/>
                </a:lnTo>
                <a:lnTo>
                  <a:pt x="3958390" y="623982"/>
                </a:lnTo>
                <a:lnTo>
                  <a:pt x="0" y="6239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2128409" y="6753330"/>
            <a:ext cx="3487464" cy="3487455"/>
            <a:chOff x="0" y="0"/>
            <a:chExt cx="4649953" cy="4649940"/>
          </a:xfrm>
        </p:grpSpPr>
        <p:sp>
          <p:nvSpPr>
            <p:cNvPr name="Freeform 15" id="15"/>
            <p:cNvSpPr/>
            <p:nvPr/>
          </p:nvSpPr>
          <p:spPr>
            <a:xfrm flipH="false" flipV="false" rot="0">
              <a:off x="0" y="0"/>
              <a:ext cx="4649978" cy="4649978"/>
            </a:xfrm>
            <a:custGeom>
              <a:avLst/>
              <a:gdLst/>
              <a:ahLst/>
              <a:cxnLst/>
              <a:rect r="r" b="b" t="t" l="l"/>
              <a:pathLst>
                <a:path h="4649978" w="4649978">
                  <a:moveTo>
                    <a:pt x="0" y="0"/>
                  </a:moveTo>
                  <a:lnTo>
                    <a:pt x="4649978" y="0"/>
                  </a:lnTo>
                  <a:lnTo>
                    <a:pt x="4649978" y="4649978"/>
                  </a:lnTo>
                  <a:lnTo>
                    <a:pt x="0" y="4649978"/>
                  </a:lnTo>
                  <a:lnTo>
                    <a:pt x="0" y="0"/>
                  </a:lnTo>
                  <a:close/>
                </a:path>
              </a:pathLst>
            </a:custGeom>
            <a:blipFill>
              <a:blip r:embed="rId12"/>
              <a:stretch>
                <a:fillRect l="0" t="0" r="0" b="0"/>
              </a:stretch>
            </a:blipFill>
          </p:spPr>
        </p:sp>
      </p:grpSp>
      <p:grpSp>
        <p:nvGrpSpPr>
          <p:cNvPr name="Group 16" id="16"/>
          <p:cNvGrpSpPr/>
          <p:nvPr/>
        </p:nvGrpSpPr>
        <p:grpSpPr>
          <a:xfrm rot="0">
            <a:off x="734787" y="5946076"/>
            <a:ext cx="6069216" cy="38100"/>
            <a:chOff x="0" y="0"/>
            <a:chExt cx="6069216" cy="38100"/>
          </a:xfrm>
        </p:grpSpPr>
        <p:sp>
          <p:nvSpPr>
            <p:cNvPr name="Freeform 17" id="17"/>
            <p:cNvSpPr/>
            <p:nvPr/>
          </p:nvSpPr>
          <p:spPr>
            <a:xfrm flipH="false" flipV="false" rot="0">
              <a:off x="0" y="0"/>
              <a:ext cx="6069203" cy="38100"/>
            </a:xfrm>
            <a:custGeom>
              <a:avLst/>
              <a:gdLst/>
              <a:ahLst/>
              <a:cxnLst/>
              <a:rect r="r" b="b" t="t" l="l"/>
              <a:pathLst>
                <a:path h="38100" w="6069203">
                  <a:moveTo>
                    <a:pt x="0" y="38100"/>
                  </a:moveTo>
                  <a:lnTo>
                    <a:pt x="6069203" y="38100"/>
                  </a:lnTo>
                  <a:lnTo>
                    <a:pt x="6069203" y="0"/>
                  </a:lnTo>
                  <a:lnTo>
                    <a:pt x="0" y="0"/>
                  </a:lnTo>
                  <a:close/>
                </a:path>
              </a:pathLst>
            </a:custGeom>
            <a:solidFill>
              <a:srgbClr val="000000">
                <a:alpha val="0"/>
              </a:srgbClr>
            </a:solidFill>
          </p:spPr>
        </p:sp>
      </p:grpSp>
      <p:grpSp>
        <p:nvGrpSpPr>
          <p:cNvPr name="Group 18" id="18"/>
          <p:cNvGrpSpPr/>
          <p:nvPr/>
        </p:nvGrpSpPr>
        <p:grpSpPr>
          <a:xfrm rot="0">
            <a:off x="-63503" y="-63503"/>
            <a:ext cx="7692133" cy="1461640"/>
            <a:chOff x="0" y="0"/>
            <a:chExt cx="7692136" cy="1461630"/>
          </a:xfrm>
        </p:grpSpPr>
        <p:sp>
          <p:nvSpPr>
            <p:cNvPr name="Freeform 19" id="19"/>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20" id="20"/>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21" id="21"/>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2" id="22"/>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3" id="23"/>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4" id="24"/>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5" id="25"/>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6" id="26"/>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7" id="27"/>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8" id="28"/>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9" id="29"/>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30" id="30"/>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31" id="31"/>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2" id="32"/>
          <p:cNvGrpSpPr/>
          <p:nvPr/>
        </p:nvGrpSpPr>
        <p:grpSpPr>
          <a:xfrm rot="0">
            <a:off x="-63503" y="9484871"/>
            <a:ext cx="7689847" cy="1275207"/>
            <a:chOff x="0" y="0"/>
            <a:chExt cx="7689850" cy="1275207"/>
          </a:xfrm>
        </p:grpSpPr>
        <p:sp>
          <p:nvSpPr>
            <p:cNvPr name="Freeform 33" id="33"/>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34" id="34"/>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5" id="35"/>
          <p:cNvSpPr txBox="true"/>
          <p:nvPr/>
        </p:nvSpPr>
        <p:spPr>
          <a:xfrm rot="0">
            <a:off x="3267132" y="1441580"/>
            <a:ext cx="1117102" cy="406489"/>
          </a:xfrm>
          <a:prstGeom prst="rect">
            <a:avLst/>
          </a:prstGeom>
        </p:spPr>
        <p:txBody>
          <a:bodyPr anchor="t" rtlCol="false" tIns="0" lIns="0" bIns="0" rIns="0">
            <a:spAutoFit/>
          </a:bodyPr>
          <a:lstStyle/>
          <a:p>
            <a:pPr algn="l">
              <a:lnSpc>
                <a:spcPts val="3080"/>
              </a:lnSpc>
            </a:pPr>
            <a:r>
              <a:rPr lang="en-US" b="true" sz="2200">
                <a:solidFill>
                  <a:srgbClr val="000000"/>
                </a:solidFill>
                <a:latin typeface="Poppins Bold"/>
                <a:ea typeface="Poppins Bold"/>
                <a:cs typeface="Poppins Bold"/>
                <a:sym typeface="Poppins Bold"/>
              </a:rPr>
              <a:t>TOGGLE</a:t>
            </a:r>
          </a:p>
        </p:txBody>
      </p:sp>
      <p:sp>
        <p:nvSpPr>
          <p:cNvPr name="TextBox 36" id="36"/>
          <p:cNvSpPr txBox="true"/>
          <p:nvPr/>
        </p:nvSpPr>
        <p:spPr>
          <a:xfrm rot="0">
            <a:off x="2814618" y="6271450"/>
            <a:ext cx="2153241" cy="406489"/>
          </a:xfrm>
          <a:prstGeom prst="rect">
            <a:avLst/>
          </a:prstGeom>
        </p:spPr>
        <p:txBody>
          <a:bodyPr anchor="t" rtlCol="false" tIns="0" lIns="0" bIns="0" rIns="0">
            <a:spAutoFit/>
          </a:bodyPr>
          <a:lstStyle/>
          <a:p>
            <a:pPr algn="l">
              <a:lnSpc>
                <a:spcPts val="3080"/>
              </a:lnSpc>
            </a:pPr>
            <a:r>
              <a:rPr lang="en-US" b="true" sz="2200">
                <a:solidFill>
                  <a:srgbClr val="000000"/>
                </a:solidFill>
                <a:latin typeface="Poppins Bold"/>
                <a:ea typeface="Poppins Bold"/>
                <a:cs typeface="Poppins Bold"/>
                <a:sym typeface="Poppins Bold"/>
              </a:rPr>
              <a:t>SADDLE CLAMP</a:t>
            </a:r>
          </a:p>
        </p:txBody>
      </p:sp>
      <p:sp>
        <p:nvSpPr>
          <p:cNvPr name="TextBox 37" id="37"/>
          <p:cNvSpPr txBox="true"/>
          <p:nvPr/>
        </p:nvSpPr>
        <p:spPr>
          <a:xfrm rot="0">
            <a:off x="2411625" y="5350326"/>
            <a:ext cx="2862405"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004AAD"/>
                </a:solidFill>
                <a:latin typeface="Poppins Bold"/>
                <a:ea typeface="Poppins Bold"/>
                <a:cs typeface="Poppins Bold"/>
                <a:sym typeface="Poppins Bold"/>
              </a:rPr>
              <a:t>GI, </a:t>
            </a:r>
            <a:r>
              <a:rPr lang="en-US" b="true" sz="3001">
                <a:solidFill>
                  <a:srgbClr val="57AA47"/>
                </a:solidFill>
                <a:latin typeface="Poppins Bold"/>
                <a:ea typeface="Poppins Bold"/>
                <a:cs typeface="Poppins Bold"/>
                <a:sym typeface="Poppins Bold"/>
              </a:rPr>
              <a:t>304 </a:t>
            </a:r>
          </a:p>
        </p:txBody>
      </p:sp>
      <p:sp>
        <p:nvSpPr>
          <p:cNvPr name="TextBox 38" id="38"/>
          <p:cNvSpPr txBox="true"/>
          <p:nvPr/>
        </p:nvSpPr>
        <p:spPr>
          <a:xfrm rot="0">
            <a:off x="2411625" y="9942071"/>
            <a:ext cx="2862405"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004AAD"/>
                </a:solidFill>
                <a:latin typeface="Poppins Bold"/>
                <a:ea typeface="Poppins Bold"/>
                <a:cs typeface="Poppins Bold"/>
                <a:sym typeface="Poppins Bold"/>
              </a:rPr>
              <a:t>GI, </a:t>
            </a:r>
            <a:r>
              <a:rPr lang="en-US" b="true" sz="3001">
                <a:solidFill>
                  <a:srgbClr val="57AA47"/>
                </a:solidFill>
                <a:latin typeface="Poppins Bold"/>
                <a:ea typeface="Poppins Bold"/>
                <a:cs typeface="Poppins Bold"/>
                <a:sym typeface="Poppins Bold"/>
              </a:rPr>
              <a:t>304 </a:t>
            </a:r>
          </a:p>
        </p:txBody>
      </p:sp>
      <p:sp>
        <p:nvSpPr>
          <p:cNvPr name="TextBox 39" id="39"/>
          <p:cNvSpPr txBox="true"/>
          <p:nvPr/>
        </p:nvSpPr>
        <p:spPr>
          <a:xfrm rot="0">
            <a:off x="7159657" y="10145220"/>
            <a:ext cx="25191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692782" y="5994740"/>
            <a:ext cx="6198508" cy="846277"/>
          </a:xfrm>
          <a:custGeom>
            <a:avLst/>
            <a:gdLst/>
            <a:ahLst/>
            <a:cxnLst/>
            <a:rect r="r" b="b" t="t" l="l"/>
            <a:pathLst>
              <a:path h="846277" w="6198508">
                <a:moveTo>
                  <a:pt x="0" y="0"/>
                </a:moveTo>
                <a:lnTo>
                  <a:pt x="6198508" y="0"/>
                </a:lnTo>
                <a:lnTo>
                  <a:pt x="6198508" y="846277"/>
                </a:lnTo>
                <a:lnTo>
                  <a:pt x="0" y="8462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6629400" y="9552422"/>
            <a:ext cx="935736" cy="1146058"/>
            <a:chOff x="0" y="0"/>
            <a:chExt cx="935736" cy="1146061"/>
          </a:xfrm>
        </p:grpSpPr>
        <p:sp>
          <p:nvSpPr>
            <p:cNvPr name="Freeform 7" id="7"/>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sp>
        <p:nvSpPr>
          <p:cNvPr name="Freeform 8" id="8"/>
          <p:cNvSpPr/>
          <p:nvPr/>
        </p:nvSpPr>
        <p:spPr>
          <a:xfrm flipH="false" flipV="false" rot="0">
            <a:off x="1823304" y="2106682"/>
            <a:ext cx="3916947" cy="623983"/>
          </a:xfrm>
          <a:custGeom>
            <a:avLst/>
            <a:gdLst/>
            <a:ahLst/>
            <a:cxnLst/>
            <a:rect r="r" b="b" t="t" l="l"/>
            <a:pathLst>
              <a:path h="623983" w="3916947">
                <a:moveTo>
                  <a:pt x="0" y="0"/>
                </a:moveTo>
                <a:lnTo>
                  <a:pt x="3916947" y="0"/>
                </a:lnTo>
                <a:lnTo>
                  <a:pt x="3916947" y="623983"/>
                </a:lnTo>
                <a:lnTo>
                  <a:pt x="0" y="6239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1928289" y="0"/>
            <a:ext cx="3535099" cy="2077231"/>
            <a:chOff x="0" y="0"/>
            <a:chExt cx="4713465" cy="2769641"/>
          </a:xfrm>
        </p:grpSpPr>
        <p:sp>
          <p:nvSpPr>
            <p:cNvPr name="Freeform 10" id="10"/>
            <p:cNvSpPr/>
            <p:nvPr/>
          </p:nvSpPr>
          <p:spPr>
            <a:xfrm flipH="false" flipV="false" rot="0">
              <a:off x="0" y="0"/>
              <a:ext cx="4713478" cy="2769616"/>
            </a:xfrm>
            <a:custGeom>
              <a:avLst/>
              <a:gdLst/>
              <a:ahLst/>
              <a:cxnLst/>
              <a:rect r="r" b="b" t="t" l="l"/>
              <a:pathLst>
                <a:path h="2769616" w="4713478">
                  <a:moveTo>
                    <a:pt x="0" y="0"/>
                  </a:moveTo>
                  <a:lnTo>
                    <a:pt x="4713478" y="0"/>
                  </a:lnTo>
                  <a:lnTo>
                    <a:pt x="4713478" y="2769616"/>
                  </a:lnTo>
                  <a:lnTo>
                    <a:pt x="0" y="2769616"/>
                  </a:lnTo>
                  <a:lnTo>
                    <a:pt x="0" y="0"/>
                  </a:lnTo>
                  <a:close/>
                </a:path>
              </a:pathLst>
            </a:custGeom>
            <a:blipFill>
              <a:blip r:embed="rId9"/>
              <a:stretch>
                <a:fillRect l="0" t="-38659" r="0" b="-31525"/>
              </a:stretch>
            </a:blipFill>
          </p:spPr>
        </p:sp>
      </p:grpSp>
      <p:grpSp>
        <p:nvGrpSpPr>
          <p:cNvPr name="Group 11" id="11"/>
          <p:cNvGrpSpPr/>
          <p:nvPr/>
        </p:nvGrpSpPr>
        <p:grpSpPr>
          <a:xfrm rot="0">
            <a:off x="1928289" y="2788358"/>
            <a:ext cx="3706616" cy="2829982"/>
            <a:chOff x="0" y="0"/>
            <a:chExt cx="4942154" cy="3773310"/>
          </a:xfrm>
        </p:grpSpPr>
        <p:sp>
          <p:nvSpPr>
            <p:cNvPr name="Freeform 12" id="12"/>
            <p:cNvSpPr/>
            <p:nvPr/>
          </p:nvSpPr>
          <p:spPr>
            <a:xfrm flipH="false" flipV="false" rot="0">
              <a:off x="0" y="0"/>
              <a:ext cx="4942205" cy="3773297"/>
            </a:xfrm>
            <a:custGeom>
              <a:avLst/>
              <a:gdLst/>
              <a:ahLst/>
              <a:cxnLst/>
              <a:rect r="r" b="b" t="t" l="l"/>
              <a:pathLst>
                <a:path h="3773297" w="4942205">
                  <a:moveTo>
                    <a:pt x="0" y="0"/>
                  </a:moveTo>
                  <a:lnTo>
                    <a:pt x="4942205" y="0"/>
                  </a:lnTo>
                  <a:lnTo>
                    <a:pt x="4942205" y="3773297"/>
                  </a:lnTo>
                  <a:lnTo>
                    <a:pt x="0" y="3773297"/>
                  </a:lnTo>
                  <a:lnTo>
                    <a:pt x="0" y="0"/>
                  </a:lnTo>
                  <a:close/>
                </a:path>
              </a:pathLst>
            </a:custGeom>
            <a:blipFill>
              <a:blip r:embed="rId10"/>
              <a:stretch>
                <a:fillRect l="0" t="0" r="1" b="0"/>
              </a:stretch>
            </a:blipFill>
          </p:spPr>
        </p:sp>
      </p:grpSp>
      <p:grpSp>
        <p:nvGrpSpPr>
          <p:cNvPr name="Group 13" id="13"/>
          <p:cNvGrpSpPr/>
          <p:nvPr/>
        </p:nvGrpSpPr>
        <p:grpSpPr>
          <a:xfrm rot="0">
            <a:off x="2245643" y="6853733"/>
            <a:ext cx="3277848" cy="2496493"/>
            <a:chOff x="0" y="0"/>
            <a:chExt cx="4370464" cy="3328657"/>
          </a:xfrm>
        </p:grpSpPr>
        <p:sp>
          <p:nvSpPr>
            <p:cNvPr name="Freeform 14" id="14"/>
            <p:cNvSpPr/>
            <p:nvPr/>
          </p:nvSpPr>
          <p:spPr>
            <a:xfrm flipH="false" flipV="false" rot="0">
              <a:off x="0" y="0"/>
              <a:ext cx="4370451" cy="3328670"/>
            </a:xfrm>
            <a:custGeom>
              <a:avLst/>
              <a:gdLst/>
              <a:ahLst/>
              <a:cxnLst/>
              <a:rect r="r" b="b" t="t" l="l"/>
              <a:pathLst>
                <a:path h="3328670" w="4370451">
                  <a:moveTo>
                    <a:pt x="0" y="0"/>
                  </a:moveTo>
                  <a:lnTo>
                    <a:pt x="4370451" y="0"/>
                  </a:lnTo>
                  <a:lnTo>
                    <a:pt x="4370451" y="3328670"/>
                  </a:lnTo>
                  <a:lnTo>
                    <a:pt x="0" y="3328670"/>
                  </a:lnTo>
                  <a:lnTo>
                    <a:pt x="0" y="0"/>
                  </a:lnTo>
                  <a:close/>
                </a:path>
              </a:pathLst>
            </a:custGeom>
            <a:blipFill>
              <a:blip r:embed="rId11"/>
              <a:stretch>
                <a:fillRect l="0" t="0" r="0" b="0"/>
              </a:stretch>
            </a:blipFill>
          </p:spPr>
        </p:sp>
      </p:grpSp>
      <p:grpSp>
        <p:nvGrpSpPr>
          <p:cNvPr name="Group 15" id="15"/>
          <p:cNvGrpSpPr/>
          <p:nvPr/>
        </p:nvGrpSpPr>
        <p:grpSpPr>
          <a:xfrm rot="0">
            <a:off x="755999" y="6055957"/>
            <a:ext cx="6069216" cy="38100"/>
            <a:chOff x="0" y="0"/>
            <a:chExt cx="6069216" cy="38100"/>
          </a:xfrm>
        </p:grpSpPr>
        <p:sp>
          <p:nvSpPr>
            <p:cNvPr name="Freeform 16" id="16"/>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7" id="17"/>
          <p:cNvGrpSpPr/>
          <p:nvPr/>
        </p:nvGrpSpPr>
        <p:grpSpPr>
          <a:xfrm rot="0">
            <a:off x="-63503" y="-63503"/>
            <a:ext cx="7692133" cy="1461640"/>
            <a:chOff x="0" y="0"/>
            <a:chExt cx="7692136" cy="1461630"/>
          </a:xfrm>
        </p:grpSpPr>
        <p:sp>
          <p:nvSpPr>
            <p:cNvPr name="Freeform 18" id="1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9" id="19"/>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20" id="20"/>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1" id="21"/>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2" id="22"/>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3" id="23"/>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4" id="24"/>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5" id="25"/>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6" id="26"/>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7" id="27"/>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8" id="28"/>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9" id="29"/>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30" id="30"/>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1" id="31"/>
          <p:cNvGrpSpPr/>
          <p:nvPr/>
        </p:nvGrpSpPr>
        <p:grpSpPr>
          <a:xfrm rot="0">
            <a:off x="-63503" y="9484871"/>
            <a:ext cx="7689847" cy="1277112"/>
            <a:chOff x="0" y="0"/>
            <a:chExt cx="7689850" cy="1277112"/>
          </a:xfrm>
        </p:grpSpPr>
        <p:sp>
          <p:nvSpPr>
            <p:cNvPr name="Freeform 32" id="32"/>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3" id="33"/>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4" id="34"/>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5" id="35"/>
          <p:cNvSpPr txBox="true"/>
          <p:nvPr/>
        </p:nvSpPr>
        <p:spPr>
          <a:xfrm rot="0">
            <a:off x="2709167" y="2248786"/>
            <a:ext cx="2187159"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BANDING STRIP</a:t>
            </a:r>
          </a:p>
        </p:txBody>
      </p:sp>
      <p:sp>
        <p:nvSpPr>
          <p:cNvPr name="TextBox 36" id="36"/>
          <p:cNvSpPr txBox="true"/>
          <p:nvPr/>
        </p:nvSpPr>
        <p:spPr>
          <a:xfrm rot="0">
            <a:off x="2396985" y="6295625"/>
            <a:ext cx="3038018"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BANDING STRIP CLIPS</a:t>
            </a:r>
          </a:p>
        </p:txBody>
      </p:sp>
      <p:sp>
        <p:nvSpPr>
          <p:cNvPr name="TextBox 37" id="37"/>
          <p:cNvSpPr txBox="true"/>
          <p:nvPr/>
        </p:nvSpPr>
        <p:spPr>
          <a:xfrm rot="0">
            <a:off x="2312327" y="9426264"/>
            <a:ext cx="327901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8" id="38"/>
          <p:cNvSpPr txBox="true"/>
          <p:nvPr/>
        </p:nvSpPr>
        <p:spPr>
          <a:xfrm rot="0">
            <a:off x="2419702" y="5622236"/>
            <a:ext cx="327901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9" id="39"/>
          <p:cNvSpPr txBox="true"/>
          <p:nvPr/>
        </p:nvSpPr>
        <p:spPr>
          <a:xfrm rot="0">
            <a:off x="7165943" y="10145220"/>
            <a:ext cx="23908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grpSp>
        <p:nvGrpSpPr>
          <p:cNvPr name="Group 4" id="4"/>
          <p:cNvGrpSpPr/>
          <p:nvPr/>
        </p:nvGrpSpPr>
        <p:grpSpPr>
          <a:xfrm rot="0">
            <a:off x="756285" y="6058233"/>
            <a:ext cx="6071511" cy="38119"/>
            <a:chOff x="0" y="0"/>
            <a:chExt cx="6071502" cy="38113"/>
          </a:xfrm>
        </p:grpSpPr>
        <p:sp>
          <p:nvSpPr>
            <p:cNvPr name="Freeform 5" id="5"/>
            <p:cNvSpPr/>
            <p:nvPr/>
          </p:nvSpPr>
          <p:spPr>
            <a:xfrm flipH="false" flipV="false" rot="0">
              <a:off x="0" y="0"/>
              <a:ext cx="6071483" cy="38098"/>
            </a:xfrm>
            <a:custGeom>
              <a:avLst/>
              <a:gdLst/>
              <a:ahLst/>
              <a:cxnLst/>
              <a:rect r="r" b="b" t="t" l="l"/>
              <a:pathLst>
                <a:path h="38098" w="6071483">
                  <a:moveTo>
                    <a:pt x="0" y="0"/>
                  </a:moveTo>
                  <a:lnTo>
                    <a:pt x="6071483" y="0"/>
                  </a:lnTo>
                  <a:lnTo>
                    <a:pt x="6071483" y="38098"/>
                  </a:lnTo>
                  <a:lnTo>
                    <a:pt x="0" y="38098"/>
                  </a:lnTo>
                  <a:close/>
                </a:path>
              </a:pathLst>
            </a:custGeom>
            <a:solidFill>
              <a:srgbClr val="004AAD"/>
            </a:solidFill>
          </p:spPr>
        </p:sp>
      </p:gr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6629400" y="9552422"/>
            <a:ext cx="935736" cy="1146058"/>
            <a:chOff x="0" y="0"/>
            <a:chExt cx="935736" cy="1146061"/>
          </a:xfrm>
        </p:grpSpPr>
        <p:sp>
          <p:nvSpPr>
            <p:cNvPr name="Freeform 8" id="8"/>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9" id="9"/>
          <p:cNvGrpSpPr/>
          <p:nvPr/>
        </p:nvGrpSpPr>
        <p:grpSpPr>
          <a:xfrm rot="0">
            <a:off x="1928289" y="0"/>
            <a:ext cx="3535099" cy="2077231"/>
            <a:chOff x="0" y="0"/>
            <a:chExt cx="4713465" cy="2769641"/>
          </a:xfrm>
        </p:grpSpPr>
        <p:sp>
          <p:nvSpPr>
            <p:cNvPr name="Freeform 10" id="10"/>
            <p:cNvSpPr/>
            <p:nvPr/>
          </p:nvSpPr>
          <p:spPr>
            <a:xfrm flipH="false" flipV="false" rot="0">
              <a:off x="0" y="0"/>
              <a:ext cx="4713478" cy="2769616"/>
            </a:xfrm>
            <a:custGeom>
              <a:avLst/>
              <a:gdLst/>
              <a:ahLst/>
              <a:cxnLst/>
              <a:rect r="r" b="b" t="t" l="l"/>
              <a:pathLst>
                <a:path h="2769616" w="4713478">
                  <a:moveTo>
                    <a:pt x="0" y="0"/>
                  </a:moveTo>
                  <a:lnTo>
                    <a:pt x="4713478" y="0"/>
                  </a:lnTo>
                  <a:lnTo>
                    <a:pt x="4713478" y="2769616"/>
                  </a:lnTo>
                  <a:lnTo>
                    <a:pt x="0" y="2769616"/>
                  </a:lnTo>
                  <a:lnTo>
                    <a:pt x="0" y="0"/>
                  </a:lnTo>
                  <a:close/>
                </a:path>
              </a:pathLst>
            </a:custGeom>
            <a:blipFill>
              <a:blip r:embed="rId5"/>
              <a:stretch>
                <a:fillRect l="0" t="-38659" r="0" b="-31525"/>
              </a:stretch>
            </a:blipFill>
          </p:spPr>
        </p:sp>
      </p:grpSp>
      <p:grpSp>
        <p:nvGrpSpPr>
          <p:cNvPr name="Group 11" id="11"/>
          <p:cNvGrpSpPr/>
          <p:nvPr/>
        </p:nvGrpSpPr>
        <p:grpSpPr>
          <a:xfrm rot="0">
            <a:off x="0" y="10532631"/>
            <a:ext cx="7086600" cy="165849"/>
            <a:chOff x="0" y="0"/>
            <a:chExt cx="7086600" cy="165849"/>
          </a:xfrm>
        </p:grpSpPr>
        <p:sp>
          <p:nvSpPr>
            <p:cNvPr name="Freeform 12" id="12"/>
            <p:cNvSpPr/>
            <p:nvPr/>
          </p:nvSpPr>
          <p:spPr>
            <a:xfrm flipH="false" flipV="false" rot="0">
              <a:off x="0" y="0"/>
              <a:ext cx="7086600" cy="163960"/>
            </a:xfrm>
            <a:custGeom>
              <a:avLst/>
              <a:gdLst/>
              <a:ahLst/>
              <a:cxnLst/>
              <a:rect r="r" b="b" t="t" l="l"/>
              <a:pathLst>
                <a:path h="163960" w="7086600">
                  <a:moveTo>
                    <a:pt x="0" y="0"/>
                  </a:moveTo>
                  <a:lnTo>
                    <a:pt x="0" y="163960"/>
                  </a:lnTo>
                  <a:lnTo>
                    <a:pt x="7086600" y="163960"/>
                  </a:lnTo>
                  <a:lnTo>
                    <a:pt x="7086600" y="0"/>
                  </a:lnTo>
                  <a:close/>
                </a:path>
              </a:pathLst>
            </a:custGeom>
            <a:solidFill>
              <a:srgbClr val="FF9100"/>
            </a:solidFill>
          </p:spPr>
        </p:sp>
      </p:grpSp>
      <p:sp>
        <p:nvSpPr>
          <p:cNvPr name="Freeform 13" id="13"/>
          <p:cNvSpPr/>
          <p:nvPr/>
        </p:nvSpPr>
        <p:spPr>
          <a:xfrm flipH="false" flipV="false" rot="0">
            <a:off x="1823304" y="2106682"/>
            <a:ext cx="3916947" cy="623983"/>
          </a:xfrm>
          <a:custGeom>
            <a:avLst/>
            <a:gdLst/>
            <a:ahLst/>
            <a:cxnLst/>
            <a:rect r="r" b="b" t="t" l="l"/>
            <a:pathLst>
              <a:path h="623983" w="3916947">
                <a:moveTo>
                  <a:pt x="0" y="0"/>
                </a:moveTo>
                <a:lnTo>
                  <a:pt x="3916947" y="0"/>
                </a:lnTo>
                <a:lnTo>
                  <a:pt x="3916947" y="623983"/>
                </a:lnTo>
                <a:lnTo>
                  <a:pt x="0" y="6239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2173996" y="2540356"/>
            <a:ext cx="3535099" cy="3535089"/>
            <a:chOff x="0" y="0"/>
            <a:chExt cx="4713465" cy="4713453"/>
          </a:xfrm>
        </p:grpSpPr>
        <p:sp>
          <p:nvSpPr>
            <p:cNvPr name="Freeform 15" id="15"/>
            <p:cNvSpPr/>
            <p:nvPr/>
          </p:nvSpPr>
          <p:spPr>
            <a:xfrm flipH="false" flipV="false" rot="0">
              <a:off x="0" y="0"/>
              <a:ext cx="4713478" cy="4713478"/>
            </a:xfrm>
            <a:custGeom>
              <a:avLst/>
              <a:gdLst/>
              <a:ahLst/>
              <a:cxnLst/>
              <a:rect r="r" b="b" t="t" l="l"/>
              <a:pathLst>
                <a:path h="4713478" w="4713478">
                  <a:moveTo>
                    <a:pt x="0" y="0"/>
                  </a:moveTo>
                  <a:lnTo>
                    <a:pt x="4713478" y="0"/>
                  </a:lnTo>
                  <a:lnTo>
                    <a:pt x="4713478" y="4713478"/>
                  </a:lnTo>
                  <a:lnTo>
                    <a:pt x="0" y="4713478"/>
                  </a:lnTo>
                  <a:lnTo>
                    <a:pt x="0" y="0"/>
                  </a:lnTo>
                  <a:close/>
                </a:path>
              </a:pathLst>
            </a:custGeom>
            <a:blipFill>
              <a:blip r:embed="rId8"/>
              <a:stretch>
                <a:fillRect l="0" t="0" r="0" b="0"/>
              </a:stretch>
            </a:blipFill>
          </p:spPr>
        </p:sp>
      </p:grpSp>
      <p:grpSp>
        <p:nvGrpSpPr>
          <p:cNvPr name="Group 16" id="16"/>
          <p:cNvGrpSpPr/>
          <p:nvPr/>
        </p:nvGrpSpPr>
        <p:grpSpPr>
          <a:xfrm rot="0">
            <a:off x="755999" y="6055957"/>
            <a:ext cx="6069216" cy="38100"/>
            <a:chOff x="0" y="0"/>
            <a:chExt cx="6069216" cy="38100"/>
          </a:xfrm>
        </p:grpSpPr>
        <p:sp>
          <p:nvSpPr>
            <p:cNvPr name="Freeform 17" id="17"/>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8" id="18"/>
          <p:cNvGrpSpPr/>
          <p:nvPr/>
        </p:nvGrpSpPr>
        <p:grpSpPr>
          <a:xfrm rot="0">
            <a:off x="-63503" y="-63503"/>
            <a:ext cx="7692133" cy="1461640"/>
            <a:chOff x="0" y="0"/>
            <a:chExt cx="7692136" cy="1461630"/>
          </a:xfrm>
        </p:grpSpPr>
        <p:sp>
          <p:nvSpPr>
            <p:cNvPr name="Freeform 19" id="19"/>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20" id="20"/>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21" id="21"/>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2" id="22"/>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3" id="23"/>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4" id="24"/>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5" id="25"/>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6" id="26"/>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7" id="27"/>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8" id="28"/>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9" id="29"/>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30" id="30"/>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31" id="31"/>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2" id="32"/>
          <p:cNvGrpSpPr/>
          <p:nvPr/>
        </p:nvGrpSpPr>
        <p:grpSpPr>
          <a:xfrm rot="0">
            <a:off x="-63503" y="9484871"/>
            <a:ext cx="7689847" cy="1275207"/>
            <a:chOff x="0" y="0"/>
            <a:chExt cx="7689850" cy="1275207"/>
          </a:xfrm>
        </p:grpSpPr>
        <p:sp>
          <p:nvSpPr>
            <p:cNvPr name="Freeform 33" id="33"/>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34" id="34"/>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5" id="35"/>
          <p:cNvSpPr txBox="true"/>
          <p:nvPr/>
        </p:nvSpPr>
        <p:spPr>
          <a:xfrm rot="0">
            <a:off x="2473338" y="2248786"/>
            <a:ext cx="2668314"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EAR LOKT BUCKLES</a:t>
            </a:r>
          </a:p>
        </p:txBody>
      </p:sp>
      <p:sp>
        <p:nvSpPr>
          <p:cNvPr name="TextBox 36" id="36"/>
          <p:cNvSpPr txBox="true"/>
          <p:nvPr/>
        </p:nvSpPr>
        <p:spPr>
          <a:xfrm rot="0">
            <a:off x="2173996" y="5622236"/>
            <a:ext cx="327901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r>
              <a:rPr lang="en-US" b="true" sz="3001">
                <a:solidFill>
                  <a:srgbClr val="000000"/>
                </a:solidFill>
                <a:latin typeface="Poppins Bold"/>
                <a:ea typeface="Poppins Bold"/>
                <a:cs typeface="Poppins Bold"/>
                <a:sym typeface="Poppins Bold"/>
              </a:rPr>
              <a:t>&amp; </a:t>
            </a:r>
            <a:r>
              <a:rPr lang="en-US" b="true" sz="3001">
                <a:solidFill>
                  <a:srgbClr val="FF3131"/>
                </a:solidFill>
                <a:latin typeface="Poppins Bold"/>
                <a:ea typeface="Poppins Bold"/>
                <a:cs typeface="Poppins Bold"/>
                <a:sym typeface="Poppins Bold"/>
              </a:rPr>
              <a:t>316</a:t>
            </a:r>
          </a:p>
        </p:txBody>
      </p:sp>
      <p:sp>
        <p:nvSpPr>
          <p:cNvPr name="TextBox 37" id="37"/>
          <p:cNvSpPr txBox="true"/>
          <p:nvPr/>
        </p:nvSpPr>
        <p:spPr>
          <a:xfrm rot="0">
            <a:off x="7087238" y="10145220"/>
            <a:ext cx="39965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801816" y="1051731"/>
            <a:ext cx="3959533" cy="1014651"/>
          </a:xfrm>
          <a:custGeom>
            <a:avLst/>
            <a:gdLst/>
            <a:ahLst/>
            <a:cxnLst/>
            <a:rect r="r" b="b" t="t" l="l"/>
            <a:pathLst>
              <a:path h="1014651" w="3959533">
                <a:moveTo>
                  <a:pt x="0" y="0"/>
                </a:moveTo>
                <a:lnTo>
                  <a:pt x="3959533" y="0"/>
                </a:lnTo>
                <a:lnTo>
                  <a:pt x="3959533" y="1014651"/>
                </a:lnTo>
                <a:lnTo>
                  <a:pt x="0" y="10146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823304" y="5513746"/>
            <a:ext cx="3915937" cy="1014651"/>
          </a:xfrm>
          <a:custGeom>
            <a:avLst/>
            <a:gdLst/>
            <a:ahLst/>
            <a:cxnLst/>
            <a:rect r="r" b="b" t="t" l="l"/>
            <a:pathLst>
              <a:path h="1014651" w="3915937">
                <a:moveTo>
                  <a:pt x="0" y="0"/>
                </a:moveTo>
                <a:lnTo>
                  <a:pt x="3915937" y="0"/>
                </a:lnTo>
                <a:lnTo>
                  <a:pt x="3915937" y="1014651"/>
                </a:lnTo>
                <a:lnTo>
                  <a:pt x="0" y="10146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56285" y="5348021"/>
            <a:ext cx="6071511" cy="38119"/>
          </a:xfrm>
          <a:custGeom>
            <a:avLst/>
            <a:gdLst/>
            <a:ahLst/>
            <a:cxnLst/>
            <a:rect r="r" b="b" t="t" l="l"/>
            <a:pathLst>
              <a:path h="38119" w="6071511">
                <a:moveTo>
                  <a:pt x="0" y="0"/>
                </a:moveTo>
                <a:lnTo>
                  <a:pt x="6071511" y="0"/>
                </a:lnTo>
                <a:lnTo>
                  <a:pt x="6071511" y="38119"/>
                </a:lnTo>
                <a:lnTo>
                  <a:pt x="0" y="38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6629400" y="9552422"/>
            <a:ext cx="935736" cy="1146058"/>
            <a:chOff x="0" y="0"/>
            <a:chExt cx="935736" cy="1146061"/>
          </a:xfrm>
        </p:grpSpPr>
        <p:sp>
          <p:nvSpPr>
            <p:cNvPr name="Freeform 9" id="9"/>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0" id="10"/>
          <p:cNvGrpSpPr/>
          <p:nvPr/>
        </p:nvGrpSpPr>
        <p:grpSpPr>
          <a:xfrm rot="0">
            <a:off x="1332595" y="1585179"/>
            <a:ext cx="4573734" cy="3982945"/>
            <a:chOff x="0" y="0"/>
            <a:chExt cx="6098311" cy="5310594"/>
          </a:xfrm>
        </p:grpSpPr>
        <p:sp>
          <p:nvSpPr>
            <p:cNvPr name="Freeform 11" id="11"/>
            <p:cNvSpPr/>
            <p:nvPr/>
          </p:nvSpPr>
          <p:spPr>
            <a:xfrm flipH="false" flipV="false" rot="0">
              <a:off x="0" y="0"/>
              <a:ext cx="6098286" cy="5310632"/>
            </a:xfrm>
            <a:custGeom>
              <a:avLst/>
              <a:gdLst/>
              <a:ahLst/>
              <a:cxnLst/>
              <a:rect r="r" b="b" t="t" l="l"/>
              <a:pathLst>
                <a:path h="5310632" w="6098286">
                  <a:moveTo>
                    <a:pt x="0" y="0"/>
                  </a:moveTo>
                  <a:lnTo>
                    <a:pt x="6098286" y="0"/>
                  </a:lnTo>
                  <a:lnTo>
                    <a:pt x="6098286" y="5310632"/>
                  </a:lnTo>
                  <a:lnTo>
                    <a:pt x="0" y="5310632"/>
                  </a:lnTo>
                  <a:lnTo>
                    <a:pt x="0" y="0"/>
                  </a:lnTo>
                  <a:close/>
                </a:path>
              </a:pathLst>
            </a:custGeom>
            <a:blipFill>
              <a:blip r:embed="rId11"/>
              <a:stretch>
                <a:fillRect l="0" t="0" r="0" b="0"/>
              </a:stretch>
            </a:blipFill>
          </p:spPr>
        </p:sp>
      </p:grpSp>
      <p:grpSp>
        <p:nvGrpSpPr>
          <p:cNvPr name="Group 12" id="12"/>
          <p:cNvGrpSpPr/>
          <p:nvPr/>
        </p:nvGrpSpPr>
        <p:grpSpPr>
          <a:xfrm rot="0">
            <a:off x="2186254" y="6652260"/>
            <a:ext cx="3173025" cy="2791873"/>
            <a:chOff x="0" y="0"/>
            <a:chExt cx="4230700" cy="3722497"/>
          </a:xfrm>
        </p:grpSpPr>
        <p:sp>
          <p:nvSpPr>
            <p:cNvPr name="Freeform 13" id="13"/>
            <p:cNvSpPr/>
            <p:nvPr/>
          </p:nvSpPr>
          <p:spPr>
            <a:xfrm flipH="false" flipV="false" rot="0">
              <a:off x="0" y="0"/>
              <a:ext cx="4230751" cy="3722497"/>
            </a:xfrm>
            <a:custGeom>
              <a:avLst/>
              <a:gdLst/>
              <a:ahLst/>
              <a:cxnLst/>
              <a:rect r="r" b="b" t="t" l="l"/>
              <a:pathLst>
                <a:path h="3722497" w="4230751">
                  <a:moveTo>
                    <a:pt x="0" y="0"/>
                  </a:moveTo>
                  <a:lnTo>
                    <a:pt x="4230751" y="0"/>
                  </a:lnTo>
                  <a:lnTo>
                    <a:pt x="4230751" y="3722497"/>
                  </a:lnTo>
                  <a:lnTo>
                    <a:pt x="0" y="3722497"/>
                  </a:lnTo>
                  <a:lnTo>
                    <a:pt x="0" y="0"/>
                  </a:lnTo>
                  <a:close/>
                </a:path>
              </a:pathLst>
            </a:custGeom>
            <a:blipFill>
              <a:blip r:embed="rId12"/>
              <a:stretch>
                <a:fillRect l="0" t="0" r="1" b="-13652"/>
              </a:stretch>
            </a:blipFill>
          </p:spPr>
        </p:sp>
      </p:grpSp>
      <p:grpSp>
        <p:nvGrpSpPr>
          <p:cNvPr name="Group 14" id="14"/>
          <p:cNvGrpSpPr/>
          <p:nvPr/>
        </p:nvGrpSpPr>
        <p:grpSpPr>
          <a:xfrm rot="0">
            <a:off x="755999" y="5346002"/>
            <a:ext cx="6069216" cy="38100"/>
            <a:chOff x="0" y="0"/>
            <a:chExt cx="6069216" cy="38100"/>
          </a:xfrm>
        </p:grpSpPr>
        <p:sp>
          <p:nvSpPr>
            <p:cNvPr name="Freeform 15" id="15"/>
            <p:cNvSpPr/>
            <p:nvPr/>
          </p:nvSpPr>
          <p:spPr>
            <a:xfrm flipH="false" flipV="false" rot="0">
              <a:off x="0" y="0"/>
              <a:ext cx="6069204" cy="38100"/>
            </a:xfrm>
            <a:custGeom>
              <a:avLst/>
              <a:gdLst/>
              <a:ahLst/>
              <a:cxnLst/>
              <a:rect r="r" b="b" t="t" l="l"/>
              <a:pathLst>
                <a:path h="38100" w="6069204">
                  <a:moveTo>
                    <a:pt x="0" y="38100"/>
                  </a:moveTo>
                  <a:lnTo>
                    <a:pt x="6069204" y="38100"/>
                  </a:lnTo>
                  <a:lnTo>
                    <a:pt x="6069204" y="0"/>
                  </a:lnTo>
                  <a:lnTo>
                    <a:pt x="0" y="0"/>
                  </a:lnTo>
                  <a:close/>
                </a:path>
              </a:pathLst>
            </a:custGeom>
            <a:solidFill>
              <a:srgbClr val="000000">
                <a:alpha val="0"/>
              </a:srgbClr>
            </a:solidFill>
          </p:spPr>
        </p:sp>
      </p:grpSp>
      <p:grpSp>
        <p:nvGrpSpPr>
          <p:cNvPr name="Group 16" id="16"/>
          <p:cNvGrpSpPr/>
          <p:nvPr/>
        </p:nvGrpSpPr>
        <p:grpSpPr>
          <a:xfrm rot="0">
            <a:off x="-63503" y="-63503"/>
            <a:ext cx="7692133" cy="1461640"/>
            <a:chOff x="0" y="0"/>
            <a:chExt cx="7692136" cy="1461630"/>
          </a:xfrm>
        </p:grpSpPr>
        <p:sp>
          <p:nvSpPr>
            <p:cNvPr name="Freeform 17" id="17"/>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18" id="18"/>
            <p:cNvSpPr/>
            <p:nvPr/>
          </p:nvSpPr>
          <p:spPr>
            <a:xfrm flipH="false" flipV="false" rot="0">
              <a:off x="63500" y="585722"/>
              <a:ext cx="645541" cy="368044"/>
            </a:xfrm>
            <a:custGeom>
              <a:avLst/>
              <a:gdLst/>
              <a:ahLst/>
              <a:cxnLst/>
              <a:rect r="r" b="b" t="t" l="l"/>
              <a:pathLst>
                <a:path h="368044" w="645541">
                  <a:moveTo>
                    <a:pt x="353822" y="83311"/>
                  </a:moveTo>
                  <a:cubicBezTo>
                    <a:pt x="365379" y="83311"/>
                    <a:pt x="374650" y="92709"/>
                    <a:pt x="374650" y="104139"/>
                  </a:cubicBezTo>
                  <a:lnTo>
                    <a:pt x="374650" y="187451"/>
                  </a:lnTo>
                  <a:cubicBezTo>
                    <a:pt x="374650" y="199008"/>
                    <a:pt x="365379" y="208279"/>
                    <a:pt x="353822" y="208279"/>
                  </a:cubicBezTo>
                  <a:cubicBezTo>
                    <a:pt x="342265" y="208279"/>
                    <a:pt x="332994" y="198881"/>
                    <a:pt x="332994" y="187451"/>
                  </a:cubicBezTo>
                  <a:lnTo>
                    <a:pt x="332994" y="104139"/>
                  </a:lnTo>
                  <a:cubicBezTo>
                    <a:pt x="332994" y="92582"/>
                    <a:pt x="342265" y="83311"/>
                    <a:pt x="353822" y="83311"/>
                  </a:cubicBezTo>
                  <a:close/>
                  <a:moveTo>
                    <a:pt x="208153" y="124967"/>
                  </a:moveTo>
                  <a:cubicBezTo>
                    <a:pt x="219710" y="124967"/>
                    <a:pt x="228981" y="134365"/>
                    <a:pt x="228981" y="145795"/>
                  </a:cubicBezTo>
                  <a:lnTo>
                    <a:pt x="228981" y="229107"/>
                  </a:lnTo>
                  <a:cubicBezTo>
                    <a:pt x="228981" y="240664"/>
                    <a:pt x="219710" y="249934"/>
                    <a:pt x="208153" y="249934"/>
                  </a:cubicBezTo>
                  <a:cubicBezTo>
                    <a:pt x="196596" y="249934"/>
                    <a:pt x="187325" y="240537"/>
                    <a:pt x="187325" y="229107"/>
                  </a:cubicBezTo>
                  <a:lnTo>
                    <a:pt x="187325" y="145795"/>
                  </a:lnTo>
                  <a:cubicBezTo>
                    <a:pt x="187325" y="134238"/>
                    <a:pt x="196596" y="124967"/>
                    <a:pt x="208153" y="124967"/>
                  </a:cubicBezTo>
                  <a:close/>
                  <a:moveTo>
                    <a:pt x="499745" y="124967"/>
                  </a:moveTo>
                  <a:cubicBezTo>
                    <a:pt x="511302" y="124967"/>
                    <a:pt x="520573" y="134365"/>
                    <a:pt x="520573" y="145795"/>
                  </a:cubicBezTo>
                  <a:lnTo>
                    <a:pt x="520573" y="229107"/>
                  </a:lnTo>
                  <a:cubicBezTo>
                    <a:pt x="520573" y="240664"/>
                    <a:pt x="511302" y="249934"/>
                    <a:pt x="499745" y="249934"/>
                  </a:cubicBezTo>
                  <a:cubicBezTo>
                    <a:pt x="488188" y="249934"/>
                    <a:pt x="478917" y="240537"/>
                    <a:pt x="478917" y="229107"/>
                  </a:cubicBezTo>
                  <a:lnTo>
                    <a:pt x="478917" y="145795"/>
                  </a:lnTo>
                  <a:cubicBezTo>
                    <a:pt x="478917" y="134238"/>
                    <a:pt x="488188" y="124967"/>
                    <a:pt x="499745" y="124967"/>
                  </a:cubicBezTo>
                  <a:close/>
                  <a:moveTo>
                    <a:pt x="353822" y="0"/>
                  </a:moveTo>
                  <a:cubicBezTo>
                    <a:pt x="161036" y="0"/>
                    <a:pt x="4191" y="99821"/>
                    <a:pt x="0" y="224027"/>
                  </a:cubicBezTo>
                  <a:lnTo>
                    <a:pt x="0" y="233679"/>
                  </a:lnTo>
                  <a:cubicBezTo>
                    <a:pt x="254" y="240537"/>
                    <a:pt x="1143" y="247394"/>
                    <a:pt x="2286" y="254125"/>
                  </a:cubicBezTo>
                  <a:lnTo>
                    <a:pt x="29464" y="281430"/>
                  </a:lnTo>
                  <a:cubicBezTo>
                    <a:pt x="56261" y="308481"/>
                    <a:pt x="86106" y="331214"/>
                    <a:pt x="117856" y="350391"/>
                  </a:cubicBezTo>
                  <a:cubicBezTo>
                    <a:pt x="180467" y="313942"/>
                    <a:pt x="263017" y="291590"/>
                    <a:pt x="353949" y="291590"/>
                  </a:cubicBezTo>
                  <a:cubicBezTo>
                    <a:pt x="458724" y="291590"/>
                    <a:pt x="552577" y="321308"/>
                    <a:pt x="617347" y="368044"/>
                  </a:cubicBezTo>
                  <a:cubicBezTo>
                    <a:pt x="626999" y="364107"/>
                    <a:pt x="636270" y="359662"/>
                    <a:pt x="645541" y="355217"/>
                  </a:cubicBezTo>
                  <a:lnTo>
                    <a:pt x="645541" y="99313"/>
                  </a:lnTo>
                  <a:cubicBezTo>
                    <a:pt x="581660" y="39369"/>
                    <a:pt x="474980" y="0"/>
                    <a:pt x="354076" y="0"/>
                  </a:cubicBezTo>
                  <a:close/>
                </a:path>
              </a:pathLst>
            </a:custGeom>
            <a:solidFill>
              <a:srgbClr val="000000"/>
            </a:solidFill>
          </p:spPr>
        </p:sp>
        <p:sp>
          <p:nvSpPr>
            <p:cNvPr name="Freeform 19" id="19"/>
            <p:cNvSpPr/>
            <p:nvPr/>
          </p:nvSpPr>
          <p:spPr>
            <a:xfrm flipH="false" flipV="false" rot="0">
              <a:off x="500634" y="1189858"/>
              <a:ext cx="145796" cy="208279"/>
            </a:xfrm>
            <a:custGeom>
              <a:avLst/>
              <a:gdLst/>
              <a:ahLst/>
              <a:cxnLst/>
              <a:rect r="r" b="b" t="t" l="l"/>
              <a:pathLst>
                <a:path h="208279" w="145796">
                  <a:moveTo>
                    <a:pt x="103378" y="208279"/>
                  </a:moveTo>
                  <a:cubicBezTo>
                    <a:pt x="56134" y="208279"/>
                    <a:pt x="0" y="131063"/>
                    <a:pt x="0" y="59690"/>
                  </a:cubicBezTo>
                  <a:cubicBezTo>
                    <a:pt x="0" y="23749"/>
                    <a:pt x="16891" y="0"/>
                    <a:pt x="41656" y="0"/>
                  </a:cubicBezTo>
                  <a:cubicBezTo>
                    <a:pt x="90297" y="0"/>
                    <a:pt x="145796" y="78994"/>
                    <a:pt x="145796" y="147065"/>
                  </a:cubicBezTo>
                  <a:cubicBezTo>
                    <a:pt x="145796" y="178180"/>
                    <a:pt x="133477" y="208279"/>
                    <a:pt x="103378" y="208279"/>
                  </a:cubicBezTo>
                  <a:close/>
                </a:path>
              </a:pathLst>
            </a:custGeom>
            <a:solidFill>
              <a:srgbClr val="000000"/>
            </a:solidFill>
          </p:spPr>
        </p:sp>
        <p:sp>
          <p:nvSpPr>
            <p:cNvPr name="Freeform 20" id="20"/>
            <p:cNvSpPr/>
            <p:nvPr/>
          </p:nvSpPr>
          <p:spPr>
            <a:xfrm flipH="false" flipV="false" rot="0">
              <a:off x="584835" y="1127374"/>
              <a:ext cx="165608" cy="227583"/>
            </a:xfrm>
            <a:custGeom>
              <a:avLst/>
              <a:gdLst/>
              <a:ahLst/>
              <a:cxnLst/>
              <a:rect r="r" b="b" t="t" l="l"/>
              <a:pathLst>
                <a:path h="227583" w="165608">
                  <a:moveTo>
                    <a:pt x="61595" y="0"/>
                  </a:moveTo>
                  <a:cubicBezTo>
                    <a:pt x="54864" y="0"/>
                    <a:pt x="48768" y="1651"/>
                    <a:pt x="43434" y="4953"/>
                  </a:cubicBezTo>
                  <a:lnTo>
                    <a:pt x="0" y="30988"/>
                  </a:lnTo>
                  <a:cubicBezTo>
                    <a:pt x="58801" y="59055"/>
                    <a:pt x="103124" y="140462"/>
                    <a:pt x="103124" y="209549"/>
                  </a:cubicBezTo>
                  <a:cubicBezTo>
                    <a:pt x="103124" y="215772"/>
                    <a:pt x="102489" y="221741"/>
                    <a:pt x="101854" y="227583"/>
                  </a:cubicBezTo>
                  <a:lnTo>
                    <a:pt x="142240" y="203326"/>
                  </a:lnTo>
                  <a:cubicBezTo>
                    <a:pt x="158369" y="193421"/>
                    <a:pt x="165608" y="170434"/>
                    <a:pt x="165608" y="147066"/>
                  </a:cubicBezTo>
                  <a:cubicBezTo>
                    <a:pt x="165608" y="78994"/>
                    <a:pt x="110109" y="0"/>
                    <a:pt x="61468" y="0"/>
                  </a:cubicBezTo>
                  <a:close/>
                </a:path>
              </a:pathLst>
            </a:custGeom>
            <a:solidFill>
              <a:srgbClr val="000000"/>
            </a:solidFill>
          </p:spPr>
        </p:sp>
        <p:sp>
          <p:nvSpPr>
            <p:cNvPr name="Freeform 21" id="21"/>
            <p:cNvSpPr/>
            <p:nvPr/>
          </p:nvSpPr>
          <p:spPr>
            <a:xfrm flipH="false" flipV="false" rot="0">
              <a:off x="726313" y="1064793"/>
              <a:ext cx="169967" cy="167102"/>
            </a:xfrm>
            <a:custGeom>
              <a:avLst/>
              <a:gdLst/>
              <a:ahLst/>
              <a:cxnLst/>
              <a:rect r="r" b="b" t="t" l="l"/>
              <a:pathLst>
                <a:path h="167102" w="169967">
                  <a:moveTo>
                    <a:pt x="160020" y="28672"/>
                  </a:moveTo>
                  <a:cubicBezTo>
                    <a:pt x="141351" y="-283"/>
                    <a:pt x="102616" y="-8792"/>
                    <a:pt x="73660" y="10004"/>
                  </a:cubicBezTo>
                  <a:lnTo>
                    <a:pt x="0" y="57501"/>
                  </a:lnTo>
                  <a:cubicBezTo>
                    <a:pt x="29083" y="85568"/>
                    <a:pt x="51054" y="126208"/>
                    <a:pt x="60579" y="167102"/>
                  </a:cubicBezTo>
                  <a:lnTo>
                    <a:pt x="141351" y="115032"/>
                  </a:lnTo>
                  <a:cubicBezTo>
                    <a:pt x="170307" y="96363"/>
                    <a:pt x="178689" y="57628"/>
                    <a:pt x="160020" y="28672"/>
                  </a:cubicBezTo>
                  <a:close/>
                </a:path>
              </a:pathLst>
            </a:custGeom>
            <a:solidFill>
              <a:srgbClr val="000000"/>
            </a:solidFill>
          </p:spPr>
        </p:sp>
        <p:sp>
          <p:nvSpPr>
            <p:cNvPr name="Freeform 22" id="22"/>
            <p:cNvSpPr/>
            <p:nvPr/>
          </p:nvSpPr>
          <p:spPr>
            <a:xfrm flipH="false" flipV="false" rot="0">
              <a:off x="63373" y="896743"/>
              <a:ext cx="835533" cy="438910"/>
            </a:xfrm>
            <a:custGeom>
              <a:avLst/>
              <a:gdLst/>
              <a:ahLst/>
              <a:cxnLst/>
              <a:rect r="r" b="b" t="t" l="l"/>
              <a:pathLst>
                <a:path h="438910" w="835533">
                  <a:moveTo>
                    <a:pt x="104140" y="168148"/>
                  </a:moveTo>
                  <a:cubicBezTo>
                    <a:pt x="115697" y="168148"/>
                    <a:pt x="124968" y="177545"/>
                    <a:pt x="124968" y="188976"/>
                  </a:cubicBezTo>
                  <a:lnTo>
                    <a:pt x="124968" y="272287"/>
                  </a:lnTo>
                  <a:cubicBezTo>
                    <a:pt x="124968" y="283844"/>
                    <a:pt x="115697" y="293115"/>
                    <a:pt x="104140" y="293115"/>
                  </a:cubicBezTo>
                  <a:cubicBezTo>
                    <a:pt x="92583" y="293115"/>
                    <a:pt x="83312" y="283717"/>
                    <a:pt x="83312" y="272287"/>
                  </a:cubicBezTo>
                  <a:lnTo>
                    <a:pt x="83312" y="188976"/>
                  </a:lnTo>
                  <a:cubicBezTo>
                    <a:pt x="83312" y="177418"/>
                    <a:pt x="92583" y="168148"/>
                    <a:pt x="104140" y="168148"/>
                  </a:cubicBezTo>
                  <a:close/>
                  <a:moveTo>
                    <a:pt x="249936" y="209803"/>
                  </a:moveTo>
                  <a:cubicBezTo>
                    <a:pt x="261493" y="209803"/>
                    <a:pt x="270764" y="219201"/>
                    <a:pt x="270764" y="230631"/>
                  </a:cubicBezTo>
                  <a:lnTo>
                    <a:pt x="270764" y="313943"/>
                  </a:lnTo>
                  <a:cubicBezTo>
                    <a:pt x="270764" y="325500"/>
                    <a:pt x="261493" y="334771"/>
                    <a:pt x="249936" y="334771"/>
                  </a:cubicBezTo>
                  <a:cubicBezTo>
                    <a:pt x="238379" y="334771"/>
                    <a:pt x="229108" y="325373"/>
                    <a:pt x="229108" y="313943"/>
                  </a:cubicBezTo>
                  <a:lnTo>
                    <a:pt x="229108" y="230631"/>
                  </a:lnTo>
                  <a:cubicBezTo>
                    <a:pt x="229108" y="219074"/>
                    <a:pt x="238379" y="209803"/>
                    <a:pt x="249936" y="209803"/>
                  </a:cubicBezTo>
                  <a:close/>
                  <a:moveTo>
                    <a:pt x="127" y="0"/>
                  </a:moveTo>
                  <a:lnTo>
                    <a:pt x="127" y="291972"/>
                  </a:lnTo>
                  <a:cubicBezTo>
                    <a:pt x="90678" y="382777"/>
                    <a:pt x="215773" y="438910"/>
                    <a:pt x="354076" y="438910"/>
                  </a:cubicBezTo>
                  <a:cubicBezTo>
                    <a:pt x="374777" y="438910"/>
                    <a:pt x="394843" y="438021"/>
                    <a:pt x="414528" y="436624"/>
                  </a:cubicBezTo>
                  <a:cubicBezTo>
                    <a:pt x="402717" y="409447"/>
                    <a:pt x="395732" y="380110"/>
                    <a:pt x="395732" y="352805"/>
                  </a:cubicBezTo>
                  <a:cubicBezTo>
                    <a:pt x="395732" y="313943"/>
                    <a:pt x="410083" y="282828"/>
                    <a:pt x="433832" y="265810"/>
                  </a:cubicBezTo>
                  <a:lnTo>
                    <a:pt x="543560" y="199897"/>
                  </a:lnTo>
                  <a:cubicBezTo>
                    <a:pt x="555498" y="192785"/>
                    <a:pt x="569087" y="189103"/>
                    <a:pt x="583057" y="189103"/>
                  </a:cubicBezTo>
                  <a:cubicBezTo>
                    <a:pt x="598043" y="189103"/>
                    <a:pt x="612648" y="192912"/>
                    <a:pt x="626491" y="199770"/>
                  </a:cubicBezTo>
                  <a:lnTo>
                    <a:pt x="713994" y="143256"/>
                  </a:lnTo>
                  <a:cubicBezTo>
                    <a:pt x="731012" y="132207"/>
                    <a:pt x="750443" y="126619"/>
                    <a:pt x="770255" y="126619"/>
                  </a:cubicBezTo>
                  <a:cubicBezTo>
                    <a:pt x="777621" y="126619"/>
                    <a:pt x="784987" y="127381"/>
                    <a:pt x="792353" y="128905"/>
                  </a:cubicBezTo>
                  <a:cubicBezTo>
                    <a:pt x="808609" y="132334"/>
                    <a:pt x="823087" y="139827"/>
                    <a:pt x="835533" y="149987"/>
                  </a:cubicBezTo>
                  <a:cubicBezTo>
                    <a:pt x="806704" y="108966"/>
                    <a:pt x="771652" y="70485"/>
                    <a:pt x="730377" y="44323"/>
                  </a:cubicBezTo>
                  <a:cubicBezTo>
                    <a:pt x="635254" y="108839"/>
                    <a:pt x="509016" y="147447"/>
                    <a:pt x="353949" y="147447"/>
                  </a:cubicBezTo>
                  <a:cubicBezTo>
                    <a:pt x="215646" y="147447"/>
                    <a:pt x="90551" y="91059"/>
                    <a:pt x="0" y="127"/>
                  </a:cubicBezTo>
                  <a:close/>
                </a:path>
              </a:pathLst>
            </a:custGeom>
            <a:solidFill>
              <a:srgbClr val="000000"/>
            </a:solidFill>
          </p:spPr>
        </p:sp>
        <p:sp>
          <p:nvSpPr>
            <p:cNvPr name="Freeform 23" id="23"/>
            <p:cNvSpPr/>
            <p:nvPr/>
          </p:nvSpPr>
          <p:spPr>
            <a:xfrm flipH="false" flipV="false" rot="0">
              <a:off x="1000379" y="481582"/>
              <a:ext cx="166624" cy="166623"/>
            </a:xfrm>
            <a:custGeom>
              <a:avLst/>
              <a:gdLst/>
              <a:ahLst/>
              <a:cxnLst/>
              <a:rect r="r" b="b" t="t" l="l"/>
              <a:pathLst>
                <a:path h="166623" w="166624">
                  <a:moveTo>
                    <a:pt x="135382" y="166623"/>
                  </a:moveTo>
                  <a:cubicBezTo>
                    <a:pt x="127381" y="166623"/>
                    <a:pt x="119380" y="163575"/>
                    <a:pt x="113284" y="157479"/>
                  </a:cubicBezTo>
                  <a:lnTo>
                    <a:pt x="9144" y="53340"/>
                  </a:lnTo>
                  <a:cubicBezTo>
                    <a:pt x="-3048" y="41148"/>
                    <a:pt x="-3048" y="21336"/>
                    <a:pt x="9144" y="9144"/>
                  </a:cubicBezTo>
                  <a:cubicBezTo>
                    <a:pt x="21336" y="-3048"/>
                    <a:pt x="41148" y="-3048"/>
                    <a:pt x="53340" y="9144"/>
                  </a:cubicBezTo>
                  <a:lnTo>
                    <a:pt x="157480" y="113284"/>
                  </a:lnTo>
                  <a:cubicBezTo>
                    <a:pt x="169672" y="125475"/>
                    <a:pt x="169672" y="145287"/>
                    <a:pt x="157480" y="157479"/>
                  </a:cubicBezTo>
                  <a:cubicBezTo>
                    <a:pt x="151384" y="163575"/>
                    <a:pt x="143383" y="166623"/>
                    <a:pt x="135382" y="166623"/>
                  </a:cubicBezTo>
                  <a:close/>
                </a:path>
              </a:pathLst>
            </a:custGeom>
            <a:solidFill>
              <a:srgbClr val="000000"/>
            </a:solidFill>
          </p:spPr>
        </p:sp>
        <p:sp>
          <p:nvSpPr>
            <p:cNvPr name="Freeform 24" id="24"/>
            <p:cNvSpPr/>
            <p:nvPr/>
          </p:nvSpPr>
          <p:spPr>
            <a:xfrm flipH="false" flipV="false" rot="0">
              <a:off x="813054" y="294131"/>
              <a:ext cx="374777" cy="375029"/>
            </a:xfrm>
            <a:custGeom>
              <a:avLst/>
              <a:gdLst/>
              <a:ahLst/>
              <a:cxnLst/>
              <a:rect r="r" b="b" t="t" l="l"/>
              <a:pathLst>
                <a:path h="375029" w="374777">
                  <a:moveTo>
                    <a:pt x="167005" y="270255"/>
                  </a:moveTo>
                  <a:cubicBezTo>
                    <a:pt x="138557" y="241807"/>
                    <a:pt x="138557" y="195579"/>
                    <a:pt x="167005" y="167131"/>
                  </a:cubicBezTo>
                  <a:cubicBezTo>
                    <a:pt x="195453" y="138683"/>
                    <a:pt x="241681" y="138683"/>
                    <a:pt x="270129" y="167131"/>
                  </a:cubicBezTo>
                  <a:lnTo>
                    <a:pt x="322199" y="219201"/>
                  </a:lnTo>
                  <a:lnTo>
                    <a:pt x="374777" y="166623"/>
                  </a:lnTo>
                  <a:lnTo>
                    <a:pt x="208280" y="0"/>
                  </a:lnTo>
                  <a:lnTo>
                    <a:pt x="0" y="208279"/>
                  </a:lnTo>
                  <a:lnTo>
                    <a:pt x="166624" y="375029"/>
                  </a:lnTo>
                  <a:lnTo>
                    <a:pt x="219202" y="322451"/>
                  </a:lnTo>
                  <a:lnTo>
                    <a:pt x="167132" y="270382"/>
                  </a:lnTo>
                  <a:close/>
                </a:path>
              </a:pathLst>
            </a:custGeom>
            <a:solidFill>
              <a:srgbClr val="000000"/>
            </a:solidFill>
          </p:spPr>
        </p:sp>
        <p:sp>
          <p:nvSpPr>
            <p:cNvPr name="Freeform 25" id="25"/>
            <p:cNvSpPr/>
            <p:nvPr/>
          </p:nvSpPr>
          <p:spPr>
            <a:xfrm flipH="false" flipV="false" rot="0">
              <a:off x="728726" y="606549"/>
              <a:ext cx="260350" cy="244347"/>
            </a:xfrm>
            <a:custGeom>
              <a:avLst/>
              <a:gdLst/>
              <a:ahLst/>
              <a:cxnLst/>
              <a:rect r="r" b="b" t="t" l="l"/>
              <a:pathLst>
                <a:path h="244347" w="260350">
                  <a:moveTo>
                    <a:pt x="8636" y="48133"/>
                  </a:moveTo>
                  <a:lnTo>
                    <a:pt x="21844" y="60452"/>
                  </a:lnTo>
                  <a:lnTo>
                    <a:pt x="21844" y="244348"/>
                  </a:lnTo>
                  <a:cubicBezTo>
                    <a:pt x="117856" y="220472"/>
                    <a:pt x="197993" y="181229"/>
                    <a:pt x="260350" y="130937"/>
                  </a:cubicBezTo>
                  <a:lnTo>
                    <a:pt x="129540" y="0"/>
                  </a:lnTo>
                  <a:cubicBezTo>
                    <a:pt x="90043" y="16891"/>
                    <a:pt x="46736" y="30480"/>
                    <a:pt x="0" y="40894"/>
                  </a:cubicBezTo>
                  <a:cubicBezTo>
                    <a:pt x="2794" y="43307"/>
                    <a:pt x="5969" y="45593"/>
                    <a:pt x="8763" y="48133"/>
                  </a:cubicBezTo>
                  <a:close/>
                </a:path>
              </a:pathLst>
            </a:custGeom>
            <a:solidFill>
              <a:srgbClr val="000000"/>
            </a:solidFill>
          </p:spPr>
        </p:sp>
        <p:sp>
          <p:nvSpPr>
            <p:cNvPr name="Freeform 26" id="26"/>
            <p:cNvSpPr/>
            <p:nvPr/>
          </p:nvSpPr>
          <p:spPr>
            <a:xfrm flipH="false" flipV="false" rot="0">
              <a:off x="125857" y="440942"/>
              <a:ext cx="114427" cy="189610"/>
            </a:xfrm>
            <a:custGeom>
              <a:avLst/>
              <a:gdLst/>
              <a:ahLst/>
              <a:cxnLst/>
              <a:rect r="r" b="b" t="t" l="l"/>
              <a:pathLst>
                <a:path h="189610" w="114427">
                  <a:moveTo>
                    <a:pt x="114427" y="131191"/>
                  </a:moveTo>
                  <a:cubicBezTo>
                    <a:pt x="68453" y="95250"/>
                    <a:pt x="29591" y="50673"/>
                    <a:pt x="0" y="0"/>
                  </a:cubicBezTo>
                  <a:lnTo>
                    <a:pt x="0" y="189610"/>
                  </a:lnTo>
                  <a:cubicBezTo>
                    <a:pt x="32258" y="165608"/>
                    <a:pt x="70866" y="145796"/>
                    <a:pt x="114427" y="131191"/>
                  </a:cubicBezTo>
                  <a:close/>
                </a:path>
              </a:pathLst>
            </a:custGeom>
            <a:solidFill>
              <a:srgbClr val="000000"/>
            </a:solidFill>
          </p:spPr>
        </p:sp>
        <p:sp>
          <p:nvSpPr>
            <p:cNvPr name="Freeform 27" id="27"/>
            <p:cNvSpPr/>
            <p:nvPr/>
          </p:nvSpPr>
          <p:spPr>
            <a:xfrm flipH="false" flipV="false" rot="0">
              <a:off x="156718" y="169163"/>
              <a:ext cx="796544" cy="364996"/>
            </a:xfrm>
            <a:custGeom>
              <a:avLst/>
              <a:gdLst/>
              <a:ahLst/>
              <a:cxnLst/>
              <a:rect r="r" b="b" t="t" l="l"/>
              <a:pathLst>
                <a:path h="364996" w="796544">
                  <a:moveTo>
                    <a:pt x="614680" y="30480"/>
                  </a:moveTo>
                  <a:lnTo>
                    <a:pt x="614680" y="83312"/>
                  </a:lnTo>
                  <a:cubicBezTo>
                    <a:pt x="614680" y="94869"/>
                    <a:pt x="605409" y="104140"/>
                    <a:pt x="593852" y="104140"/>
                  </a:cubicBezTo>
                  <a:cubicBezTo>
                    <a:pt x="582295" y="104140"/>
                    <a:pt x="573024" y="94869"/>
                    <a:pt x="573024" y="83312"/>
                  </a:cubicBezTo>
                  <a:lnTo>
                    <a:pt x="573024" y="18288"/>
                  </a:lnTo>
                  <a:cubicBezTo>
                    <a:pt x="540004" y="9906"/>
                    <a:pt x="505206" y="4191"/>
                    <a:pt x="468884" y="1651"/>
                  </a:cubicBezTo>
                  <a:lnTo>
                    <a:pt x="468884" y="62484"/>
                  </a:lnTo>
                  <a:cubicBezTo>
                    <a:pt x="468884" y="74041"/>
                    <a:pt x="459613" y="83312"/>
                    <a:pt x="448056" y="83312"/>
                  </a:cubicBezTo>
                  <a:cubicBezTo>
                    <a:pt x="436499" y="83312"/>
                    <a:pt x="427228" y="74041"/>
                    <a:pt x="427228" y="62484"/>
                  </a:cubicBezTo>
                  <a:lnTo>
                    <a:pt x="427228" y="0"/>
                  </a:lnTo>
                  <a:cubicBezTo>
                    <a:pt x="391795" y="0"/>
                    <a:pt x="356870" y="3683"/>
                    <a:pt x="323088" y="10541"/>
                  </a:cubicBezTo>
                  <a:lnTo>
                    <a:pt x="323088" y="83312"/>
                  </a:lnTo>
                  <a:cubicBezTo>
                    <a:pt x="323088" y="94869"/>
                    <a:pt x="313817" y="104140"/>
                    <a:pt x="302260" y="104140"/>
                  </a:cubicBezTo>
                  <a:cubicBezTo>
                    <a:pt x="290703" y="104140"/>
                    <a:pt x="281432" y="94869"/>
                    <a:pt x="281432" y="83312"/>
                  </a:cubicBezTo>
                  <a:lnTo>
                    <a:pt x="281432" y="20955"/>
                  </a:lnTo>
                  <a:cubicBezTo>
                    <a:pt x="244602" y="31623"/>
                    <a:pt x="209677" y="45974"/>
                    <a:pt x="177292" y="63754"/>
                  </a:cubicBezTo>
                  <a:lnTo>
                    <a:pt x="177292" y="125095"/>
                  </a:lnTo>
                  <a:cubicBezTo>
                    <a:pt x="177292" y="136652"/>
                    <a:pt x="168021" y="145923"/>
                    <a:pt x="156464" y="145923"/>
                  </a:cubicBezTo>
                  <a:cubicBezTo>
                    <a:pt x="144907" y="145923"/>
                    <a:pt x="135636" y="136652"/>
                    <a:pt x="135636" y="125095"/>
                  </a:cubicBezTo>
                  <a:lnTo>
                    <a:pt x="135636" y="89281"/>
                  </a:lnTo>
                  <a:cubicBezTo>
                    <a:pt x="76327" y="130048"/>
                    <a:pt x="28829" y="182372"/>
                    <a:pt x="0" y="242315"/>
                  </a:cubicBezTo>
                  <a:cubicBezTo>
                    <a:pt x="27178" y="289051"/>
                    <a:pt x="56515" y="327151"/>
                    <a:pt x="102997" y="364997"/>
                  </a:cubicBezTo>
                  <a:cubicBezTo>
                    <a:pt x="179070" y="281050"/>
                    <a:pt x="245999" y="187452"/>
                    <a:pt x="406273" y="187452"/>
                  </a:cubicBezTo>
                  <a:cubicBezTo>
                    <a:pt x="504571" y="187452"/>
                    <a:pt x="595122" y="215391"/>
                    <a:pt x="668147" y="262381"/>
                  </a:cubicBezTo>
                  <a:lnTo>
                    <a:pt x="796544" y="133985"/>
                  </a:lnTo>
                  <a:cubicBezTo>
                    <a:pt x="747141" y="90932"/>
                    <a:pt x="685546" y="54483"/>
                    <a:pt x="614553" y="30480"/>
                  </a:cubicBezTo>
                  <a:lnTo>
                    <a:pt x="614680" y="30480"/>
                  </a:lnTo>
                  <a:close/>
                </a:path>
              </a:pathLst>
            </a:custGeom>
            <a:solidFill>
              <a:srgbClr val="000000"/>
            </a:solidFill>
          </p:spPr>
        </p:sp>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29" id="29"/>
            <p:cNvSpPr/>
            <p:nvPr/>
          </p:nvSpPr>
          <p:spPr>
            <a:xfrm flipH="false" flipV="false" rot="0">
              <a:off x="63500" y="169036"/>
              <a:ext cx="1122045" cy="1226180"/>
            </a:xfrm>
            <a:custGeom>
              <a:avLst/>
              <a:gdLst/>
              <a:ahLst/>
              <a:cxnLst/>
              <a:rect r="r" b="b" t="t" l="l"/>
              <a:pathLst>
                <a:path h="1226180" w="1122045">
                  <a:moveTo>
                    <a:pt x="0" y="1226180"/>
                  </a:moveTo>
                  <a:lnTo>
                    <a:pt x="1122045" y="1226180"/>
                  </a:lnTo>
                  <a:lnTo>
                    <a:pt x="1122045" y="0"/>
                  </a:lnTo>
                  <a:lnTo>
                    <a:pt x="0" y="0"/>
                  </a:lnTo>
                  <a:close/>
                </a:path>
              </a:pathLst>
            </a:custGeom>
            <a:solidFill>
              <a:srgbClr val="000000">
                <a:alpha val="0"/>
              </a:srgbClr>
            </a:solidFill>
          </p:spPr>
        </p:sp>
      </p:grpSp>
      <p:grpSp>
        <p:nvGrpSpPr>
          <p:cNvPr name="Group 30" id="30"/>
          <p:cNvGrpSpPr/>
          <p:nvPr/>
        </p:nvGrpSpPr>
        <p:grpSpPr>
          <a:xfrm rot="0">
            <a:off x="-63503" y="9484871"/>
            <a:ext cx="7689847" cy="1277112"/>
            <a:chOff x="0" y="0"/>
            <a:chExt cx="7689850" cy="1277112"/>
          </a:xfrm>
        </p:grpSpPr>
        <p:sp>
          <p:nvSpPr>
            <p:cNvPr name="Freeform 31" id="3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2" id="3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3" id="3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4" id="34"/>
          <p:cNvSpPr txBox="true"/>
          <p:nvPr/>
        </p:nvSpPr>
        <p:spPr>
          <a:xfrm rot="0">
            <a:off x="2851747" y="1193835"/>
            <a:ext cx="1896456" cy="797166"/>
          </a:xfrm>
          <a:prstGeom prst="rect">
            <a:avLst/>
          </a:prstGeom>
        </p:spPr>
        <p:txBody>
          <a:bodyPr anchor="t" rtlCol="false" tIns="0" lIns="0" bIns="0" rIns="0">
            <a:spAutoFit/>
          </a:bodyPr>
          <a:lstStyle/>
          <a:p>
            <a:pPr algn="just">
              <a:lnSpc>
                <a:spcPts val="3076"/>
              </a:lnSpc>
            </a:pPr>
            <a:r>
              <a:rPr lang="en-US" b="true" sz="2200">
                <a:solidFill>
                  <a:srgbClr val="192072"/>
                </a:solidFill>
                <a:latin typeface="Poppins Bold"/>
                <a:ea typeface="Poppins Bold"/>
                <a:cs typeface="Poppins Bold"/>
                <a:sym typeface="Poppins Bold"/>
              </a:rPr>
              <a:t>MULTI-BAND</a:t>
            </a:r>
            <a:r>
              <a:rPr lang="en-US" b="true" sz="2200">
                <a:solidFill>
                  <a:srgbClr val="FF3131"/>
                </a:solidFill>
                <a:latin typeface="Poppins Bold"/>
                <a:ea typeface="Poppins Bold"/>
                <a:cs typeface="Poppins Bold"/>
                <a:sym typeface="Poppins Bold"/>
              </a:rPr>
              <a:t> RUBIT BRAND</a:t>
            </a:r>
          </a:p>
        </p:txBody>
      </p:sp>
      <p:sp>
        <p:nvSpPr>
          <p:cNvPr name="TextBox 35" id="35"/>
          <p:cNvSpPr txBox="true"/>
          <p:nvPr/>
        </p:nvSpPr>
        <p:spPr>
          <a:xfrm rot="0">
            <a:off x="2315966" y="5655850"/>
            <a:ext cx="2989393" cy="797166"/>
          </a:xfrm>
          <a:prstGeom prst="rect">
            <a:avLst/>
          </a:prstGeom>
        </p:spPr>
        <p:txBody>
          <a:bodyPr anchor="t" rtlCol="false" tIns="0" lIns="0" bIns="0" rIns="0">
            <a:spAutoFit/>
          </a:bodyPr>
          <a:lstStyle/>
          <a:p>
            <a:pPr algn="ctr">
              <a:lnSpc>
                <a:spcPts val="3076"/>
              </a:lnSpc>
            </a:pPr>
            <a:r>
              <a:rPr lang="en-US" b="true" sz="2200">
                <a:solidFill>
                  <a:srgbClr val="192072"/>
                </a:solidFill>
                <a:latin typeface="Poppins Bold"/>
                <a:ea typeface="Poppins Bold"/>
                <a:cs typeface="Poppins Bold"/>
                <a:sym typeface="Poppins Bold"/>
              </a:rPr>
              <a:t>MULTI-BAND SCREW </a:t>
            </a:r>
            <a:r>
              <a:rPr lang="en-US" b="true" sz="2200">
                <a:solidFill>
                  <a:srgbClr val="FF3131"/>
                </a:solidFill>
                <a:latin typeface="Poppins Bold"/>
                <a:ea typeface="Poppins Bold"/>
                <a:cs typeface="Poppins Bold"/>
                <a:sym typeface="Poppins Bold"/>
              </a:rPr>
              <a:t>RUBIT BRAND</a:t>
            </a:r>
          </a:p>
        </p:txBody>
      </p:sp>
      <p:sp>
        <p:nvSpPr>
          <p:cNvPr name="TextBox 36" id="36"/>
          <p:cNvSpPr txBox="true"/>
          <p:nvPr/>
        </p:nvSpPr>
        <p:spPr>
          <a:xfrm rot="0">
            <a:off x="2665962" y="4892973"/>
            <a:ext cx="2257387" cy="562156"/>
          </a:xfrm>
          <a:prstGeom prst="rect">
            <a:avLst/>
          </a:prstGeom>
        </p:spPr>
        <p:txBody>
          <a:bodyPr anchor="t" rtlCol="false" tIns="0" lIns="0" bIns="0" rIns="0">
            <a:spAutoFit/>
          </a:bodyPr>
          <a:lstStyle/>
          <a:p>
            <a:pPr algn="ctr">
              <a:lnSpc>
                <a:spcPts val="4201"/>
              </a:lnSpc>
            </a:pPr>
            <a:r>
              <a:rPr lang="en-US" b="true" sz="3001">
                <a:solidFill>
                  <a:srgbClr val="000000"/>
                </a:solidFill>
                <a:latin typeface="Poppins Bold"/>
                <a:ea typeface="Poppins Bold"/>
                <a:cs typeface="Poppins Bold"/>
                <a:sym typeface="Poppins Bold"/>
              </a:rPr>
              <a:t>Grade: </a:t>
            </a:r>
            <a:r>
              <a:rPr lang="en-US" b="true" sz="3001">
                <a:solidFill>
                  <a:srgbClr val="78A12A"/>
                </a:solidFill>
                <a:latin typeface="Poppins Bold"/>
                <a:ea typeface="Poppins Bold"/>
                <a:cs typeface="Poppins Bold"/>
                <a:sym typeface="Poppins Bold"/>
              </a:rPr>
              <a:t>304 </a:t>
            </a:r>
          </a:p>
        </p:txBody>
      </p:sp>
      <p:sp>
        <p:nvSpPr>
          <p:cNvPr name="TextBox 37" id="37"/>
          <p:cNvSpPr txBox="true"/>
          <p:nvPr/>
        </p:nvSpPr>
        <p:spPr>
          <a:xfrm rot="0">
            <a:off x="2746810" y="9325613"/>
            <a:ext cx="2174824"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Grade:</a:t>
            </a:r>
            <a:r>
              <a:rPr lang="en-US" b="true" sz="3001">
                <a:solidFill>
                  <a:srgbClr val="004AAD"/>
                </a:solidFill>
                <a:latin typeface="Poppins Bold"/>
                <a:ea typeface="Poppins Bold"/>
                <a:cs typeface="Poppins Bold"/>
                <a:sym typeface="Poppins Bold"/>
              </a:rPr>
              <a:t> </a:t>
            </a:r>
            <a:r>
              <a:rPr lang="en-US" b="true" sz="3001">
                <a:solidFill>
                  <a:srgbClr val="78A12A"/>
                </a:solidFill>
                <a:latin typeface="Poppins Bold"/>
                <a:ea typeface="Poppins Bold"/>
                <a:cs typeface="Poppins Bold"/>
                <a:sym typeface="Poppins Bold"/>
              </a:rPr>
              <a:t>304</a:t>
            </a:r>
          </a:p>
        </p:txBody>
      </p:sp>
      <p:sp>
        <p:nvSpPr>
          <p:cNvPr name="TextBox 38" id="38"/>
          <p:cNvSpPr txBox="true"/>
          <p:nvPr/>
        </p:nvSpPr>
        <p:spPr>
          <a:xfrm rot="0">
            <a:off x="7139845" y="10145220"/>
            <a:ext cx="29235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866074"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9" id="9"/>
          <p:cNvGrpSpPr/>
          <p:nvPr/>
        </p:nvGrpSpPr>
        <p:grpSpPr>
          <a:xfrm rot="0">
            <a:off x="214084" y="1905543"/>
            <a:ext cx="3296898" cy="1534106"/>
            <a:chOff x="0" y="0"/>
            <a:chExt cx="4395864" cy="2045475"/>
          </a:xfrm>
        </p:grpSpPr>
        <p:sp>
          <p:nvSpPr>
            <p:cNvPr name="Freeform 10" id="10"/>
            <p:cNvSpPr/>
            <p:nvPr/>
          </p:nvSpPr>
          <p:spPr>
            <a:xfrm flipH="false" flipV="false" rot="0">
              <a:off x="0" y="0"/>
              <a:ext cx="4395851" cy="2045462"/>
            </a:xfrm>
            <a:custGeom>
              <a:avLst/>
              <a:gdLst/>
              <a:ahLst/>
              <a:cxnLst/>
              <a:rect r="r" b="b" t="t" l="l"/>
              <a:pathLst>
                <a:path h="2045462" w="4395851">
                  <a:moveTo>
                    <a:pt x="0" y="0"/>
                  </a:moveTo>
                  <a:lnTo>
                    <a:pt x="4395851" y="0"/>
                  </a:lnTo>
                  <a:lnTo>
                    <a:pt x="4395851" y="2045462"/>
                  </a:lnTo>
                  <a:lnTo>
                    <a:pt x="0" y="2045462"/>
                  </a:lnTo>
                  <a:lnTo>
                    <a:pt x="0" y="0"/>
                  </a:lnTo>
                  <a:close/>
                </a:path>
              </a:pathLst>
            </a:custGeom>
            <a:blipFill>
              <a:blip r:embed="rId11"/>
              <a:stretch>
                <a:fillRect l="0" t="-185" r="0" b="-284"/>
              </a:stretch>
            </a:blipFill>
          </p:spPr>
        </p:sp>
      </p:grpSp>
      <p:grpSp>
        <p:nvGrpSpPr>
          <p:cNvPr name="Group 11" id="11"/>
          <p:cNvGrpSpPr/>
          <p:nvPr/>
        </p:nvGrpSpPr>
        <p:grpSpPr>
          <a:xfrm rot="5400000">
            <a:off x="1251080" y="6662518"/>
            <a:ext cx="1238717" cy="3287363"/>
            <a:chOff x="0" y="0"/>
            <a:chExt cx="1651622" cy="4383151"/>
          </a:xfrm>
        </p:grpSpPr>
        <p:sp>
          <p:nvSpPr>
            <p:cNvPr name="Freeform 12" id="12"/>
            <p:cNvSpPr/>
            <p:nvPr/>
          </p:nvSpPr>
          <p:spPr>
            <a:xfrm flipH="false" flipV="false" rot="0">
              <a:off x="0" y="0"/>
              <a:ext cx="1651635" cy="4383151"/>
            </a:xfrm>
            <a:custGeom>
              <a:avLst/>
              <a:gdLst/>
              <a:ahLst/>
              <a:cxnLst/>
              <a:rect r="r" b="b" t="t" l="l"/>
              <a:pathLst>
                <a:path h="4383151" w="1651635">
                  <a:moveTo>
                    <a:pt x="0" y="0"/>
                  </a:moveTo>
                  <a:lnTo>
                    <a:pt x="1651635" y="0"/>
                  </a:lnTo>
                  <a:lnTo>
                    <a:pt x="1651635" y="4383151"/>
                  </a:lnTo>
                  <a:lnTo>
                    <a:pt x="0" y="4383151"/>
                  </a:lnTo>
                  <a:lnTo>
                    <a:pt x="0" y="0"/>
                  </a:lnTo>
                  <a:close/>
                </a:path>
              </a:pathLst>
            </a:custGeom>
            <a:blipFill>
              <a:blip r:embed="rId12"/>
              <a:stretch>
                <a:fillRect l="-46" t="-196" r="-238" b="-7"/>
              </a:stretch>
            </a:blipFill>
          </p:spPr>
        </p:sp>
      </p:grpSp>
      <p:grpSp>
        <p:nvGrpSpPr>
          <p:cNvPr name="Group 13" id="13"/>
          <p:cNvGrpSpPr/>
          <p:nvPr/>
        </p:nvGrpSpPr>
        <p:grpSpPr>
          <a:xfrm rot="0">
            <a:off x="3992756" y="7631287"/>
            <a:ext cx="3287363" cy="1353045"/>
            <a:chOff x="0" y="0"/>
            <a:chExt cx="4383151" cy="1804060"/>
          </a:xfrm>
        </p:grpSpPr>
        <p:sp>
          <p:nvSpPr>
            <p:cNvPr name="Freeform 14" id="14"/>
            <p:cNvSpPr/>
            <p:nvPr/>
          </p:nvSpPr>
          <p:spPr>
            <a:xfrm flipH="false" flipV="false" rot="0">
              <a:off x="0" y="0"/>
              <a:ext cx="4383151" cy="1804035"/>
            </a:xfrm>
            <a:custGeom>
              <a:avLst/>
              <a:gdLst/>
              <a:ahLst/>
              <a:cxnLst/>
              <a:rect r="r" b="b" t="t" l="l"/>
              <a:pathLst>
                <a:path h="1804035" w="4383151">
                  <a:moveTo>
                    <a:pt x="0" y="0"/>
                  </a:moveTo>
                  <a:lnTo>
                    <a:pt x="4383151" y="0"/>
                  </a:lnTo>
                  <a:lnTo>
                    <a:pt x="4383151" y="1804035"/>
                  </a:lnTo>
                  <a:lnTo>
                    <a:pt x="0" y="1804035"/>
                  </a:lnTo>
                  <a:lnTo>
                    <a:pt x="0" y="0"/>
                  </a:lnTo>
                  <a:close/>
                </a:path>
              </a:pathLst>
            </a:custGeom>
            <a:blipFill>
              <a:blip r:embed="rId13"/>
              <a:stretch>
                <a:fillRect l="0" t="0" r="0" b="-2"/>
              </a:stretch>
            </a:blipFill>
          </p:spPr>
        </p:sp>
      </p:grpSp>
      <p:grpSp>
        <p:nvGrpSpPr>
          <p:cNvPr name="Group 15" id="15"/>
          <p:cNvGrpSpPr/>
          <p:nvPr/>
        </p:nvGrpSpPr>
        <p:grpSpPr>
          <a:xfrm rot="0">
            <a:off x="6629400" y="9552422"/>
            <a:ext cx="935736" cy="1146058"/>
            <a:chOff x="0" y="0"/>
            <a:chExt cx="935736" cy="1146061"/>
          </a:xfrm>
        </p:grpSpPr>
        <p:sp>
          <p:nvSpPr>
            <p:cNvPr name="Freeform 16" id="16"/>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7" id="17"/>
          <p:cNvGrpSpPr/>
          <p:nvPr/>
        </p:nvGrpSpPr>
        <p:grpSpPr>
          <a:xfrm rot="0">
            <a:off x="258280" y="4688129"/>
            <a:ext cx="3255788" cy="1543622"/>
            <a:chOff x="0" y="0"/>
            <a:chExt cx="4341050" cy="2058162"/>
          </a:xfrm>
        </p:grpSpPr>
        <p:sp>
          <p:nvSpPr>
            <p:cNvPr name="Freeform 18" id="18"/>
            <p:cNvSpPr/>
            <p:nvPr/>
          </p:nvSpPr>
          <p:spPr>
            <a:xfrm flipH="true" flipV="false" rot="0">
              <a:off x="0" y="0"/>
              <a:ext cx="4340987" cy="2058162"/>
            </a:xfrm>
            <a:custGeom>
              <a:avLst/>
              <a:gdLst/>
              <a:ahLst/>
              <a:cxnLst/>
              <a:rect r="r" b="b" t="t" l="l"/>
              <a:pathLst>
                <a:path h="2058162" w="4340987">
                  <a:moveTo>
                    <a:pt x="4340987" y="0"/>
                  </a:moveTo>
                  <a:lnTo>
                    <a:pt x="0" y="0"/>
                  </a:lnTo>
                  <a:lnTo>
                    <a:pt x="0" y="2058162"/>
                  </a:lnTo>
                  <a:lnTo>
                    <a:pt x="4340987" y="2058162"/>
                  </a:lnTo>
                  <a:lnTo>
                    <a:pt x="4340987" y="0"/>
                  </a:lnTo>
                  <a:close/>
                </a:path>
              </a:pathLst>
            </a:custGeom>
            <a:blipFill>
              <a:blip r:embed="rId14"/>
              <a:stretch>
                <a:fillRect l="-91" t="-432" r="-1" b="-285"/>
              </a:stretch>
            </a:blipFill>
          </p:spPr>
        </p:sp>
      </p:grpSp>
      <p:grpSp>
        <p:nvGrpSpPr>
          <p:cNvPr name="Group 19" id="19"/>
          <p:cNvGrpSpPr/>
          <p:nvPr/>
        </p:nvGrpSpPr>
        <p:grpSpPr>
          <a:xfrm rot="-5400000">
            <a:off x="4858788" y="3807666"/>
            <a:ext cx="1541688" cy="3264579"/>
            <a:chOff x="0" y="0"/>
            <a:chExt cx="2055584" cy="4352773"/>
          </a:xfrm>
        </p:grpSpPr>
        <p:sp>
          <p:nvSpPr>
            <p:cNvPr name="Freeform 20" id="20"/>
            <p:cNvSpPr/>
            <p:nvPr/>
          </p:nvSpPr>
          <p:spPr>
            <a:xfrm flipH="false" flipV="false" rot="0">
              <a:off x="0" y="0"/>
              <a:ext cx="2055622" cy="4352798"/>
            </a:xfrm>
            <a:custGeom>
              <a:avLst/>
              <a:gdLst/>
              <a:ahLst/>
              <a:cxnLst/>
              <a:rect r="r" b="b" t="t" l="l"/>
              <a:pathLst>
                <a:path h="4352798" w="2055622">
                  <a:moveTo>
                    <a:pt x="0" y="0"/>
                  </a:moveTo>
                  <a:lnTo>
                    <a:pt x="2055622" y="0"/>
                  </a:lnTo>
                  <a:lnTo>
                    <a:pt x="2055622" y="4352798"/>
                  </a:lnTo>
                  <a:lnTo>
                    <a:pt x="0" y="4352798"/>
                  </a:lnTo>
                  <a:lnTo>
                    <a:pt x="0" y="0"/>
                  </a:lnTo>
                  <a:close/>
                </a:path>
              </a:pathLst>
            </a:custGeom>
            <a:blipFill>
              <a:blip r:embed="rId15"/>
              <a:stretch>
                <a:fillRect l="-125" t="0" r="-276" b="-113"/>
              </a:stretch>
            </a:blipFill>
          </p:spPr>
        </p:sp>
      </p:grpSp>
      <p:grpSp>
        <p:nvGrpSpPr>
          <p:cNvPr name="Group 21" id="21"/>
          <p:cNvGrpSpPr/>
          <p:nvPr/>
        </p:nvGrpSpPr>
        <p:grpSpPr>
          <a:xfrm rot="5400000">
            <a:off x="4814678" y="1226696"/>
            <a:ext cx="1667504" cy="2894009"/>
            <a:chOff x="0" y="0"/>
            <a:chExt cx="2223338" cy="3858679"/>
          </a:xfrm>
        </p:grpSpPr>
        <p:sp>
          <p:nvSpPr>
            <p:cNvPr name="Freeform 22" id="22"/>
            <p:cNvSpPr/>
            <p:nvPr/>
          </p:nvSpPr>
          <p:spPr>
            <a:xfrm flipH="false" flipV="true" rot="0">
              <a:off x="0" y="0"/>
              <a:ext cx="2223389" cy="3858641"/>
            </a:xfrm>
            <a:custGeom>
              <a:avLst/>
              <a:gdLst/>
              <a:ahLst/>
              <a:cxnLst/>
              <a:rect r="r" b="b" t="t" l="l"/>
              <a:pathLst>
                <a:path h="3858641" w="2223389">
                  <a:moveTo>
                    <a:pt x="0" y="3858641"/>
                  </a:moveTo>
                  <a:lnTo>
                    <a:pt x="2223389" y="3858641"/>
                  </a:lnTo>
                  <a:lnTo>
                    <a:pt x="2223389" y="0"/>
                  </a:lnTo>
                  <a:lnTo>
                    <a:pt x="0" y="0"/>
                  </a:lnTo>
                  <a:lnTo>
                    <a:pt x="0" y="3858641"/>
                  </a:lnTo>
                  <a:close/>
                </a:path>
              </a:pathLst>
            </a:custGeom>
            <a:blipFill>
              <a:blip r:embed="rId16"/>
              <a:stretch>
                <a:fillRect l="-135" t="-146" r="-224" b="-159"/>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47252"/>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734725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2339130" y="754085"/>
            <a:ext cx="2941958"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RIGGING HARDWARE</a:t>
            </a:r>
          </a:p>
        </p:txBody>
      </p:sp>
      <p:sp>
        <p:nvSpPr>
          <p:cNvPr name="TextBox 41" id="41"/>
          <p:cNvSpPr txBox="true"/>
          <p:nvPr/>
        </p:nvSpPr>
        <p:spPr>
          <a:xfrm rot="0">
            <a:off x="1063133"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2" id="42"/>
          <p:cNvSpPr txBox="true"/>
          <p:nvPr/>
        </p:nvSpPr>
        <p:spPr>
          <a:xfrm rot="0">
            <a:off x="1063133"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3" id="43"/>
          <p:cNvSpPr txBox="true"/>
          <p:nvPr/>
        </p:nvSpPr>
        <p:spPr>
          <a:xfrm rot="0">
            <a:off x="902332" y="3480787"/>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4" id="44"/>
          <p:cNvSpPr txBox="true"/>
          <p:nvPr/>
        </p:nvSpPr>
        <p:spPr>
          <a:xfrm rot="0">
            <a:off x="4843386"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5" id="45"/>
          <p:cNvSpPr txBox="true"/>
          <p:nvPr/>
        </p:nvSpPr>
        <p:spPr>
          <a:xfrm rot="0">
            <a:off x="4843386"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6" id="46"/>
          <p:cNvSpPr txBox="true"/>
          <p:nvPr/>
        </p:nvSpPr>
        <p:spPr>
          <a:xfrm rot="0">
            <a:off x="4843386"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7" id="47"/>
          <p:cNvSpPr txBox="true"/>
          <p:nvPr/>
        </p:nvSpPr>
        <p:spPr>
          <a:xfrm rot="0">
            <a:off x="907456" y="1393527"/>
            <a:ext cx="1538935"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SNAP HOOK</a:t>
            </a:r>
          </a:p>
        </p:txBody>
      </p:sp>
      <p:sp>
        <p:nvSpPr>
          <p:cNvPr name="TextBox 48" id="48"/>
          <p:cNvSpPr txBox="true"/>
          <p:nvPr/>
        </p:nvSpPr>
        <p:spPr>
          <a:xfrm rot="0">
            <a:off x="375342" y="4201992"/>
            <a:ext cx="304545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SNAP HOOK WITH LOCK</a:t>
            </a:r>
          </a:p>
        </p:txBody>
      </p:sp>
      <p:sp>
        <p:nvSpPr>
          <p:cNvPr name="TextBox 49" id="49"/>
          <p:cNvSpPr txBox="true"/>
          <p:nvPr/>
        </p:nvSpPr>
        <p:spPr>
          <a:xfrm rot="0">
            <a:off x="366112" y="6992712"/>
            <a:ext cx="306411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SWIVEL EYE SNAP HOOK</a:t>
            </a:r>
          </a:p>
        </p:txBody>
      </p:sp>
      <p:sp>
        <p:nvSpPr>
          <p:cNvPr name="TextBox 50" id="50"/>
          <p:cNvSpPr txBox="true"/>
          <p:nvPr/>
        </p:nvSpPr>
        <p:spPr>
          <a:xfrm rot="0">
            <a:off x="4237672" y="1393527"/>
            <a:ext cx="279440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SNAP HOOK WITH EYE</a:t>
            </a:r>
          </a:p>
        </p:txBody>
      </p:sp>
      <p:sp>
        <p:nvSpPr>
          <p:cNvPr name="TextBox 51" id="51"/>
          <p:cNvSpPr txBox="true"/>
          <p:nvPr/>
        </p:nvSpPr>
        <p:spPr>
          <a:xfrm rot="0">
            <a:off x="4198515" y="6973662"/>
            <a:ext cx="293793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SWIVEL EYE SNAP BOLT</a:t>
            </a:r>
          </a:p>
        </p:txBody>
      </p:sp>
      <p:sp>
        <p:nvSpPr>
          <p:cNvPr name="TextBox 52" id="52"/>
          <p:cNvSpPr txBox="true"/>
          <p:nvPr/>
        </p:nvSpPr>
        <p:spPr>
          <a:xfrm rot="0">
            <a:off x="3992756" y="4193515"/>
            <a:ext cx="337744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SNAP HOOK WITH EYE LOCK</a:t>
            </a:r>
          </a:p>
        </p:txBody>
      </p:sp>
      <p:sp>
        <p:nvSpPr>
          <p:cNvPr name="TextBox 53" id="53"/>
          <p:cNvSpPr txBox="true"/>
          <p:nvPr/>
        </p:nvSpPr>
        <p:spPr>
          <a:xfrm rot="0">
            <a:off x="7102697" y="10145220"/>
            <a:ext cx="36816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2412435" y="611972"/>
            <a:ext cx="2737942" cy="460524"/>
          </a:xfrm>
          <a:custGeom>
            <a:avLst/>
            <a:gdLst/>
            <a:ahLst/>
            <a:cxnLst/>
            <a:rect r="r" b="b" t="t" l="l"/>
            <a:pathLst>
              <a:path h="460524" w="2737942">
                <a:moveTo>
                  <a:pt x="0" y="0"/>
                </a:moveTo>
                <a:lnTo>
                  <a:pt x="2737942" y="0"/>
                </a:lnTo>
                <a:lnTo>
                  <a:pt x="2737942" y="460524"/>
                </a:lnTo>
                <a:lnTo>
                  <a:pt x="0" y="4605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866074"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2" id="12"/>
          <p:cNvGrpSpPr/>
          <p:nvPr/>
        </p:nvGrpSpPr>
        <p:grpSpPr>
          <a:xfrm rot="0">
            <a:off x="1061904" y="1856232"/>
            <a:ext cx="1648387" cy="1657979"/>
            <a:chOff x="0" y="0"/>
            <a:chExt cx="2197849" cy="2210638"/>
          </a:xfrm>
        </p:grpSpPr>
        <p:sp>
          <p:nvSpPr>
            <p:cNvPr name="Freeform 13" id="13"/>
            <p:cNvSpPr/>
            <p:nvPr/>
          </p:nvSpPr>
          <p:spPr>
            <a:xfrm flipH="false" flipV="false" rot="0">
              <a:off x="0" y="0"/>
              <a:ext cx="2197862" cy="2210689"/>
            </a:xfrm>
            <a:custGeom>
              <a:avLst/>
              <a:gdLst/>
              <a:ahLst/>
              <a:cxnLst/>
              <a:rect r="r" b="b" t="t" l="l"/>
              <a:pathLst>
                <a:path h="2210689" w="2197862">
                  <a:moveTo>
                    <a:pt x="0" y="0"/>
                  </a:moveTo>
                  <a:lnTo>
                    <a:pt x="2197862" y="0"/>
                  </a:lnTo>
                  <a:lnTo>
                    <a:pt x="2197862" y="2210689"/>
                  </a:lnTo>
                  <a:lnTo>
                    <a:pt x="0" y="2210689"/>
                  </a:lnTo>
                  <a:lnTo>
                    <a:pt x="0" y="0"/>
                  </a:lnTo>
                  <a:close/>
                </a:path>
              </a:pathLst>
            </a:custGeom>
            <a:blipFill>
              <a:blip r:embed="rId16"/>
              <a:stretch>
                <a:fillRect l="-334" t="-98" r="0" b="-5"/>
              </a:stretch>
            </a:blipFill>
          </p:spPr>
        </p:sp>
      </p:grpSp>
      <p:grpSp>
        <p:nvGrpSpPr>
          <p:cNvPr name="Group 14" id="14"/>
          <p:cNvGrpSpPr/>
          <p:nvPr/>
        </p:nvGrpSpPr>
        <p:grpSpPr>
          <a:xfrm rot="0">
            <a:off x="4725067" y="1882083"/>
            <a:ext cx="1600800" cy="1600791"/>
            <a:chOff x="0" y="0"/>
            <a:chExt cx="2134400" cy="2134387"/>
          </a:xfrm>
        </p:grpSpPr>
        <p:sp>
          <p:nvSpPr>
            <p:cNvPr name="Freeform 15" id="15"/>
            <p:cNvSpPr/>
            <p:nvPr/>
          </p:nvSpPr>
          <p:spPr>
            <a:xfrm flipH="false" flipV="false" rot="0">
              <a:off x="0" y="0"/>
              <a:ext cx="2134362" cy="2134362"/>
            </a:xfrm>
            <a:custGeom>
              <a:avLst/>
              <a:gdLst/>
              <a:ahLst/>
              <a:cxnLst/>
              <a:rect r="r" b="b" t="t" l="l"/>
              <a:pathLst>
                <a:path h="2134362" w="2134362">
                  <a:moveTo>
                    <a:pt x="0" y="0"/>
                  </a:moveTo>
                  <a:lnTo>
                    <a:pt x="2134362" y="0"/>
                  </a:lnTo>
                  <a:lnTo>
                    <a:pt x="2134362" y="2134362"/>
                  </a:lnTo>
                  <a:lnTo>
                    <a:pt x="0" y="2134362"/>
                  </a:lnTo>
                  <a:lnTo>
                    <a:pt x="0" y="0"/>
                  </a:lnTo>
                  <a:close/>
                </a:path>
              </a:pathLst>
            </a:custGeom>
            <a:blipFill>
              <a:blip r:embed="rId17"/>
              <a:stretch>
                <a:fillRect l="0" t="0" r="-1" b="-1"/>
              </a:stretch>
            </a:blipFill>
          </p:spPr>
        </p:sp>
      </p:grpSp>
      <p:grpSp>
        <p:nvGrpSpPr>
          <p:cNvPr name="Group 16" id="16"/>
          <p:cNvGrpSpPr/>
          <p:nvPr/>
        </p:nvGrpSpPr>
        <p:grpSpPr>
          <a:xfrm rot="0">
            <a:off x="995458" y="4669803"/>
            <a:ext cx="1743732" cy="1609573"/>
            <a:chOff x="0" y="0"/>
            <a:chExt cx="2324976" cy="2146097"/>
          </a:xfrm>
        </p:grpSpPr>
        <p:sp>
          <p:nvSpPr>
            <p:cNvPr name="Freeform 17" id="17"/>
            <p:cNvSpPr/>
            <p:nvPr/>
          </p:nvSpPr>
          <p:spPr>
            <a:xfrm flipH="false" flipV="true" rot="0">
              <a:off x="0" y="0"/>
              <a:ext cx="2324989" cy="2146046"/>
            </a:xfrm>
            <a:custGeom>
              <a:avLst/>
              <a:gdLst/>
              <a:ahLst/>
              <a:cxnLst/>
              <a:rect r="r" b="b" t="t" l="l"/>
              <a:pathLst>
                <a:path h="2146046" w="2324989">
                  <a:moveTo>
                    <a:pt x="0" y="2146046"/>
                  </a:moveTo>
                  <a:lnTo>
                    <a:pt x="2324989" y="2146046"/>
                  </a:lnTo>
                  <a:lnTo>
                    <a:pt x="2324989" y="0"/>
                  </a:lnTo>
                  <a:lnTo>
                    <a:pt x="0" y="0"/>
                  </a:lnTo>
                  <a:lnTo>
                    <a:pt x="0" y="2146046"/>
                  </a:lnTo>
                  <a:close/>
                </a:path>
              </a:pathLst>
            </a:custGeom>
            <a:blipFill>
              <a:blip r:embed="rId18"/>
              <a:stretch>
                <a:fillRect l="0" t="-265" r="0" b="-108"/>
              </a:stretch>
            </a:blipFill>
          </p:spPr>
        </p:sp>
      </p:grpSp>
      <p:grpSp>
        <p:nvGrpSpPr>
          <p:cNvPr name="Group 18" id="18"/>
          <p:cNvGrpSpPr/>
          <p:nvPr/>
        </p:nvGrpSpPr>
        <p:grpSpPr>
          <a:xfrm rot="0">
            <a:off x="4829127" y="4665335"/>
            <a:ext cx="1638633" cy="1657969"/>
            <a:chOff x="0" y="0"/>
            <a:chExt cx="2184844" cy="2210626"/>
          </a:xfrm>
        </p:grpSpPr>
        <p:sp>
          <p:nvSpPr>
            <p:cNvPr name="Freeform 19" id="19"/>
            <p:cNvSpPr/>
            <p:nvPr/>
          </p:nvSpPr>
          <p:spPr>
            <a:xfrm flipH="true" flipV="false" rot="0">
              <a:off x="0" y="0"/>
              <a:ext cx="2184908" cy="2210562"/>
            </a:xfrm>
            <a:custGeom>
              <a:avLst/>
              <a:gdLst/>
              <a:ahLst/>
              <a:cxnLst/>
              <a:rect r="r" b="b" t="t" l="l"/>
              <a:pathLst>
                <a:path h="2210562" w="2184908">
                  <a:moveTo>
                    <a:pt x="2184908" y="0"/>
                  </a:moveTo>
                  <a:lnTo>
                    <a:pt x="0" y="0"/>
                  </a:lnTo>
                  <a:lnTo>
                    <a:pt x="0" y="2210562"/>
                  </a:lnTo>
                  <a:lnTo>
                    <a:pt x="2184908" y="2210562"/>
                  </a:lnTo>
                  <a:lnTo>
                    <a:pt x="2184908" y="0"/>
                  </a:lnTo>
                  <a:close/>
                </a:path>
              </a:pathLst>
            </a:custGeom>
            <a:blipFill>
              <a:blip r:embed="rId19"/>
              <a:stretch>
                <a:fillRect l="-247" t="0" r="-348" b="-324"/>
              </a:stretch>
            </a:blipFill>
          </p:spPr>
        </p:sp>
      </p:grpSp>
      <p:grpSp>
        <p:nvGrpSpPr>
          <p:cNvPr name="Group 20" id="20"/>
          <p:cNvGrpSpPr/>
          <p:nvPr/>
        </p:nvGrpSpPr>
        <p:grpSpPr>
          <a:xfrm rot="0">
            <a:off x="899417" y="7420051"/>
            <a:ext cx="1839020" cy="1677029"/>
            <a:chOff x="0" y="0"/>
            <a:chExt cx="2452027" cy="2236038"/>
          </a:xfrm>
        </p:grpSpPr>
        <p:sp>
          <p:nvSpPr>
            <p:cNvPr name="Freeform 21" id="21"/>
            <p:cNvSpPr/>
            <p:nvPr/>
          </p:nvSpPr>
          <p:spPr>
            <a:xfrm flipH="false" flipV="false" rot="0">
              <a:off x="0" y="0"/>
              <a:ext cx="2451989" cy="2236089"/>
            </a:xfrm>
            <a:custGeom>
              <a:avLst/>
              <a:gdLst/>
              <a:ahLst/>
              <a:cxnLst/>
              <a:rect r="r" b="b" t="t" l="l"/>
              <a:pathLst>
                <a:path h="2236089" w="2451989">
                  <a:moveTo>
                    <a:pt x="0" y="0"/>
                  </a:moveTo>
                  <a:lnTo>
                    <a:pt x="2451989" y="0"/>
                  </a:lnTo>
                  <a:lnTo>
                    <a:pt x="2451989" y="2236089"/>
                  </a:lnTo>
                  <a:lnTo>
                    <a:pt x="0" y="2236089"/>
                  </a:lnTo>
                  <a:lnTo>
                    <a:pt x="0" y="0"/>
                  </a:lnTo>
                  <a:close/>
                </a:path>
              </a:pathLst>
            </a:custGeom>
            <a:blipFill>
              <a:blip r:embed="rId20"/>
              <a:stretch>
                <a:fillRect l="0" t="-206" r="-1" b="-26"/>
              </a:stretch>
            </a:blipFill>
          </p:spPr>
        </p:sp>
      </p:grpSp>
      <p:grpSp>
        <p:nvGrpSpPr>
          <p:cNvPr name="Group 22" id="22"/>
          <p:cNvGrpSpPr/>
          <p:nvPr/>
        </p:nvGrpSpPr>
        <p:grpSpPr>
          <a:xfrm rot="0">
            <a:off x="4679566" y="7458180"/>
            <a:ext cx="1762792" cy="1638919"/>
            <a:chOff x="0" y="0"/>
            <a:chExt cx="2350389" cy="2185226"/>
          </a:xfrm>
        </p:grpSpPr>
        <p:sp>
          <p:nvSpPr>
            <p:cNvPr name="Freeform 23" id="23"/>
            <p:cNvSpPr/>
            <p:nvPr/>
          </p:nvSpPr>
          <p:spPr>
            <a:xfrm flipH="false" flipV="false" rot="0">
              <a:off x="0" y="0"/>
              <a:ext cx="2350389" cy="2185162"/>
            </a:xfrm>
            <a:custGeom>
              <a:avLst/>
              <a:gdLst/>
              <a:ahLst/>
              <a:cxnLst/>
              <a:rect r="r" b="b" t="t" l="l"/>
              <a:pathLst>
                <a:path h="2185162" w="2350389">
                  <a:moveTo>
                    <a:pt x="0" y="0"/>
                  </a:moveTo>
                  <a:lnTo>
                    <a:pt x="2350389" y="0"/>
                  </a:lnTo>
                  <a:lnTo>
                    <a:pt x="2350389" y="2185162"/>
                  </a:lnTo>
                  <a:lnTo>
                    <a:pt x="0" y="2185162"/>
                  </a:lnTo>
                  <a:lnTo>
                    <a:pt x="0" y="0"/>
                  </a:lnTo>
                  <a:close/>
                </a:path>
              </a:pathLst>
            </a:custGeom>
            <a:blipFill>
              <a:blip r:embed="rId21"/>
              <a:stretch>
                <a:fillRect l="0" t="-2916" r="0" b="-4644"/>
              </a:stretch>
            </a:blipFill>
          </p:spPr>
        </p:sp>
      </p:grpSp>
      <p:grpSp>
        <p:nvGrpSpPr>
          <p:cNvPr name="Group 24" id="24"/>
          <p:cNvGrpSpPr/>
          <p:nvPr/>
        </p:nvGrpSpPr>
        <p:grpSpPr>
          <a:xfrm rot="0">
            <a:off x="149219" y="1759706"/>
            <a:ext cx="3023997" cy="60484"/>
            <a:chOff x="0" y="0"/>
            <a:chExt cx="3023997" cy="60477"/>
          </a:xfrm>
        </p:grpSpPr>
        <p:sp>
          <p:nvSpPr>
            <p:cNvPr name="Freeform 25" id="2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6" id="26"/>
          <p:cNvGrpSpPr/>
          <p:nvPr/>
        </p:nvGrpSpPr>
        <p:grpSpPr>
          <a:xfrm rot="0">
            <a:off x="149219" y="4559198"/>
            <a:ext cx="3023997" cy="60484"/>
            <a:chOff x="0" y="0"/>
            <a:chExt cx="3023997" cy="60477"/>
          </a:xfrm>
        </p:grpSpPr>
        <p:sp>
          <p:nvSpPr>
            <p:cNvPr name="Freeform 27" id="2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8" id="28"/>
          <p:cNvGrpSpPr/>
          <p:nvPr/>
        </p:nvGrpSpPr>
        <p:grpSpPr>
          <a:xfrm rot="0">
            <a:off x="149219" y="7347252"/>
            <a:ext cx="3023997" cy="60484"/>
            <a:chOff x="0" y="0"/>
            <a:chExt cx="3023997" cy="60477"/>
          </a:xfrm>
        </p:grpSpPr>
        <p:sp>
          <p:nvSpPr>
            <p:cNvPr name="Freeform 29" id="2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0" id="30"/>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31" id="31"/>
          <p:cNvGrpSpPr/>
          <p:nvPr/>
        </p:nvGrpSpPr>
        <p:grpSpPr>
          <a:xfrm rot="0">
            <a:off x="3928043" y="1759706"/>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3" id="33"/>
          <p:cNvGrpSpPr/>
          <p:nvPr/>
        </p:nvGrpSpPr>
        <p:grpSpPr>
          <a:xfrm rot="0">
            <a:off x="3928043" y="4559198"/>
            <a:ext cx="3023997" cy="60484"/>
            <a:chOff x="0" y="0"/>
            <a:chExt cx="3023997" cy="60477"/>
          </a:xfrm>
        </p:grpSpPr>
        <p:sp>
          <p:nvSpPr>
            <p:cNvPr name="Freeform 34" id="3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5" id="35"/>
          <p:cNvGrpSpPr/>
          <p:nvPr/>
        </p:nvGrpSpPr>
        <p:grpSpPr>
          <a:xfrm rot="0">
            <a:off x="3928043" y="7347252"/>
            <a:ext cx="3023997" cy="60484"/>
            <a:chOff x="0" y="0"/>
            <a:chExt cx="3023997" cy="60477"/>
          </a:xfrm>
        </p:grpSpPr>
        <p:sp>
          <p:nvSpPr>
            <p:cNvPr name="Freeform 36" id="3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7" id="37"/>
          <p:cNvGrpSpPr/>
          <p:nvPr/>
        </p:nvGrpSpPr>
        <p:grpSpPr>
          <a:xfrm rot="0">
            <a:off x="-63503" y="9484871"/>
            <a:ext cx="7692133" cy="1277112"/>
            <a:chOff x="0" y="0"/>
            <a:chExt cx="7692136" cy="1277112"/>
          </a:xfrm>
        </p:grpSpPr>
        <p:sp>
          <p:nvSpPr>
            <p:cNvPr name="Freeform 38" id="38"/>
            <p:cNvSpPr/>
            <p:nvPr/>
          </p:nvSpPr>
          <p:spPr>
            <a:xfrm flipH="false" flipV="false" rot="0">
              <a:off x="6695948" y="145923"/>
              <a:ext cx="930402" cy="1065787"/>
            </a:xfrm>
            <a:custGeom>
              <a:avLst/>
              <a:gdLst/>
              <a:ahLst/>
              <a:cxnLst/>
              <a:rect r="r" b="b" t="t" l="l"/>
              <a:pathLst>
                <a:path h="1065787" w="930402">
                  <a:moveTo>
                    <a:pt x="930402" y="0"/>
                  </a:moveTo>
                  <a:lnTo>
                    <a:pt x="0" y="1065787"/>
                  </a:lnTo>
                  <a:lnTo>
                    <a:pt x="930402" y="1065787"/>
                  </a:lnTo>
                  <a:lnTo>
                    <a:pt x="930402" y="0"/>
                  </a:lnTo>
                  <a:close/>
                </a:path>
              </a:pathLst>
            </a:custGeom>
            <a:solidFill>
              <a:srgbClr val="FF9100"/>
            </a:solidFill>
          </p:spPr>
        </p:sp>
        <p:sp>
          <p:nvSpPr>
            <p:cNvPr name="Freeform 39" id="39"/>
            <p:cNvSpPr/>
            <p:nvPr/>
          </p:nvSpPr>
          <p:spPr>
            <a:xfrm flipH="false" flipV="false" rot="0">
              <a:off x="63500" y="1047752"/>
              <a:ext cx="7086600" cy="163957"/>
            </a:xfrm>
            <a:custGeom>
              <a:avLst/>
              <a:gdLst/>
              <a:ahLst/>
              <a:cxnLst/>
              <a:rect r="r" b="b" t="t" l="l"/>
              <a:pathLst>
                <a:path h="163957" w="7086600">
                  <a:moveTo>
                    <a:pt x="0" y="0"/>
                  </a:moveTo>
                  <a:lnTo>
                    <a:pt x="0" y="163958"/>
                  </a:lnTo>
                  <a:lnTo>
                    <a:pt x="7086600" y="163958"/>
                  </a:lnTo>
                  <a:lnTo>
                    <a:pt x="7086600" y="0"/>
                  </a:lnTo>
                  <a:close/>
                </a:path>
              </a:pathLst>
            </a:custGeom>
            <a:solidFill>
              <a:srgbClr val="FF9100"/>
            </a:solidFill>
          </p:spPr>
        </p:sp>
        <p:sp>
          <p:nvSpPr>
            <p:cNvPr name="Freeform 40" id="40"/>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1" id="41"/>
            <p:cNvSpPr/>
            <p:nvPr/>
          </p:nvSpPr>
          <p:spPr>
            <a:xfrm flipH="false" flipV="false" rot="0">
              <a:off x="63500" y="1043815"/>
              <a:ext cx="7083933" cy="167894"/>
            </a:xfrm>
            <a:custGeom>
              <a:avLst/>
              <a:gdLst/>
              <a:ahLst/>
              <a:cxnLst/>
              <a:rect r="r" b="b" t="t" l="l"/>
              <a:pathLst>
                <a:path h="167894" w="7083933">
                  <a:moveTo>
                    <a:pt x="0" y="0"/>
                  </a:moveTo>
                  <a:lnTo>
                    <a:pt x="0" y="167895"/>
                  </a:lnTo>
                  <a:lnTo>
                    <a:pt x="7083933" y="167895"/>
                  </a:lnTo>
                  <a:lnTo>
                    <a:pt x="7083933" y="0"/>
                  </a:lnTo>
                  <a:close/>
                </a:path>
              </a:pathLst>
            </a:custGeom>
            <a:solidFill>
              <a:srgbClr val="000000">
                <a:alpha val="0"/>
              </a:srgbClr>
            </a:solidFill>
          </p:spPr>
        </p:sp>
      </p:grpSp>
      <p:sp>
        <p:nvSpPr>
          <p:cNvPr name="TextBox 42" id="42"/>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
        <p:nvSpPr>
          <p:cNvPr name="TextBox 43" id="43"/>
          <p:cNvSpPr txBox="true"/>
          <p:nvPr/>
        </p:nvSpPr>
        <p:spPr>
          <a:xfrm rot="0">
            <a:off x="1063133"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4" id="44"/>
          <p:cNvSpPr txBox="true"/>
          <p:nvPr/>
        </p:nvSpPr>
        <p:spPr>
          <a:xfrm rot="0">
            <a:off x="695982" y="6271289"/>
            <a:ext cx="239138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Nickle, 304, 316</a:t>
            </a:r>
          </a:p>
        </p:txBody>
      </p:sp>
      <p:sp>
        <p:nvSpPr>
          <p:cNvPr name="TextBox 45" id="45"/>
          <p:cNvSpPr txBox="true"/>
          <p:nvPr/>
        </p:nvSpPr>
        <p:spPr>
          <a:xfrm rot="0">
            <a:off x="695982" y="9061818"/>
            <a:ext cx="239138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Nickle, 304, 316</a:t>
            </a:r>
          </a:p>
        </p:txBody>
      </p:sp>
      <p:sp>
        <p:nvSpPr>
          <p:cNvPr name="TextBox 46" id="46"/>
          <p:cNvSpPr txBox="true"/>
          <p:nvPr/>
        </p:nvSpPr>
        <p:spPr>
          <a:xfrm rot="0">
            <a:off x="289436" y="4240644"/>
            <a:ext cx="3220431"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PULLEY SWIVEL SINGLE WHEEL</a:t>
            </a:r>
          </a:p>
        </p:txBody>
      </p:sp>
      <p:sp>
        <p:nvSpPr>
          <p:cNvPr name="TextBox 47" id="47"/>
          <p:cNvSpPr txBox="true"/>
          <p:nvPr/>
        </p:nvSpPr>
        <p:spPr>
          <a:xfrm rot="0">
            <a:off x="277073" y="7031336"/>
            <a:ext cx="3320186"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PULLEY SWIVEL DOUBLE WHEEL</a:t>
            </a:r>
          </a:p>
        </p:txBody>
      </p:sp>
      <p:sp>
        <p:nvSpPr>
          <p:cNvPr name="TextBox 48" id="48"/>
          <p:cNvSpPr txBox="true"/>
          <p:nvPr/>
        </p:nvSpPr>
        <p:spPr>
          <a:xfrm rot="0">
            <a:off x="4942542" y="6271289"/>
            <a:ext cx="144012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Nickle</a:t>
            </a:r>
          </a:p>
        </p:txBody>
      </p:sp>
      <p:sp>
        <p:nvSpPr>
          <p:cNvPr name="TextBox 49" id="49"/>
          <p:cNvSpPr txBox="true"/>
          <p:nvPr/>
        </p:nvSpPr>
        <p:spPr>
          <a:xfrm rot="0">
            <a:off x="4942542" y="9061818"/>
            <a:ext cx="144012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Nickle</a:t>
            </a:r>
          </a:p>
        </p:txBody>
      </p:sp>
      <p:sp>
        <p:nvSpPr>
          <p:cNvPr name="TextBox 50" id="50"/>
          <p:cNvSpPr txBox="true"/>
          <p:nvPr/>
        </p:nvSpPr>
        <p:spPr>
          <a:xfrm rot="0">
            <a:off x="4682595" y="3480787"/>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51" id="51"/>
          <p:cNvSpPr txBox="true"/>
          <p:nvPr/>
        </p:nvSpPr>
        <p:spPr>
          <a:xfrm rot="0">
            <a:off x="4139851" y="4240644"/>
            <a:ext cx="3025559"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PULLEY FIXED SINGLE WHEEL</a:t>
            </a:r>
          </a:p>
        </p:txBody>
      </p:sp>
      <p:sp>
        <p:nvSpPr>
          <p:cNvPr name="TextBox 52" id="52"/>
          <p:cNvSpPr txBox="true"/>
          <p:nvPr/>
        </p:nvSpPr>
        <p:spPr>
          <a:xfrm rot="0">
            <a:off x="4075414" y="7031336"/>
            <a:ext cx="3125305"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PULLEY FIXED DOUBLE WHEEL</a:t>
            </a:r>
          </a:p>
        </p:txBody>
      </p:sp>
      <p:sp>
        <p:nvSpPr>
          <p:cNvPr name="TextBox 53" id="53"/>
          <p:cNvSpPr txBox="true"/>
          <p:nvPr/>
        </p:nvSpPr>
        <p:spPr>
          <a:xfrm rot="0">
            <a:off x="721938" y="1393527"/>
            <a:ext cx="191718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PELICAN HOOK</a:t>
            </a:r>
          </a:p>
        </p:txBody>
      </p:sp>
      <p:sp>
        <p:nvSpPr>
          <p:cNvPr name="TextBox 54" id="54"/>
          <p:cNvSpPr txBox="true"/>
          <p:nvPr/>
        </p:nvSpPr>
        <p:spPr>
          <a:xfrm rot="0">
            <a:off x="4885973" y="1393527"/>
            <a:ext cx="147157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QUICK LINK</a:t>
            </a:r>
          </a:p>
        </p:txBody>
      </p:sp>
      <p:sp>
        <p:nvSpPr>
          <p:cNvPr name="TextBox 55" id="55"/>
          <p:cNvSpPr txBox="true"/>
          <p:nvPr/>
        </p:nvSpPr>
        <p:spPr>
          <a:xfrm rot="0">
            <a:off x="7096201" y="10145220"/>
            <a:ext cx="38138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0">
            <a:off x="1036758" y="1836334"/>
            <a:ext cx="1562691" cy="1648444"/>
            <a:chOff x="0" y="0"/>
            <a:chExt cx="2083587" cy="2197926"/>
          </a:xfrm>
        </p:grpSpPr>
        <p:sp>
          <p:nvSpPr>
            <p:cNvPr name="Freeform 12" id="12"/>
            <p:cNvSpPr/>
            <p:nvPr/>
          </p:nvSpPr>
          <p:spPr>
            <a:xfrm flipH="false" flipV="false" rot="0">
              <a:off x="0" y="0"/>
              <a:ext cx="2083562" cy="2197989"/>
            </a:xfrm>
            <a:custGeom>
              <a:avLst/>
              <a:gdLst/>
              <a:ahLst/>
              <a:cxnLst/>
              <a:rect r="r" b="b" t="t" l="l"/>
              <a:pathLst>
                <a:path h="2197989" w="2083562">
                  <a:moveTo>
                    <a:pt x="0" y="0"/>
                  </a:moveTo>
                  <a:lnTo>
                    <a:pt x="2083562" y="0"/>
                  </a:lnTo>
                  <a:lnTo>
                    <a:pt x="2083562" y="2197989"/>
                  </a:lnTo>
                  <a:lnTo>
                    <a:pt x="0" y="2197989"/>
                  </a:lnTo>
                  <a:lnTo>
                    <a:pt x="0" y="0"/>
                  </a:lnTo>
                  <a:close/>
                </a:path>
              </a:pathLst>
            </a:custGeom>
            <a:blipFill>
              <a:blip r:embed="rId15"/>
              <a:stretch>
                <a:fillRect l="0" t="0" r="-1" b="3"/>
              </a:stretch>
            </a:blipFill>
          </p:spPr>
        </p:sp>
      </p:grpSp>
      <p:grpSp>
        <p:nvGrpSpPr>
          <p:cNvPr name="Group 13" id="13"/>
          <p:cNvGrpSpPr/>
          <p:nvPr/>
        </p:nvGrpSpPr>
        <p:grpSpPr>
          <a:xfrm rot="0">
            <a:off x="974655" y="4678585"/>
            <a:ext cx="1762792" cy="1638919"/>
            <a:chOff x="0" y="0"/>
            <a:chExt cx="2350389" cy="2185226"/>
          </a:xfrm>
        </p:grpSpPr>
        <p:sp>
          <p:nvSpPr>
            <p:cNvPr name="Freeform 14" id="14"/>
            <p:cNvSpPr/>
            <p:nvPr/>
          </p:nvSpPr>
          <p:spPr>
            <a:xfrm flipH="false" flipV="false" rot="0">
              <a:off x="0" y="0"/>
              <a:ext cx="2350389" cy="2185162"/>
            </a:xfrm>
            <a:custGeom>
              <a:avLst/>
              <a:gdLst/>
              <a:ahLst/>
              <a:cxnLst/>
              <a:rect r="r" b="b" t="t" l="l"/>
              <a:pathLst>
                <a:path h="2185162" w="2350389">
                  <a:moveTo>
                    <a:pt x="0" y="0"/>
                  </a:moveTo>
                  <a:lnTo>
                    <a:pt x="2350389" y="0"/>
                  </a:lnTo>
                  <a:lnTo>
                    <a:pt x="2350389" y="2185162"/>
                  </a:lnTo>
                  <a:lnTo>
                    <a:pt x="0" y="2185162"/>
                  </a:lnTo>
                  <a:lnTo>
                    <a:pt x="0" y="0"/>
                  </a:lnTo>
                  <a:close/>
                </a:path>
              </a:pathLst>
            </a:custGeom>
            <a:blipFill>
              <a:blip r:embed="rId16"/>
              <a:stretch>
                <a:fillRect l="-75" t="-308" r="-68" b="-233"/>
              </a:stretch>
            </a:blipFill>
          </p:spPr>
        </p:sp>
      </p:grpSp>
      <p:grpSp>
        <p:nvGrpSpPr>
          <p:cNvPr name="Group 15" id="15"/>
          <p:cNvGrpSpPr/>
          <p:nvPr/>
        </p:nvGrpSpPr>
        <p:grpSpPr>
          <a:xfrm rot="0">
            <a:off x="4197191" y="1868519"/>
            <a:ext cx="2849051" cy="1648444"/>
            <a:chOff x="0" y="0"/>
            <a:chExt cx="3798735" cy="2197926"/>
          </a:xfrm>
        </p:grpSpPr>
        <p:sp>
          <p:nvSpPr>
            <p:cNvPr name="Freeform 16" id="16"/>
            <p:cNvSpPr/>
            <p:nvPr/>
          </p:nvSpPr>
          <p:spPr>
            <a:xfrm flipH="false" flipV="false" rot="0">
              <a:off x="0" y="0"/>
              <a:ext cx="3798697" cy="2197989"/>
            </a:xfrm>
            <a:custGeom>
              <a:avLst/>
              <a:gdLst/>
              <a:ahLst/>
              <a:cxnLst/>
              <a:rect r="r" b="b" t="t" l="l"/>
              <a:pathLst>
                <a:path h="2197989" w="3798697">
                  <a:moveTo>
                    <a:pt x="0" y="0"/>
                  </a:moveTo>
                  <a:lnTo>
                    <a:pt x="3798697" y="0"/>
                  </a:lnTo>
                  <a:lnTo>
                    <a:pt x="3798697" y="2197989"/>
                  </a:lnTo>
                  <a:lnTo>
                    <a:pt x="0" y="2197989"/>
                  </a:lnTo>
                  <a:lnTo>
                    <a:pt x="0" y="0"/>
                  </a:lnTo>
                  <a:close/>
                </a:path>
              </a:pathLst>
            </a:custGeom>
            <a:blipFill>
              <a:blip r:embed="rId17"/>
              <a:stretch>
                <a:fillRect l="0" t="-62" r="-1" b="-16"/>
              </a:stretch>
            </a:blipFill>
          </p:spPr>
        </p:sp>
      </p:grpSp>
      <p:grpSp>
        <p:nvGrpSpPr>
          <p:cNvPr name="Group 17" id="17"/>
          <p:cNvGrpSpPr/>
          <p:nvPr/>
        </p:nvGrpSpPr>
        <p:grpSpPr>
          <a:xfrm rot="0">
            <a:off x="4833423" y="4678585"/>
            <a:ext cx="1543612" cy="1638919"/>
            <a:chOff x="0" y="0"/>
            <a:chExt cx="2058149" cy="2185226"/>
          </a:xfrm>
        </p:grpSpPr>
        <p:sp>
          <p:nvSpPr>
            <p:cNvPr name="Freeform 18" id="18"/>
            <p:cNvSpPr/>
            <p:nvPr/>
          </p:nvSpPr>
          <p:spPr>
            <a:xfrm flipH="false" flipV="false" rot="0">
              <a:off x="0" y="0"/>
              <a:ext cx="2058162" cy="2185162"/>
            </a:xfrm>
            <a:custGeom>
              <a:avLst/>
              <a:gdLst/>
              <a:ahLst/>
              <a:cxnLst/>
              <a:rect r="r" b="b" t="t" l="l"/>
              <a:pathLst>
                <a:path h="2185162" w="2058162">
                  <a:moveTo>
                    <a:pt x="0" y="0"/>
                  </a:moveTo>
                  <a:lnTo>
                    <a:pt x="2058162" y="0"/>
                  </a:lnTo>
                  <a:lnTo>
                    <a:pt x="2058162" y="2185162"/>
                  </a:lnTo>
                  <a:lnTo>
                    <a:pt x="0" y="2185162"/>
                  </a:lnTo>
                  <a:lnTo>
                    <a:pt x="0" y="0"/>
                  </a:lnTo>
                  <a:close/>
                </a:path>
              </a:pathLst>
            </a:custGeom>
            <a:blipFill>
              <a:blip r:embed="rId18"/>
              <a:stretch>
                <a:fillRect l="-180" t="-115" r="0" b="-20"/>
              </a:stretch>
            </a:blipFill>
          </p:spPr>
        </p:sp>
      </p:grpSp>
      <p:grpSp>
        <p:nvGrpSpPr>
          <p:cNvPr name="Group 19" id="19"/>
          <p:cNvGrpSpPr/>
          <p:nvPr/>
        </p:nvGrpSpPr>
        <p:grpSpPr>
          <a:xfrm rot="0">
            <a:off x="959701" y="7439111"/>
            <a:ext cx="1724673" cy="1648444"/>
            <a:chOff x="0" y="0"/>
            <a:chExt cx="2299564" cy="2197926"/>
          </a:xfrm>
        </p:grpSpPr>
        <p:sp>
          <p:nvSpPr>
            <p:cNvPr name="Freeform 20" id="20"/>
            <p:cNvSpPr/>
            <p:nvPr/>
          </p:nvSpPr>
          <p:spPr>
            <a:xfrm flipH="false" flipV="false" rot="0">
              <a:off x="0" y="0"/>
              <a:ext cx="2299589" cy="2197862"/>
            </a:xfrm>
            <a:custGeom>
              <a:avLst/>
              <a:gdLst/>
              <a:ahLst/>
              <a:cxnLst/>
              <a:rect r="r" b="b" t="t" l="l"/>
              <a:pathLst>
                <a:path h="2197862" w="2299589">
                  <a:moveTo>
                    <a:pt x="0" y="0"/>
                  </a:moveTo>
                  <a:lnTo>
                    <a:pt x="2299589" y="0"/>
                  </a:lnTo>
                  <a:lnTo>
                    <a:pt x="2299589" y="2197862"/>
                  </a:lnTo>
                  <a:lnTo>
                    <a:pt x="0" y="2197862"/>
                  </a:lnTo>
                  <a:lnTo>
                    <a:pt x="0" y="0"/>
                  </a:lnTo>
                  <a:close/>
                </a:path>
              </a:pathLst>
            </a:custGeom>
            <a:blipFill>
              <a:blip r:embed="rId19"/>
              <a:stretch>
                <a:fillRect l="0" t="0" r="1" b="-106"/>
              </a:stretch>
            </a:blipFill>
          </p:spPr>
        </p:sp>
      </p:grpSp>
      <p:grpSp>
        <p:nvGrpSpPr>
          <p:cNvPr name="Group 21" id="21"/>
          <p:cNvGrpSpPr/>
          <p:nvPr/>
        </p:nvGrpSpPr>
        <p:grpSpPr>
          <a:xfrm rot="0">
            <a:off x="4749975" y="7424804"/>
            <a:ext cx="1705623" cy="1677029"/>
            <a:chOff x="0" y="0"/>
            <a:chExt cx="2274164" cy="2236038"/>
          </a:xfrm>
        </p:grpSpPr>
        <p:sp>
          <p:nvSpPr>
            <p:cNvPr name="Freeform 22" id="22"/>
            <p:cNvSpPr/>
            <p:nvPr/>
          </p:nvSpPr>
          <p:spPr>
            <a:xfrm flipH="false" flipV="false" rot="0">
              <a:off x="0" y="0"/>
              <a:ext cx="2274189" cy="2236089"/>
            </a:xfrm>
            <a:custGeom>
              <a:avLst/>
              <a:gdLst/>
              <a:ahLst/>
              <a:cxnLst/>
              <a:rect r="r" b="b" t="t" l="l"/>
              <a:pathLst>
                <a:path h="2236089" w="2274189">
                  <a:moveTo>
                    <a:pt x="0" y="0"/>
                  </a:moveTo>
                  <a:lnTo>
                    <a:pt x="2274189" y="0"/>
                  </a:lnTo>
                  <a:lnTo>
                    <a:pt x="2274189" y="2236089"/>
                  </a:lnTo>
                  <a:lnTo>
                    <a:pt x="0" y="2236089"/>
                  </a:lnTo>
                  <a:lnTo>
                    <a:pt x="0" y="0"/>
                  </a:lnTo>
                  <a:close/>
                </a:path>
              </a:pathLst>
            </a:custGeom>
            <a:blipFill>
              <a:blip r:embed="rId20"/>
              <a:stretch>
                <a:fillRect l="-213" t="-294" r="-10" b="-57"/>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47252"/>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734725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902332" y="3480787"/>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1" id="41"/>
          <p:cNvSpPr txBox="true"/>
          <p:nvPr/>
        </p:nvSpPr>
        <p:spPr>
          <a:xfrm rot="0">
            <a:off x="902332" y="6271289"/>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2" id="42"/>
          <p:cNvSpPr txBox="true"/>
          <p:nvPr/>
        </p:nvSpPr>
        <p:spPr>
          <a:xfrm rot="0">
            <a:off x="902332" y="9061818"/>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3" id="43"/>
          <p:cNvSpPr txBox="true"/>
          <p:nvPr/>
        </p:nvSpPr>
        <p:spPr>
          <a:xfrm rot="0">
            <a:off x="4843386"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4" id="44"/>
          <p:cNvSpPr txBox="true"/>
          <p:nvPr/>
        </p:nvSpPr>
        <p:spPr>
          <a:xfrm rot="0">
            <a:off x="4682595" y="6271289"/>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5" id="45"/>
          <p:cNvSpPr txBox="true"/>
          <p:nvPr/>
        </p:nvSpPr>
        <p:spPr>
          <a:xfrm rot="0">
            <a:off x="4682595" y="9061818"/>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6" id="46"/>
          <p:cNvSpPr txBox="true"/>
          <p:nvPr/>
        </p:nvSpPr>
        <p:spPr>
          <a:xfrm rot="0">
            <a:off x="1092136" y="1393527"/>
            <a:ext cx="142467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D SHACKLE</a:t>
            </a:r>
          </a:p>
        </p:txBody>
      </p:sp>
      <p:sp>
        <p:nvSpPr>
          <p:cNvPr name="TextBox 47" id="47"/>
          <p:cNvSpPr txBox="true"/>
          <p:nvPr/>
        </p:nvSpPr>
        <p:spPr>
          <a:xfrm rot="0">
            <a:off x="934574" y="4210079"/>
            <a:ext cx="1883235"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BOW SHACKLE</a:t>
            </a:r>
          </a:p>
        </p:txBody>
      </p:sp>
      <p:sp>
        <p:nvSpPr>
          <p:cNvPr name="TextBox 48" id="48"/>
          <p:cNvSpPr txBox="true"/>
          <p:nvPr/>
        </p:nvSpPr>
        <p:spPr>
          <a:xfrm rot="0">
            <a:off x="800252" y="7028707"/>
            <a:ext cx="217858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LIFTING EYE BOLT</a:t>
            </a:r>
          </a:p>
        </p:txBody>
      </p:sp>
      <p:sp>
        <p:nvSpPr>
          <p:cNvPr name="TextBox 49" id="49"/>
          <p:cNvSpPr txBox="true"/>
          <p:nvPr/>
        </p:nvSpPr>
        <p:spPr>
          <a:xfrm rot="0">
            <a:off x="4641894" y="4238025"/>
            <a:ext cx="200138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WIRE ROPE CLIP</a:t>
            </a:r>
          </a:p>
        </p:txBody>
      </p:sp>
      <p:sp>
        <p:nvSpPr>
          <p:cNvPr name="TextBox 50" id="50"/>
          <p:cNvSpPr txBox="true"/>
          <p:nvPr/>
        </p:nvSpPr>
        <p:spPr>
          <a:xfrm rot="0">
            <a:off x="4598441" y="7028707"/>
            <a:ext cx="205812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LIFTING EYE NUT</a:t>
            </a:r>
          </a:p>
        </p:txBody>
      </p:sp>
      <p:sp>
        <p:nvSpPr>
          <p:cNvPr name="TextBox 51" id="51"/>
          <p:cNvSpPr txBox="true"/>
          <p:nvPr/>
        </p:nvSpPr>
        <p:spPr>
          <a:xfrm rot="0">
            <a:off x="4529480" y="1393527"/>
            <a:ext cx="219905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LONG D SHACKLE</a:t>
            </a:r>
          </a:p>
        </p:txBody>
      </p:sp>
      <p:sp>
        <p:nvSpPr>
          <p:cNvPr name="TextBox 52" id="52"/>
          <p:cNvSpPr txBox="true"/>
          <p:nvPr/>
        </p:nvSpPr>
        <p:spPr>
          <a:xfrm rot="0">
            <a:off x="7082485" y="10145220"/>
            <a:ext cx="409375"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14</a:t>
            </a:r>
          </a:p>
        </p:txBody>
      </p:sp>
      <p:sp>
        <p:nvSpPr>
          <p:cNvPr name="TextBox 53" id="53"/>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0">
            <a:off x="997325" y="1868519"/>
            <a:ext cx="1724673" cy="1638919"/>
            <a:chOff x="0" y="0"/>
            <a:chExt cx="2299564" cy="2185226"/>
          </a:xfrm>
        </p:grpSpPr>
        <p:sp>
          <p:nvSpPr>
            <p:cNvPr name="Freeform 12" id="12"/>
            <p:cNvSpPr/>
            <p:nvPr/>
          </p:nvSpPr>
          <p:spPr>
            <a:xfrm flipH="false" flipV="false" rot="0">
              <a:off x="0" y="0"/>
              <a:ext cx="2299589" cy="2185162"/>
            </a:xfrm>
            <a:custGeom>
              <a:avLst/>
              <a:gdLst/>
              <a:ahLst/>
              <a:cxnLst/>
              <a:rect r="r" b="b" t="t" l="l"/>
              <a:pathLst>
                <a:path h="2185162" w="2299589">
                  <a:moveTo>
                    <a:pt x="0" y="0"/>
                  </a:moveTo>
                  <a:lnTo>
                    <a:pt x="2299589" y="0"/>
                  </a:lnTo>
                  <a:lnTo>
                    <a:pt x="2299589" y="2185162"/>
                  </a:lnTo>
                  <a:lnTo>
                    <a:pt x="0" y="2185162"/>
                  </a:lnTo>
                  <a:lnTo>
                    <a:pt x="0" y="0"/>
                  </a:lnTo>
                  <a:close/>
                </a:path>
              </a:pathLst>
            </a:custGeom>
            <a:blipFill>
              <a:blip r:embed="rId15"/>
              <a:stretch>
                <a:fillRect l="-310" t="-145" r="-145" b="-365"/>
              </a:stretch>
            </a:blipFill>
          </p:spPr>
        </p:sp>
      </p:grpSp>
      <p:grpSp>
        <p:nvGrpSpPr>
          <p:cNvPr name="Group 13" id="13"/>
          <p:cNvGrpSpPr/>
          <p:nvPr/>
        </p:nvGrpSpPr>
        <p:grpSpPr>
          <a:xfrm rot="0">
            <a:off x="4370099" y="1868519"/>
            <a:ext cx="2553662" cy="1667504"/>
            <a:chOff x="0" y="0"/>
            <a:chExt cx="3404883" cy="2223338"/>
          </a:xfrm>
        </p:grpSpPr>
        <p:sp>
          <p:nvSpPr>
            <p:cNvPr name="Freeform 14" id="14"/>
            <p:cNvSpPr/>
            <p:nvPr/>
          </p:nvSpPr>
          <p:spPr>
            <a:xfrm flipH="false" flipV="false" rot="0">
              <a:off x="0" y="0"/>
              <a:ext cx="3404870" cy="2223389"/>
            </a:xfrm>
            <a:custGeom>
              <a:avLst/>
              <a:gdLst/>
              <a:ahLst/>
              <a:cxnLst/>
              <a:rect r="r" b="b" t="t" l="l"/>
              <a:pathLst>
                <a:path h="2223389" w="3404870">
                  <a:moveTo>
                    <a:pt x="0" y="0"/>
                  </a:moveTo>
                  <a:lnTo>
                    <a:pt x="3404870" y="0"/>
                  </a:lnTo>
                  <a:lnTo>
                    <a:pt x="3404870" y="2223389"/>
                  </a:lnTo>
                  <a:lnTo>
                    <a:pt x="0" y="2223389"/>
                  </a:lnTo>
                  <a:lnTo>
                    <a:pt x="0" y="0"/>
                  </a:lnTo>
                  <a:close/>
                </a:path>
              </a:pathLst>
            </a:custGeom>
            <a:blipFill>
              <a:blip r:embed="rId16"/>
              <a:stretch>
                <a:fillRect l="0" t="-57" r="0" b="-141"/>
              </a:stretch>
            </a:blipFill>
          </p:spPr>
        </p:sp>
      </p:grpSp>
      <p:grpSp>
        <p:nvGrpSpPr>
          <p:cNvPr name="Group 15" id="15"/>
          <p:cNvGrpSpPr/>
          <p:nvPr/>
        </p:nvGrpSpPr>
        <p:grpSpPr>
          <a:xfrm rot="0">
            <a:off x="1033596" y="4653105"/>
            <a:ext cx="1648444" cy="1648416"/>
            <a:chOff x="0" y="0"/>
            <a:chExt cx="2197926" cy="2197887"/>
          </a:xfrm>
        </p:grpSpPr>
        <p:sp>
          <p:nvSpPr>
            <p:cNvPr name="Freeform 16" id="16"/>
            <p:cNvSpPr/>
            <p:nvPr/>
          </p:nvSpPr>
          <p:spPr>
            <a:xfrm flipH="false" flipV="false" rot="0">
              <a:off x="0" y="0"/>
              <a:ext cx="2197989" cy="2197862"/>
            </a:xfrm>
            <a:custGeom>
              <a:avLst/>
              <a:gdLst/>
              <a:ahLst/>
              <a:cxnLst/>
              <a:rect r="r" b="b" t="t" l="l"/>
              <a:pathLst>
                <a:path h="2197862" w="2197989">
                  <a:moveTo>
                    <a:pt x="0" y="0"/>
                  </a:moveTo>
                  <a:lnTo>
                    <a:pt x="2197989" y="0"/>
                  </a:lnTo>
                  <a:lnTo>
                    <a:pt x="2197989" y="2197862"/>
                  </a:lnTo>
                  <a:lnTo>
                    <a:pt x="0" y="2197862"/>
                  </a:lnTo>
                  <a:lnTo>
                    <a:pt x="0" y="0"/>
                  </a:lnTo>
                  <a:close/>
                </a:path>
              </a:pathLst>
            </a:custGeom>
            <a:blipFill>
              <a:blip r:embed="rId17"/>
              <a:stretch>
                <a:fillRect l="0" t="-1" r="2" b="-1"/>
              </a:stretch>
            </a:blipFill>
          </p:spPr>
        </p:sp>
      </p:grpSp>
      <p:grpSp>
        <p:nvGrpSpPr>
          <p:cNvPr name="Group 17" id="17"/>
          <p:cNvGrpSpPr/>
          <p:nvPr/>
        </p:nvGrpSpPr>
        <p:grpSpPr>
          <a:xfrm rot="5400000">
            <a:off x="4853311" y="3869607"/>
            <a:ext cx="1562691" cy="3296898"/>
            <a:chOff x="0" y="0"/>
            <a:chExt cx="2083587" cy="4395864"/>
          </a:xfrm>
        </p:grpSpPr>
        <p:sp>
          <p:nvSpPr>
            <p:cNvPr name="Freeform 18" id="18"/>
            <p:cNvSpPr/>
            <p:nvPr/>
          </p:nvSpPr>
          <p:spPr>
            <a:xfrm flipH="false" flipV="false" rot="0">
              <a:off x="0" y="0"/>
              <a:ext cx="2083562" cy="4395851"/>
            </a:xfrm>
            <a:custGeom>
              <a:avLst/>
              <a:gdLst/>
              <a:ahLst/>
              <a:cxnLst/>
              <a:rect r="r" b="b" t="t" l="l"/>
              <a:pathLst>
                <a:path h="4395851" w="2083562">
                  <a:moveTo>
                    <a:pt x="0" y="0"/>
                  </a:moveTo>
                  <a:lnTo>
                    <a:pt x="2083562" y="0"/>
                  </a:lnTo>
                  <a:lnTo>
                    <a:pt x="2083562" y="4395851"/>
                  </a:lnTo>
                  <a:lnTo>
                    <a:pt x="0" y="4395851"/>
                  </a:lnTo>
                  <a:lnTo>
                    <a:pt x="0" y="0"/>
                  </a:lnTo>
                  <a:close/>
                </a:path>
              </a:pathLst>
            </a:custGeom>
            <a:blipFill>
              <a:blip r:embed="rId18"/>
              <a:stretch>
                <a:fillRect l="-312" t="0" r="-429" b="0"/>
              </a:stretch>
            </a:blipFill>
          </p:spPr>
        </p:sp>
      </p:grpSp>
      <p:grpSp>
        <p:nvGrpSpPr>
          <p:cNvPr name="Group 19" id="19"/>
          <p:cNvGrpSpPr/>
          <p:nvPr/>
        </p:nvGrpSpPr>
        <p:grpSpPr>
          <a:xfrm rot="0">
            <a:off x="266567" y="7458180"/>
            <a:ext cx="3182541" cy="1638919"/>
            <a:chOff x="0" y="0"/>
            <a:chExt cx="4243388" cy="2185226"/>
          </a:xfrm>
        </p:grpSpPr>
        <p:sp>
          <p:nvSpPr>
            <p:cNvPr name="Freeform 20" id="20"/>
            <p:cNvSpPr/>
            <p:nvPr/>
          </p:nvSpPr>
          <p:spPr>
            <a:xfrm flipH="false" flipV="false" rot="0">
              <a:off x="0" y="0"/>
              <a:ext cx="4243324" cy="2185162"/>
            </a:xfrm>
            <a:custGeom>
              <a:avLst/>
              <a:gdLst/>
              <a:ahLst/>
              <a:cxnLst/>
              <a:rect r="r" b="b" t="t" l="l"/>
              <a:pathLst>
                <a:path h="2185162" w="4243324">
                  <a:moveTo>
                    <a:pt x="0" y="0"/>
                  </a:moveTo>
                  <a:lnTo>
                    <a:pt x="4243324" y="0"/>
                  </a:lnTo>
                  <a:lnTo>
                    <a:pt x="4243324" y="2185162"/>
                  </a:lnTo>
                  <a:lnTo>
                    <a:pt x="0" y="2185162"/>
                  </a:lnTo>
                  <a:lnTo>
                    <a:pt x="0" y="0"/>
                  </a:lnTo>
                  <a:close/>
                </a:path>
              </a:pathLst>
            </a:custGeom>
            <a:blipFill>
              <a:blip r:embed="rId19"/>
              <a:stretch>
                <a:fillRect l="-181" t="-151" r="-59" b="-6"/>
              </a:stretch>
            </a:blipFill>
          </p:spPr>
        </p:sp>
      </p:grpSp>
      <p:grpSp>
        <p:nvGrpSpPr>
          <p:cNvPr name="Group 21" id="21"/>
          <p:cNvGrpSpPr/>
          <p:nvPr/>
        </p:nvGrpSpPr>
        <p:grpSpPr>
          <a:xfrm rot="0">
            <a:off x="4065241" y="7615609"/>
            <a:ext cx="3192075" cy="1324470"/>
            <a:chOff x="0" y="0"/>
            <a:chExt cx="4256100" cy="1765960"/>
          </a:xfrm>
        </p:grpSpPr>
        <p:sp>
          <p:nvSpPr>
            <p:cNvPr name="Freeform 22" id="22"/>
            <p:cNvSpPr/>
            <p:nvPr/>
          </p:nvSpPr>
          <p:spPr>
            <a:xfrm flipH="false" flipV="false" rot="0">
              <a:off x="0" y="0"/>
              <a:ext cx="4256151" cy="1765935"/>
            </a:xfrm>
            <a:custGeom>
              <a:avLst/>
              <a:gdLst/>
              <a:ahLst/>
              <a:cxnLst/>
              <a:rect r="r" b="b" t="t" l="l"/>
              <a:pathLst>
                <a:path h="1765935" w="4256151">
                  <a:moveTo>
                    <a:pt x="0" y="0"/>
                  </a:moveTo>
                  <a:lnTo>
                    <a:pt x="4256151" y="0"/>
                  </a:lnTo>
                  <a:lnTo>
                    <a:pt x="4256151" y="1765935"/>
                  </a:lnTo>
                  <a:lnTo>
                    <a:pt x="0" y="1765935"/>
                  </a:lnTo>
                  <a:lnTo>
                    <a:pt x="0" y="0"/>
                  </a:lnTo>
                  <a:close/>
                </a:path>
              </a:pathLst>
            </a:custGeom>
            <a:blipFill>
              <a:blip r:embed="rId20"/>
              <a:stretch>
                <a:fillRect l="-3" t="-344" r="-42" b="-235"/>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47252"/>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734725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1063133"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1" id="41"/>
          <p:cNvSpPr txBox="true"/>
          <p:nvPr/>
        </p:nvSpPr>
        <p:spPr>
          <a:xfrm rot="0">
            <a:off x="902332" y="3480787"/>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2" id="42"/>
          <p:cNvSpPr txBox="true"/>
          <p:nvPr/>
        </p:nvSpPr>
        <p:spPr>
          <a:xfrm rot="0">
            <a:off x="902332" y="6271289"/>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43" id="43"/>
          <p:cNvSpPr txBox="true"/>
          <p:nvPr/>
        </p:nvSpPr>
        <p:spPr>
          <a:xfrm rot="0">
            <a:off x="4843386"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4" id="44"/>
          <p:cNvSpPr txBox="true"/>
          <p:nvPr/>
        </p:nvSpPr>
        <p:spPr>
          <a:xfrm rot="0">
            <a:off x="4843386"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5" id="45"/>
          <p:cNvSpPr txBox="true"/>
          <p:nvPr/>
        </p:nvSpPr>
        <p:spPr>
          <a:xfrm rot="0">
            <a:off x="4843386"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6" id="46"/>
          <p:cNvSpPr txBox="true"/>
          <p:nvPr/>
        </p:nvSpPr>
        <p:spPr>
          <a:xfrm rot="0">
            <a:off x="1317117" y="4213127"/>
            <a:ext cx="89616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O RING</a:t>
            </a:r>
          </a:p>
        </p:txBody>
      </p:sp>
      <p:sp>
        <p:nvSpPr>
          <p:cNvPr name="TextBox 47" id="47"/>
          <p:cNvSpPr txBox="true"/>
          <p:nvPr/>
        </p:nvSpPr>
        <p:spPr>
          <a:xfrm rot="0">
            <a:off x="1255614" y="1393527"/>
            <a:ext cx="109125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THIMBLE</a:t>
            </a:r>
          </a:p>
        </p:txBody>
      </p:sp>
      <p:sp>
        <p:nvSpPr>
          <p:cNvPr name="TextBox 48" id="48"/>
          <p:cNvSpPr txBox="true"/>
          <p:nvPr/>
        </p:nvSpPr>
        <p:spPr>
          <a:xfrm rot="0">
            <a:off x="613705" y="7028707"/>
            <a:ext cx="255918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SWIVEL JAW &amp; JAW</a:t>
            </a:r>
          </a:p>
        </p:txBody>
      </p:sp>
      <p:sp>
        <p:nvSpPr>
          <p:cNvPr name="TextBox 49" id="49"/>
          <p:cNvSpPr txBox="true"/>
          <p:nvPr/>
        </p:nvSpPr>
        <p:spPr>
          <a:xfrm rot="0">
            <a:off x="5212718" y="1393527"/>
            <a:ext cx="80523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CLEAT</a:t>
            </a:r>
          </a:p>
        </p:txBody>
      </p:sp>
      <p:sp>
        <p:nvSpPr>
          <p:cNvPr name="TextBox 50" id="50"/>
          <p:cNvSpPr txBox="true"/>
          <p:nvPr/>
        </p:nvSpPr>
        <p:spPr>
          <a:xfrm rot="0">
            <a:off x="4508811" y="7028707"/>
            <a:ext cx="224102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SWIVEL EYE &amp; EYE</a:t>
            </a:r>
          </a:p>
        </p:txBody>
      </p:sp>
      <p:sp>
        <p:nvSpPr>
          <p:cNvPr name="TextBox 51" id="51"/>
          <p:cNvSpPr txBox="true"/>
          <p:nvPr/>
        </p:nvSpPr>
        <p:spPr>
          <a:xfrm rot="0">
            <a:off x="4446384" y="4238025"/>
            <a:ext cx="240010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SWIVEL JAW &amp; EYE</a:t>
            </a:r>
          </a:p>
        </p:txBody>
      </p:sp>
      <p:sp>
        <p:nvSpPr>
          <p:cNvPr name="TextBox 52" id="52"/>
          <p:cNvSpPr txBox="true"/>
          <p:nvPr/>
        </p:nvSpPr>
        <p:spPr>
          <a:xfrm rot="0">
            <a:off x="7087610" y="10145220"/>
            <a:ext cx="39887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15</a:t>
            </a:r>
          </a:p>
        </p:txBody>
      </p:sp>
      <p:sp>
        <p:nvSpPr>
          <p:cNvPr name="TextBox 53" id="53"/>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5400000">
            <a:off x="1216009" y="1057589"/>
            <a:ext cx="1286361" cy="3303489"/>
            <a:chOff x="0" y="0"/>
            <a:chExt cx="1715148" cy="4404652"/>
          </a:xfrm>
        </p:grpSpPr>
        <p:sp>
          <p:nvSpPr>
            <p:cNvPr name="Freeform 12" id="12"/>
            <p:cNvSpPr/>
            <p:nvPr/>
          </p:nvSpPr>
          <p:spPr>
            <a:xfrm flipH="false" flipV="false" rot="0">
              <a:off x="0" y="0"/>
              <a:ext cx="1715135" cy="4404614"/>
            </a:xfrm>
            <a:custGeom>
              <a:avLst/>
              <a:gdLst/>
              <a:ahLst/>
              <a:cxnLst/>
              <a:rect r="r" b="b" t="t" l="l"/>
              <a:pathLst>
                <a:path h="4404614" w="1715135">
                  <a:moveTo>
                    <a:pt x="0" y="0"/>
                  </a:moveTo>
                  <a:lnTo>
                    <a:pt x="1715135" y="0"/>
                  </a:lnTo>
                  <a:lnTo>
                    <a:pt x="1715135" y="4404614"/>
                  </a:lnTo>
                  <a:lnTo>
                    <a:pt x="0" y="4404614"/>
                  </a:lnTo>
                  <a:lnTo>
                    <a:pt x="0" y="0"/>
                  </a:lnTo>
                  <a:close/>
                </a:path>
              </a:pathLst>
            </a:custGeom>
            <a:blipFill>
              <a:blip r:embed="rId15"/>
              <a:stretch>
                <a:fillRect l="-77" t="-153" r="-236" b="0"/>
              </a:stretch>
            </a:blipFill>
          </p:spPr>
        </p:sp>
      </p:grpSp>
      <p:grpSp>
        <p:nvGrpSpPr>
          <p:cNvPr name="Group 13" id="13"/>
          <p:cNvGrpSpPr/>
          <p:nvPr/>
        </p:nvGrpSpPr>
        <p:grpSpPr>
          <a:xfrm rot="5400000">
            <a:off x="4776568" y="1512237"/>
            <a:ext cx="1648444" cy="2397623"/>
            <a:chOff x="0" y="0"/>
            <a:chExt cx="2197926" cy="3196831"/>
          </a:xfrm>
        </p:grpSpPr>
        <p:sp>
          <p:nvSpPr>
            <p:cNvPr name="Freeform 14" id="14"/>
            <p:cNvSpPr/>
            <p:nvPr/>
          </p:nvSpPr>
          <p:spPr>
            <a:xfrm flipH="true" flipV="false" rot="0">
              <a:off x="0" y="0"/>
              <a:ext cx="2197989" cy="3196844"/>
            </a:xfrm>
            <a:custGeom>
              <a:avLst/>
              <a:gdLst/>
              <a:ahLst/>
              <a:cxnLst/>
              <a:rect r="r" b="b" t="t" l="l"/>
              <a:pathLst>
                <a:path h="3196844" w="2197989">
                  <a:moveTo>
                    <a:pt x="2197989" y="0"/>
                  </a:moveTo>
                  <a:lnTo>
                    <a:pt x="0" y="0"/>
                  </a:lnTo>
                  <a:lnTo>
                    <a:pt x="0" y="3196844"/>
                  </a:lnTo>
                  <a:lnTo>
                    <a:pt x="2197989" y="3196844"/>
                  </a:lnTo>
                  <a:lnTo>
                    <a:pt x="2197989" y="0"/>
                  </a:lnTo>
                  <a:close/>
                </a:path>
              </a:pathLst>
            </a:custGeom>
            <a:blipFill>
              <a:blip r:embed="rId16"/>
              <a:stretch>
                <a:fillRect l="-279" t="0" r="-17" b="-148"/>
              </a:stretch>
            </a:blipFill>
          </p:spPr>
        </p:sp>
      </p:grpSp>
      <p:grpSp>
        <p:nvGrpSpPr>
          <p:cNvPr name="Group 15" id="15"/>
          <p:cNvGrpSpPr/>
          <p:nvPr/>
        </p:nvGrpSpPr>
        <p:grpSpPr>
          <a:xfrm rot="0">
            <a:off x="698125" y="4664754"/>
            <a:ext cx="2115350" cy="1638919"/>
            <a:chOff x="0" y="0"/>
            <a:chExt cx="2820467" cy="2185226"/>
          </a:xfrm>
        </p:grpSpPr>
        <p:sp>
          <p:nvSpPr>
            <p:cNvPr name="Freeform 16" id="16"/>
            <p:cNvSpPr/>
            <p:nvPr/>
          </p:nvSpPr>
          <p:spPr>
            <a:xfrm flipH="false" flipV="false" rot="0">
              <a:off x="0" y="0"/>
              <a:ext cx="2820416" cy="2185162"/>
            </a:xfrm>
            <a:custGeom>
              <a:avLst/>
              <a:gdLst/>
              <a:ahLst/>
              <a:cxnLst/>
              <a:rect r="r" b="b" t="t" l="l"/>
              <a:pathLst>
                <a:path h="2185162" w="2820416">
                  <a:moveTo>
                    <a:pt x="0" y="0"/>
                  </a:moveTo>
                  <a:lnTo>
                    <a:pt x="2820416" y="0"/>
                  </a:lnTo>
                  <a:lnTo>
                    <a:pt x="2820416" y="2185162"/>
                  </a:lnTo>
                  <a:lnTo>
                    <a:pt x="0" y="2185162"/>
                  </a:lnTo>
                  <a:lnTo>
                    <a:pt x="0" y="0"/>
                  </a:lnTo>
                  <a:close/>
                </a:path>
              </a:pathLst>
            </a:custGeom>
            <a:blipFill>
              <a:blip r:embed="rId17"/>
              <a:stretch>
                <a:fillRect l="-281" t="-355" r="-75" b="-350"/>
              </a:stretch>
            </a:blipFill>
          </p:spPr>
        </p:sp>
      </p:grpSp>
      <p:grpSp>
        <p:nvGrpSpPr>
          <p:cNvPr name="Group 17" id="17"/>
          <p:cNvGrpSpPr/>
          <p:nvPr/>
        </p:nvGrpSpPr>
        <p:grpSpPr>
          <a:xfrm rot="0">
            <a:off x="4308805" y="4598546"/>
            <a:ext cx="2515543" cy="1705613"/>
            <a:chOff x="0" y="0"/>
            <a:chExt cx="3354057" cy="2274151"/>
          </a:xfrm>
        </p:grpSpPr>
        <p:sp>
          <p:nvSpPr>
            <p:cNvPr name="Freeform 18" id="18"/>
            <p:cNvSpPr/>
            <p:nvPr/>
          </p:nvSpPr>
          <p:spPr>
            <a:xfrm flipH="false" flipV="false" rot="0">
              <a:off x="0" y="0"/>
              <a:ext cx="3354070" cy="2274189"/>
            </a:xfrm>
            <a:custGeom>
              <a:avLst/>
              <a:gdLst/>
              <a:ahLst/>
              <a:cxnLst/>
              <a:rect r="r" b="b" t="t" l="l"/>
              <a:pathLst>
                <a:path h="2274189" w="3354070">
                  <a:moveTo>
                    <a:pt x="0" y="0"/>
                  </a:moveTo>
                  <a:lnTo>
                    <a:pt x="3354070" y="0"/>
                  </a:lnTo>
                  <a:lnTo>
                    <a:pt x="3354070" y="2274189"/>
                  </a:lnTo>
                  <a:lnTo>
                    <a:pt x="0" y="2274189"/>
                  </a:lnTo>
                  <a:lnTo>
                    <a:pt x="0" y="0"/>
                  </a:lnTo>
                  <a:close/>
                </a:path>
              </a:pathLst>
            </a:custGeom>
            <a:blipFill>
              <a:blip r:embed="rId18"/>
              <a:stretch>
                <a:fillRect l="0" t="-12997" r="0" b="-34487"/>
              </a:stretch>
            </a:blipFill>
          </p:spPr>
        </p:sp>
      </p:grpSp>
      <p:grpSp>
        <p:nvGrpSpPr>
          <p:cNvPr name="Group 19" id="19"/>
          <p:cNvGrpSpPr/>
          <p:nvPr/>
        </p:nvGrpSpPr>
        <p:grpSpPr>
          <a:xfrm rot="0">
            <a:off x="1038949" y="7458180"/>
            <a:ext cx="1648444" cy="1638919"/>
            <a:chOff x="0" y="0"/>
            <a:chExt cx="2197926" cy="2185226"/>
          </a:xfrm>
        </p:grpSpPr>
        <p:sp>
          <p:nvSpPr>
            <p:cNvPr name="Freeform 20" id="20"/>
            <p:cNvSpPr/>
            <p:nvPr/>
          </p:nvSpPr>
          <p:spPr>
            <a:xfrm flipH="false" flipV="false" rot="0">
              <a:off x="0" y="0"/>
              <a:ext cx="2197989" cy="2185162"/>
            </a:xfrm>
            <a:custGeom>
              <a:avLst/>
              <a:gdLst/>
              <a:ahLst/>
              <a:cxnLst/>
              <a:rect r="r" b="b" t="t" l="l"/>
              <a:pathLst>
                <a:path h="2185162" w="2197989">
                  <a:moveTo>
                    <a:pt x="0" y="0"/>
                  </a:moveTo>
                  <a:lnTo>
                    <a:pt x="2197989" y="0"/>
                  </a:lnTo>
                  <a:lnTo>
                    <a:pt x="2197989" y="2185162"/>
                  </a:lnTo>
                  <a:lnTo>
                    <a:pt x="0" y="2185162"/>
                  </a:lnTo>
                  <a:lnTo>
                    <a:pt x="0" y="0"/>
                  </a:lnTo>
                  <a:close/>
                </a:path>
              </a:pathLst>
            </a:custGeom>
            <a:blipFill>
              <a:blip r:embed="rId19"/>
              <a:stretch>
                <a:fillRect l="0" t="-14" r="2" b="-104"/>
              </a:stretch>
            </a:blipFill>
          </p:spPr>
        </p:sp>
      </p:grpSp>
      <p:grpSp>
        <p:nvGrpSpPr>
          <p:cNvPr name="Group 21" id="21"/>
          <p:cNvGrpSpPr/>
          <p:nvPr/>
        </p:nvGrpSpPr>
        <p:grpSpPr>
          <a:xfrm rot="0">
            <a:off x="4894507" y="7439120"/>
            <a:ext cx="1505522" cy="1657950"/>
            <a:chOff x="0" y="0"/>
            <a:chExt cx="2007362" cy="2210600"/>
          </a:xfrm>
        </p:grpSpPr>
        <p:sp>
          <p:nvSpPr>
            <p:cNvPr name="Freeform 22" id="22"/>
            <p:cNvSpPr/>
            <p:nvPr/>
          </p:nvSpPr>
          <p:spPr>
            <a:xfrm flipH="false" flipV="false" rot="0">
              <a:off x="0" y="0"/>
              <a:ext cx="2007362" cy="2210562"/>
            </a:xfrm>
            <a:custGeom>
              <a:avLst/>
              <a:gdLst/>
              <a:ahLst/>
              <a:cxnLst/>
              <a:rect r="r" b="b" t="t" l="l"/>
              <a:pathLst>
                <a:path h="2210562" w="2007362">
                  <a:moveTo>
                    <a:pt x="0" y="0"/>
                  </a:moveTo>
                  <a:lnTo>
                    <a:pt x="2007362" y="0"/>
                  </a:lnTo>
                  <a:lnTo>
                    <a:pt x="2007362" y="2210562"/>
                  </a:lnTo>
                  <a:lnTo>
                    <a:pt x="0" y="2210562"/>
                  </a:lnTo>
                  <a:lnTo>
                    <a:pt x="0" y="0"/>
                  </a:lnTo>
                  <a:close/>
                </a:path>
              </a:pathLst>
            </a:custGeom>
            <a:blipFill>
              <a:blip r:embed="rId20"/>
              <a:stretch>
                <a:fillRect l="-56" t="0" r="-39" b="-314"/>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47252"/>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734725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1063133"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1" id="41"/>
          <p:cNvSpPr txBox="true"/>
          <p:nvPr/>
        </p:nvSpPr>
        <p:spPr>
          <a:xfrm rot="0">
            <a:off x="1063133"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2" id="42"/>
          <p:cNvSpPr txBox="true"/>
          <p:nvPr/>
        </p:nvSpPr>
        <p:spPr>
          <a:xfrm rot="0">
            <a:off x="1063133"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3" id="43"/>
          <p:cNvSpPr txBox="true"/>
          <p:nvPr/>
        </p:nvSpPr>
        <p:spPr>
          <a:xfrm rot="0">
            <a:off x="4843386"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4" id="44"/>
          <p:cNvSpPr txBox="true"/>
          <p:nvPr/>
        </p:nvSpPr>
        <p:spPr>
          <a:xfrm rot="0">
            <a:off x="4843386"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5" id="45"/>
          <p:cNvSpPr txBox="true"/>
          <p:nvPr/>
        </p:nvSpPr>
        <p:spPr>
          <a:xfrm rot="0">
            <a:off x="4843386" y="9061818"/>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6" id="46"/>
          <p:cNvSpPr txBox="true"/>
          <p:nvPr/>
        </p:nvSpPr>
        <p:spPr>
          <a:xfrm rot="0">
            <a:off x="4030790" y="4265305"/>
            <a:ext cx="3247968"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TOGGLE NUT / BUTTERFLY NUT</a:t>
            </a:r>
          </a:p>
        </p:txBody>
      </p:sp>
      <p:sp>
        <p:nvSpPr>
          <p:cNvPr name="TextBox 47" id="47"/>
          <p:cNvSpPr txBox="true"/>
          <p:nvPr/>
        </p:nvSpPr>
        <p:spPr>
          <a:xfrm rot="0">
            <a:off x="1221896" y="1393527"/>
            <a:ext cx="116016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EYE BOLT</a:t>
            </a:r>
          </a:p>
        </p:txBody>
      </p:sp>
      <p:sp>
        <p:nvSpPr>
          <p:cNvPr name="TextBox 48" id="48"/>
          <p:cNvSpPr txBox="true"/>
          <p:nvPr/>
        </p:nvSpPr>
        <p:spPr>
          <a:xfrm rot="0">
            <a:off x="1121474" y="4213127"/>
            <a:ext cx="129540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DOG BOLT</a:t>
            </a:r>
          </a:p>
        </p:txBody>
      </p:sp>
      <p:sp>
        <p:nvSpPr>
          <p:cNvPr name="TextBox 49" id="49"/>
          <p:cNvSpPr txBox="true"/>
          <p:nvPr/>
        </p:nvSpPr>
        <p:spPr>
          <a:xfrm rot="0">
            <a:off x="450523" y="7028707"/>
            <a:ext cx="2891828"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U BOLT WITH BRACKET</a:t>
            </a:r>
          </a:p>
        </p:txBody>
      </p:sp>
      <p:sp>
        <p:nvSpPr>
          <p:cNvPr name="TextBox 50" id="50"/>
          <p:cNvSpPr txBox="true"/>
          <p:nvPr/>
        </p:nvSpPr>
        <p:spPr>
          <a:xfrm rot="0">
            <a:off x="4699235" y="7028707"/>
            <a:ext cx="185267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RING EYE BOLT</a:t>
            </a:r>
          </a:p>
        </p:txBody>
      </p:sp>
      <p:sp>
        <p:nvSpPr>
          <p:cNvPr name="TextBox 51" id="51"/>
          <p:cNvSpPr txBox="true"/>
          <p:nvPr/>
        </p:nvSpPr>
        <p:spPr>
          <a:xfrm rot="0">
            <a:off x="4630712" y="1393527"/>
            <a:ext cx="199231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EYE HOOK BOLT</a:t>
            </a:r>
          </a:p>
        </p:txBody>
      </p:sp>
      <p:sp>
        <p:nvSpPr>
          <p:cNvPr name="TextBox 52" id="52"/>
          <p:cNvSpPr txBox="true"/>
          <p:nvPr/>
        </p:nvSpPr>
        <p:spPr>
          <a:xfrm rot="0">
            <a:off x="7090105" y="10145220"/>
            <a:ext cx="39382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16</a:t>
            </a:r>
          </a:p>
        </p:txBody>
      </p:sp>
      <p:sp>
        <p:nvSpPr>
          <p:cNvPr name="TextBox 53" id="53"/>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3857511" y="6859876"/>
            <a:ext cx="3771128" cy="3902097"/>
          </a:xfrm>
          <a:custGeom>
            <a:avLst/>
            <a:gdLst/>
            <a:ahLst/>
            <a:cxnLst/>
            <a:rect r="r" b="b" t="t" l="l"/>
            <a:pathLst>
              <a:path h="3902097" w="3771128">
                <a:moveTo>
                  <a:pt x="0" y="0"/>
                </a:moveTo>
                <a:lnTo>
                  <a:pt x="3771128" y="0"/>
                </a:lnTo>
                <a:lnTo>
                  <a:pt x="3771128" y="3902098"/>
                </a:lnTo>
                <a:lnTo>
                  <a:pt x="0" y="390209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 id="10"/>
          <p:cNvGrpSpPr/>
          <p:nvPr/>
        </p:nvGrpSpPr>
        <p:grpSpPr>
          <a:xfrm rot="0">
            <a:off x="754923" y="1877044"/>
            <a:ext cx="2153460" cy="1610325"/>
            <a:chOff x="0" y="0"/>
            <a:chExt cx="2871280" cy="2147100"/>
          </a:xfrm>
        </p:grpSpPr>
        <p:sp>
          <p:nvSpPr>
            <p:cNvPr name="Freeform 11" id="11"/>
            <p:cNvSpPr/>
            <p:nvPr/>
          </p:nvSpPr>
          <p:spPr>
            <a:xfrm flipH="false" flipV="false" rot="0">
              <a:off x="0" y="0"/>
              <a:ext cx="2871343" cy="2147062"/>
            </a:xfrm>
            <a:custGeom>
              <a:avLst/>
              <a:gdLst/>
              <a:ahLst/>
              <a:cxnLst/>
              <a:rect r="r" b="b" t="t" l="l"/>
              <a:pathLst>
                <a:path h="2147062" w="2871343">
                  <a:moveTo>
                    <a:pt x="0" y="0"/>
                  </a:moveTo>
                  <a:lnTo>
                    <a:pt x="2871343" y="0"/>
                  </a:lnTo>
                  <a:lnTo>
                    <a:pt x="2871343" y="2147062"/>
                  </a:lnTo>
                  <a:lnTo>
                    <a:pt x="0" y="2147062"/>
                  </a:lnTo>
                  <a:lnTo>
                    <a:pt x="0" y="0"/>
                  </a:lnTo>
                  <a:close/>
                </a:path>
              </a:pathLst>
            </a:custGeom>
            <a:blipFill>
              <a:blip r:embed="rId13"/>
              <a:stretch>
                <a:fillRect l="0" t="0" r="2" b="-2"/>
              </a:stretch>
            </a:blipFill>
          </p:spPr>
        </p:sp>
      </p:grpSp>
      <p:grpSp>
        <p:nvGrpSpPr>
          <p:cNvPr name="Group 12" id="12"/>
          <p:cNvGrpSpPr/>
          <p:nvPr/>
        </p:nvGrpSpPr>
        <p:grpSpPr>
          <a:xfrm rot="0">
            <a:off x="4806420" y="1877044"/>
            <a:ext cx="1629385" cy="1629375"/>
            <a:chOff x="0" y="0"/>
            <a:chExt cx="2172513" cy="2172500"/>
          </a:xfrm>
        </p:grpSpPr>
        <p:sp>
          <p:nvSpPr>
            <p:cNvPr name="Freeform 13" id="13"/>
            <p:cNvSpPr/>
            <p:nvPr/>
          </p:nvSpPr>
          <p:spPr>
            <a:xfrm flipH="false" flipV="false" rot="0">
              <a:off x="0" y="0"/>
              <a:ext cx="2172462" cy="2172462"/>
            </a:xfrm>
            <a:custGeom>
              <a:avLst/>
              <a:gdLst/>
              <a:ahLst/>
              <a:cxnLst/>
              <a:rect r="r" b="b" t="t" l="l"/>
              <a:pathLst>
                <a:path h="2172462" w="2172462">
                  <a:moveTo>
                    <a:pt x="0" y="0"/>
                  </a:moveTo>
                  <a:lnTo>
                    <a:pt x="2172462" y="0"/>
                  </a:lnTo>
                  <a:lnTo>
                    <a:pt x="2172462" y="2172462"/>
                  </a:lnTo>
                  <a:lnTo>
                    <a:pt x="0" y="2172462"/>
                  </a:lnTo>
                  <a:lnTo>
                    <a:pt x="0" y="0"/>
                  </a:lnTo>
                  <a:close/>
                </a:path>
              </a:pathLst>
            </a:custGeom>
            <a:blipFill>
              <a:blip r:embed="rId14"/>
              <a:stretch>
                <a:fillRect l="0" t="0" r="-2" b="-1"/>
              </a:stretch>
            </a:blipFill>
          </p:spPr>
        </p:sp>
      </p:grpSp>
      <p:grpSp>
        <p:nvGrpSpPr>
          <p:cNvPr name="Group 14" id="14"/>
          <p:cNvGrpSpPr/>
          <p:nvPr/>
        </p:nvGrpSpPr>
        <p:grpSpPr>
          <a:xfrm rot="0">
            <a:off x="471183" y="4665059"/>
            <a:ext cx="2639416" cy="1572216"/>
            <a:chOff x="0" y="0"/>
            <a:chExt cx="3519221" cy="2096287"/>
          </a:xfrm>
        </p:grpSpPr>
        <p:sp>
          <p:nvSpPr>
            <p:cNvPr name="Freeform 15" id="15"/>
            <p:cNvSpPr/>
            <p:nvPr/>
          </p:nvSpPr>
          <p:spPr>
            <a:xfrm flipH="false" flipV="false" rot="0">
              <a:off x="0" y="0"/>
              <a:ext cx="3519170" cy="2096262"/>
            </a:xfrm>
            <a:custGeom>
              <a:avLst/>
              <a:gdLst/>
              <a:ahLst/>
              <a:cxnLst/>
              <a:rect r="r" b="b" t="t" l="l"/>
              <a:pathLst>
                <a:path h="2096262" w="3519170">
                  <a:moveTo>
                    <a:pt x="0" y="0"/>
                  </a:moveTo>
                  <a:lnTo>
                    <a:pt x="3519170" y="0"/>
                  </a:lnTo>
                  <a:lnTo>
                    <a:pt x="3519170" y="2096262"/>
                  </a:lnTo>
                  <a:lnTo>
                    <a:pt x="0" y="2096262"/>
                  </a:lnTo>
                  <a:lnTo>
                    <a:pt x="0" y="0"/>
                  </a:lnTo>
                  <a:close/>
                </a:path>
              </a:pathLst>
            </a:custGeom>
            <a:blipFill>
              <a:blip r:embed="rId15"/>
              <a:stretch>
                <a:fillRect l="0" t="0" r="-1" b="-1"/>
              </a:stretch>
            </a:blipFill>
          </p:spPr>
        </p:sp>
      </p:grpSp>
      <p:grpSp>
        <p:nvGrpSpPr>
          <p:cNvPr name="Group 16" id="16"/>
          <p:cNvGrpSpPr/>
          <p:nvPr/>
        </p:nvGrpSpPr>
        <p:grpSpPr>
          <a:xfrm rot="0">
            <a:off x="4589069" y="4665059"/>
            <a:ext cx="2115350" cy="1600800"/>
            <a:chOff x="0" y="0"/>
            <a:chExt cx="2820467" cy="2134400"/>
          </a:xfrm>
        </p:grpSpPr>
        <p:sp>
          <p:nvSpPr>
            <p:cNvPr name="Freeform 17" id="17"/>
            <p:cNvSpPr/>
            <p:nvPr/>
          </p:nvSpPr>
          <p:spPr>
            <a:xfrm flipH="false" flipV="false" rot="0">
              <a:off x="0" y="0"/>
              <a:ext cx="2820416" cy="2134362"/>
            </a:xfrm>
            <a:custGeom>
              <a:avLst/>
              <a:gdLst/>
              <a:ahLst/>
              <a:cxnLst/>
              <a:rect r="r" b="b" t="t" l="l"/>
              <a:pathLst>
                <a:path h="2134362" w="2820416">
                  <a:moveTo>
                    <a:pt x="0" y="0"/>
                  </a:moveTo>
                  <a:lnTo>
                    <a:pt x="2820416" y="0"/>
                  </a:lnTo>
                  <a:lnTo>
                    <a:pt x="2820416" y="2134362"/>
                  </a:lnTo>
                  <a:lnTo>
                    <a:pt x="0" y="2134362"/>
                  </a:lnTo>
                  <a:lnTo>
                    <a:pt x="0" y="0"/>
                  </a:lnTo>
                  <a:close/>
                </a:path>
              </a:pathLst>
            </a:custGeom>
            <a:blipFill>
              <a:blip r:embed="rId16"/>
              <a:stretch>
                <a:fillRect l="-221" t="-371" r="-145" b="-406"/>
              </a:stretch>
            </a:blipFill>
          </p:spPr>
        </p:sp>
      </p:grpSp>
      <p:sp>
        <p:nvSpPr>
          <p:cNvPr name="Freeform 18" id="18"/>
          <p:cNvSpPr/>
          <p:nvPr/>
        </p:nvSpPr>
        <p:spPr>
          <a:xfrm flipH="false" flipV="false" rot="0">
            <a:off x="85839" y="6850428"/>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9" id="19"/>
          <p:cNvGrpSpPr/>
          <p:nvPr/>
        </p:nvGrpSpPr>
        <p:grpSpPr>
          <a:xfrm rot="0">
            <a:off x="193586" y="7467695"/>
            <a:ext cx="3192075" cy="1877130"/>
            <a:chOff x="0" y="0"/>
            <a:chExt cx="4256100" cy="2502840"/>
          </a:xfrm>
        </p:grpSpPr>
        <p:sp>
          <p:nvSpPr>
            <p:cNvPr name="Freeform 20" id="20"/>
            <p:cNvSpPr/>
            <p:nvPr/>
          </p:nvSpPr>
          <p:spPr>
            <a:xfrm flipH="false" flipV="false" rot="0">
              <a:off x="0" y="0"/>
              <a:ext cx="4256151" cy="2502789"/>
            </a:xfrm>
            <a:custGeom>
              <a:avLst/>
              <a:gdLst/>
              <a:ahLst/>
              <a:cxnLst/>
              <a:rect r="r" b="b" t="t" l="l"/>
              <a:pathLst>
                <a:path h="2502789" w="4256151">
                  <a:moveTo>
                    <a:pt x="0" y="0"/>
                  </a:moveTo>
                  <a:lnTo>
                    <a:pt x="4256151" y="0"/>
                  </a:lnTo>
                  <a:lnTo>
                    <a:pt x="4256151" y="2502789"/>
                  </a:lnTo>
                  <a:lnTo>
                    <a:pt x="0" y="2502789"/>
                  </a:lnTo>
                  <a:lnTo>
                    <a:pt x="0" y="0"/>
                  </a:lnTo>
                  <a:close/>
                </a:path>
              </a:pathLst>
            </a:custGeom>
            <a:blipFill>
              <a:blip r:embed="rId19"/>
              <a:stretch>
                <a:fillRect l="0" t="-30787" r="1" b="-20485"/>
              </a:stretch>
            </a:blipFill>
          </p:spPr>
        </p:sp>
      </p:grpSp>
      <p:grpSp>
        <p:nvGrpSpPr>
          <p:cNvPr name="Group 21" id="21"/>
          <p:cNvGrpSpPr/>
          <p:nvPr/>
        </p:nvGrpSpPr>
        <p:grpSpPr>
          <a:xfrm rot="0">
            <a:off x="4681547" y="7353205"/>
            <a:ext cx="1877130" cy="1877111"/>
            <a:chOff x="0" y="0"/>
            <a:chExt cx="2502840" cy="2502814"/>
          </a:xfrm>
        </p:grpSpPr>
        <p:sp>
          <p:nvSpPr>
            <p:cNvPr name="Freeform 22" id="22"/>
            <p:cNvSpPr/>
            <p:nvPr/>
          </p:nvSpPr>
          <p:spPr>
            <a:xfrm flipH="false" flipV="false" rot="0">
              <a:off x="0" y="0"/>
              <a:ext cx="2502789" cy="2502789"/>
            </a:xfrm>
            <a:custGeom>
              <a:avLst/>
              <a:gdLst/>
              <a:ahLst/>
              <a:cxnLst/>
              <a:rect r="r" b="b" t="t" l="l"/>
              <a:pathLst>
                <a:path h="2502789" w="2502789">
                  <a:moveTo>
                    <a:pt x="0" y="0"/>
                  </a:moveTo>
                  <a:lnTo>
                    <a:pt x="2502789" y="0"/>
                  </a:lnTo>
                  <a:lnTo>
                    <a:pt x="2502789" y="2502789"/>
                  </a:lnTo>
                  <a:lnTo>
                    <a:pt x="0" y="2502789"/>
                  </a:lnTo>
                  <a:lnTo>
                    <a:pt x="0" y="0"/>
                  </a:lnTo>
                  <a:close/>
                </a:path>
              </a:pathLst>
            </a:custGeom>
            <a:blipFill>
              <a:blip r:embed="rId20"/>
              <a:stretch>
                <a:fillRect l="0" t="-1" r="-2" b="-1"/>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94877"/>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89756" y="7350423"/>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1063133"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1" id="41"/>
          <p:cNvSpPr txBox="true"/>
          <p:nvPr/>
        </p:nvSpPr>
        <p:spPr>
          <a:xfrm rot="0">
            <a:off x="1063133"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2" id="42"/>
          <p:cNvSpPr txBox="true"/>
          <p:nvPr/>
        </p:nvSpPr>
        <p:spPr>
          <a:xfrm rot="0">
            <a:off x="1063133" y="9089431"/>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3" id="43"/>
          <p:cNvSpPr txBox="true"/>
          <p:nvPr/>
        </p:nvSpPr>
        <p:spPr>
          <a:xfrm rot="0">
            <a:off x="4834785" y="9098880"/>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4" id="44"/>
          <p:cNvSpPr txBox="true"/>
          <p:nvPr/>
        </p:nvSpPr>
        <p:spPr>
          <a:xfrm rot="0">
            <a:off x="4843386" y="3480787"/>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5" id="45"/>
          <p:cNvSpPr txBox="true"/>
          <p:nvPr/>
        </p:nvSpPr>
        <p:spPr>
          <a:xfrm rot="0">
            <a:off x="4843386" y="6271289"/>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46" id="46"/>
          <p:cNvSpPr txBox="true"/>
          <p:nvPr/>
        </p:nvSpPr>
        <p:spPr>
          <a:xfrm rot="0">
            <a:off x="676904" y="1393527"/>
            <a:ext cx="2271855"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ROUND EYE PLATE</a:t>
            </a:r>
          </a:p>
        </p:txBody>
      </p:sp>
      <p:sp>
        <p:nvSpPr>
          <p:cNvPr name="TextBox 47" id="47"/>
          <p:cNvSpPr txBox="true"/>
          <p:nvPr/>
        </p:nvSpPr>
        <p:spPr>
          <a:xfrm rot="0">
            <a:off x="666950" y="4216289"/>
            <a:ext cx="238532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DIAMOND PAD EYE</a:t>
            </a:r>
          </a:p>
        </p:txBody>
      </p:sp>
      <p:sp>
        <p:nvSpPr>
          <p:cNvPr name="TextBox 48" id="48"/>
          <p:cNvSpPr txBox="true"/>
          <p:nvPr/>
        </p:nvSpPr>
        <p:spPr>
          <a:xfrm rot="0">
            <a:off x="245907" y="7034012"/>
            <a:ext cx="330946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SQUARE PLATE WITH RING</a:t>
            </a:r>
          </a:p>
        </p:txBody>
      </p:sp>
      <p:sp>
        <p:nvSpPr>
          <p:cNvPr name="TextBox 49" id="49"/>
          <p:cNvSpPr txBox="true"/>
          <p:nvPr/>
        </p:nvSpPr>
        <p:spPr>
          <a:xfrm rot="0">
            <a:off x="4686700" y="7005428"/>
            <a:ext cx="193894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PAD EYE STRAP</a:t>
            </a:r>
          </a:p>
        </p:txBody>
      </p:sp>
      <p:sp>
        <p:nvSpPr>
          <p:cNvPr name="TextBox 50" id="50"/>
          <p:cNvSpPr txBox="true"/>
          <p:nvPr/>
        </p:nvSpPr>
        <p:spPr>
          <a:xfrm rot="0">
            <a:off x="4529633" y="1393527"/>
            <a:ext cx="219879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OBLONG PAD EYE</a:t>
            </a:r>
          </a:p>
        </p:txBody>
      </p:sp>
      <p:sp>
        <p:nvSpPr>
          <p:cNvPr name="TextBox 51" id="51"/>
          <p:cNvSpPr txBox="true"/>
          <p:nvPr/>
        </p:nvSpPr>
        <p:spPr>
          <a:xfrm rot="0">
            <a:off x="4473397" y="4183132"/>
            <a:ext cx="237963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SQUARE EYE PLATE</a:t>
            </a:r>
          </a:p>
        </p:txBody>
      </p:sp>
      <p:sp>
        <p:nvSpPr>
          <p:cNvPr name="TextBox 52" id="52"/>
          <p:cNvSpPr txBox="true"/>
          <p:nvPr/>
        </p:nvSpPr>
        <p:spPr>
          <a:xfrm rot="0">
            <a:off x="7109517" y="10145220"/>
            <a:ext cx="35416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17</a:t>
            </a:r>
          </a:p>
        </p:txBody>
      </p:sp>
      <p:sp>
        <p:nvSpPr>
          <p:cNvPr name="TextBox 53" id="53"/>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98998"/>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908559"/>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781796" y="1291590"/>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6629400" y="9552422"/>
            <a:ext cx="935736" cy="1146058"/>
            <a:chOff x="0" y="0"/>
            <a:chExt cx="935736" cy="1146061"/>
          </a:xfrm>
        </p:grpSpPr>
        <p:sp>
          <p:nvSpPr>
            <p:cNvPr name="Freeform 9" id="9"/>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0" id="10"/>
          <p:cNvGrpSpPr/>
          <p:nvPr/>
        </p:nvGrpSpPr>
        <p:grpSpPr>
          <a:xfrm rot="0">
            <a:off x="4765243" y="1911963"/>
            <a:ext cx="1713357" cy="1619860"/>
            <a:chOff x="0" y="0"/>
            <a:chExt cx="2284476" cy="2159813"/>
          </a:xfrm>
        </p:grpSpPr>
        <p:sp>
          <p:nvSpPr>
            <p:cNvPr name="Freeform 11" id="11"/>
            <p:cNvSpPr/>
            <p:nvPr/>
          </p:nvSpPr>
          <p:spPr>
            <a:xfrm flipH="true" flipV="false" rot="0">
              <a:off x="0" y="0"/>
              <a:ext cx="2284476" cy="2159762"/>
            </a:xfrm>
            <a:custGeom>
              <a:avLst/>
              <a:gdLst/>
              <a:ahLst/>
              <a:cxnLst/>
              <a:rect r="r" b="b" t="t" l="l"/>
              <a:pathLst>
                <a:path h="2159762" w="2284476">
                  <a:moveTo>
                    <a:pt x="2284476" y="0"/>
                  </a:moveTo>
                  <a:lnTo>
                    <a:pt x="0" y="0"/>
                  </a:lnTo>
                  <a:lnTo>
                    <a:pt x="0" y="2159762"/>
                  </a:lnTo>
                  <a:lnTo>
                    <a:pt x="2284476" y="2159762"/>
                  </a:lnTo>
                  <a:lnTo>
                    <a:pt x="2284476" y="0"/>
                  </a:lnTo>
                  <a:close/>
                </a:path>
              </a:pathLst>
            </a:custGeom>
            <a:blipFill>
              <a:blip r:embed="rId11"/>
              <a:stretch>
                <a:fillRect l="-104" t="-383" r="0" b="-419"/>
              </a:stretch>
            </a:blipFill>
          </p:spPr>
        </p:sp>
      </p:grpSp>
      <p:grpSp>
        <p:nvGrpSpPr>
          <p:cNvPr name="Group 12" id="12"/>
          <p:cNvGrpSpPr/>
          <p:nvPr/>
        </p:nvGrpSpPr>
        <p:grpSpPr>
          <a:xfrm rot="0">
            <a:off x="952071" y="4629398"/>
            <a:ext cx="1677029" cy="1600800"/>
            <a:chOff x="0" y="0"/>
            <a:chExt cx="2236038" cy="2134400"/>
          </a:xfrm>
        </p:grpSpPr>
        <p:sp>
          <p:nvSpPr>
            <p:cNvPr name="Freeform 13" id="13"/>
            <p:cNvSpPr/>
            <p:nvPr/>
          </p:nvSpPr>
          <p:spPr>
            <a:xfrm flipH="true" flipV="false" rot="0">
              <a:off x="0" y="0"/>
              <a:ext cx="2236089" cy="2134362"/>
            </a:xfrm>
            <a:custGeom>
              <a:avLst/>
              <a:gdLst/>
              <a:ahLst/>
              <a:cxnLst/>
              <a:rect r="r" b="b" t="t" l="l"/>
              <a:pathLst>
                <a:path h="2134362" w="2236089">
                  <a:moveTo>
                    <a:pt x="2236089" y="0"/>
                  </a:moveTo>
                  <a:lnTo>
                    <a:pt x="0" y="0"/>
                  </a:lnTo>
                  <a:lnTo>
                    <a:pt x="0" y="2134362"/>
                  </a:lnTo>
                  <a:lnTo>
                    <a:pt x="2236089" y="2134362"/>
                  </a:lnTo>
                  <a:lnTo>
                    <a:pt x="2236089" y="0"/>
                  </a:lnTo>
                  <a:close/>
                </a:path>
              </a:pathLst>
            </a:custGeom>
            <a:blipFill>
              <a:blip r:embed="rId12"/>
              <a:stretch>
                <a:fillRect l="0" t="-399" r="2" b="-190"/>
              </a:stretch>
            </a:blipFill>
          </p:spPr>
        </p:sp>
      </p:grpSp>
      <p:sp>
        <p:nvSpPr>
          <p:cNvPr name="Freeform 14" id="14"/>
          <p:cNvSpPr/>
          <p:nvPr/>
        </p:nvSpPr>
        <p:spPr>
          <a:xfrm flipH="false" flipV="false" rot="0">
            <a:off x="85839" y="1291590"/>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5" id="15"/>
          <p:cNvGrpSpPr/>
          <p:nvPr/>
        </p:nvGrpSpPr>
        <p:grpSpPr>
          <a:xfrm rot="0">
            <a:off x="843401" y="1951139"/>
            <a:ext cx="2267807" cy="1534096"/>
            <a:chOff x="0" y="0"/>
            <a:chExt cx="3023743" cy="2045462"/>
          </a:xfrm>
        </p:grpSpPr>
        <p:sp>
          <p:nvSpPr>
            <p:cNvPr name="Freeform 16" id="16"/>
            <p:cNvSpPr/>
            <p:nvPr/>
          </p:nvSpPr>
          <p:spPr>
            <a:xfrm flipH="false" flipV="false" rot="0">
              <a:off x="0" y="0"/>
              <a:ext cx="3023743" cy="2045462"/>
            </a:xfrm>
            <a:custGeom>
              <a:avLst/>
              <a:gdLst/>
              <a:ahLst/>
              <a:cxnLst/>
              <a:rect r="r" b="b" t="t" l="l"/>
              <a:pathLst>
                <a:path h="2045462" w="3023743">
                  <a:moveTo>
                    <a:pt x="0" y="0"/>
                  </a:moveTo>
                  <a:lnTo>
                    <a:pt x="3023743" y="0"/>
                  </a:lnTo>
                  <a:lnTo>
                    <a:pt x="3023743" y="2045462"/>
                  </a:lnTo>
                  <a:lnTo>
                    <a:pt x="0" y="2045462"/>
                  </a:lnTo>
                  <a:lnTo>
                    <a:pt x="0" y="0"/>
                  </a:lnTo>
                  <a:close/>
                </a:path>
              </a:pathLst>
            </a:custGeom>
            <a:blipFill>
              <a:blip r:embed="rId15"/>
              <a:stretch>
                <a:fillRect l="0" t="0" r="0" b="0"/>
              </a:stretch>
            </a:blipFill>
          </p:spPr>
        </p:sp>
      </p:grpSp>
      <p:sp>
        <p:nvSpPr>
          <p:cNvPr name="Freeform 17" id="17"/>
          <p:cNvSpPr/>
          <p:nvPr/>
        </p:nvSpPr>
        <p:spPr>
          <a:xfrm flipH="false" flipV="false" rot="0">
            <a:off x="3845300" y="4162501"/>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8" id="18"/>
          <p:cNvGrpSpPr/>
          <p:nvPr/>
        </p:nvGrpSpPr>
        <p:grpSpPr>
          <a:xfrm rot="0">
            <a:off x="4281402" y="4631560"/>
            <a:ext cx="2523896" cy="1839020"/>
            <a:chOff x="0" y="0"/>
            <a:chExt cx="3365195" cy="2452027"/>
          </a:xfrm>
        </p:grpSpPr>
        <p:sp>
          <p:nvSpPr>
            <p:cNvPr name="Freeform 19" id="19"/>
            <p:cNvSpPr/>
            <p:nvPr/>
          </p:nvSpPr>
          <p:spPr>
            <a:xfrm flipH="true" flipV="false" rot="0">
              <a:off x="0" y="0"/>
              <a:ext cx="3365246" cy="2451989"/>
            </a:xfrm>
            <a:custGeom>
              <a:avLst/>
              <a:gdLst/>
              <a:ahLst/>
              <a:cxnLst/>
              <a:rect r="r" b="b" t="t" l="l"/>
              <a:pathLst>
                <a:path h="2451989" w="3365246">
                  <a:moveTo>
                    <a:pt x="3365246" y="0"/>
                  </a:moveTo>
                  <a:lnTo>
                    <a:pt x="0" y="0"/>
                  </a:lnTo>
                  <a:lnTo>
                    <a:pt x="0" y="2451989"/>
                  </a:lnTo>
                  <a:lnTo>
                    <a:pt x="3365246" y="2451989"/>
                  </a:lnTo>
                  <a:lnTo>
                    <a:pt x="3365246" y="0"/>
                  </a:lnTo>
                  <a:close/>
                </a:path>
              </a:pathLst>
            </a:custGeom>
            <a:blipFill>
              <a:blip r:embed="rId18"/>
              <a:stretch>
                <a:fillRect l="0" t="0" r="-45" b="-1"/>
              </a:stretch>
            </a:blipFill>
          </p:spPr>
        </p:sp>
      </p:grpSp>
      <p:grpSp>
        <p:nvGrpSpPr>
          <p:cNvPr name="Group 20" id="20"/>
          <p:cNvGrpSpPr/>
          <p:nvPr/>
        </p:nvGrpSpPr>
        <p:grpSpPr>
          <a:xfrm rot="0">
            <a:off x="3913451" y="4573495"/>
            <a:ext cx="3003699" cy="57169"/>
            <a:chOff x="0" y="0"/>
            <a:chExt cx="3003702" cy="57175"/>
          </a:xfrm>
        </p:grpSpPr>
        <p:sp>
          <p:nvSpPr>
            <p:cNvPr name="Freeform 21" id="21"/>
            <p:cNvSpPr/>
            <p:nvPr/>
          </p:nvSpPr>
          <p:spPr>
            <a:xfrm flipH="false" flipV="false" rot="0">
              <a:off x="0" y="0"/>
              <a:ext cx="3003682" cy="57154"/>
            </a:xfrm>
            <a:custGeom>
              <a:avLst/>
              <a:gdLst/>
              <a:ahLst/>
              <a:cxnLst/>
              <a:rect r="r" b="b" t="t" l="l"/>
              <a:pathLst>
                <a:path h="57154" w="3003682">
                  <a:moveTo>
                    <a:pt x="0" y="0"/>
                  </a:moveTo>
                  <a:lnTo>
                    <a:pt x="0" y="57154"/>
                  </a:lnTo>
                  <a:lnTo>
                    <a:pt x="3003682" y="57154"/>
                  </a:lnTo>
                  <a:lnTo>
                    <a:pt x="3003682" y="0"/>
                  </a:lnTo>
                  <a:close/>
                </a:path>
              </a:pathLst>
            </a:custGeom>
            <a:solidFill>
              <a:srgbClr val="2E7734"/>
            </a:solidFill>
          </p:spPr>
        </p:sp>
      </p:grpSp>
      <p:grpSp>
        <p:nvGrpSpPr>
          <p:cNvPr name="Group 22" id="22"/>
          <p:cNvGrpSpPr/>
          <p:nvPr/>
        </p:nvGrpSpPr>
        <p:grpSpPr>
          <a:xfrm rot="0">
            <a:off x="686781" y="7427919"/>
            <a:ext cx="2362791" cy="1819951"/>
            <a:chOff x="0" y="0"/>
            <a:chExt cx="3150387" cy="2426602"/>
          </a:xfrm>
        </p:grpSpPr>
        <p:sp>
          <p:nvSpPr>
            <p:cNvPr name="Freeform 23" id="23"/>
            <p:cNvSpPr/>
            <p:nvPr/>
          </p:nvSpPr>
          <p:spPr>
            <a:xfrm flipH="true" flipV="false" rot="0">
              <a:off x="0" y="0"/>
              <a:ext cx="3150362" cy="2426589"/>
            </a:xfrm>
            <a:custGeom>
              <a:avLst/>
              <a:gdLst/>
              <a:ahLst/>
              <a:cxnLst/>
              <a:rect r="r" b="b" t="t" l="l"/>
              <a:pathLst>
                <a:path h="2426589" w="3150362">
                  <a:moveTo>
                    <a:pt x="3150362" y="0"/>
                  </a:moveTo>
                  <a:lnTo>
                    <a:pt x="0" y="0"/>
                  </a:lnTo>
                  <a:lnTo>
                    <a:pt x="0" y="2426589"/>
                  </a:lnTo>
                  <a:lnTo>
                    <a:pt x="3150362" y="2426589"/>
                  </a:lnTo>
                  <a:lnTo>
                    <a:pt x="3150362" y="0"/>
                  </a:lnTo>
                  <a:close/>
                </a:path>
              </a:pathLst>
            </a:custGeom>
            <a:blipFill>
              <a:blip r:embed="rId19"/>
              <a:stretch>
                <a:fillRect l="-2979" t="0" r="-3083" b="0"/>
              </a:stretch>
            </a:blipFill>
          </p:spPr>
        </p:sp>
      </p:grpSp>
      <p:sp>
        <p:nvSpPr>
          <p:cNvPr name="Freeform 24" id="24"/>
          <p:cNvSpPr/>
          <p:nvPr/>
        </p:nvSpPr>
        <p:spPr>
          <a:xfrm flipH="false" flipV="false" rot="0">
            <a:off x="3781796" y="6908559"/>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5" id="25"/>
          <p:cNvGrpSpPr/>
          <p:nvPr/>
        </p:nvGrpSpPr>
        <p:grpSpPr>
          <a:xfrm rot="0">
            <a:off x="4636065" y="7554135"/>
            <a:ext cx="1972418" cy="1572216"/>
            <a:chOff x="0" y="0"/>
            <a:chExt cx="2629891" cy="2096287"/>
          </a:xfrm>
        </p:grpSpPr>
        <p:sp>
          <p:nvSpPr>
            <p:cNvPr name="Freeform 26" id="26"/>
            <p:cNvSpPr/>
            <p:nvPr/>
          </p:nvSpPr>
          <p:spPr>
            <a:xfrm flipH="false" flipV="false" rot="0">
              <a:off x="0" y="0"/>
              <a:ext cx="2629916" cy="2096262"/>
            </a:xfrm>
            <a:custGeom>
              <a:avLst/>
              <a:gdLst/>
              <a:ahLst/>
              <a:cxnLst/>
              <a:rect r="r" b="b" t="t" l="l"/>
              <a:pathLst>
                <a:path h="2096262" w="2629916">
                  <a:moveTo>
                    <a:pt x="0" y="0"/>
                  </a:moveTo>
                  <a:lnTo>
                    <a:pt x="2629916" y="0"/>
                  </a:lnTo>
                  <a:lnTo>
                    <a:pt x="2629916" y="2096262"/>
                  </a:lnTo>
                  <a:lnTo>
                    <a:pt x="0" y="2096262"/>
                  </a:lnTo>
                  <a:lnTo>
                    <a:pt x="0" y="0"/>
                  </a:lnTo>
                  <a:close/>
                </a:path>
              </a:pathLst>
            </a:custGeom>
            <a:blipFill>
              <a:blip r:embed="rId22"/>
              <a:stretch>
                <a:fillRect l="0" t="-26" r="0" b="-39"/>
              </a:stretch>
            </a:blipFill>
          </p:spPr>
        </p:sp>
      </p:grpSp>
      <p:grpSp>
        <p:nvGrpSpPr>
          <p:cNvPr name="Group 27" id="27"/>
          <p:cNvGrpSpPr/>
          <p:nvPr/>
        </p:nvGrpSpPr>
        <p:grpSpPr>
          <a:xfrm rot="0">
            <a:off x="149219" y="1797834"/>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4567161"/>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204016" y="7369588"/>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3" id="33"/>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4" id="34"/>
          <p:cNvGrpSpPr/>
          <p:nvPr/>
        </p:nvGrpSpPr>
        <p:grpSpPr>
          <a:xfrm rot="0">
            <a:off x="3843795" y="176759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843795" y="7399830"/>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3901488" y="4571752"/>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63503" y="9484871"/>
            <a:ext cx="7689847" cy="1277112"/>
            <a:chOff x="0" y="0"/>
            <a:chExt cx="7689850" cy="1277112"/>
          </a:xfrm>
        </p:grpSpPr>
        <p:sp>
          <p:nvSpPr>
            <p:cNvPr name="Freeform 41" id="4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42" id="4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3" id="4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4" id="44"/>
          <p:cNvSpPr txBox="true"/>
          <p:nvPr/>
        </p:nvSpPr>
        <p:spPr>
          <a:xfrm rot="0">
            <a:off x="968140" y="6324819"/>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5" id="45"/>
          <p:cNvSpPr txBox="true"/>
          <p:nvPr/>
        </p:nvSpPr>
        <p:spPr>
          <a:xfrm rot="0">
            <a:off x="968140" y="9134370"/>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6" id="46"/>
          <p:cNvSpPr txBox="true"/>
          <p:nvPr/>
        </p:nvSpPr>
        <p:spPr>
          <a:xfrm rot="0">
            <a:off x="280530" y="1434036"/>
            <a:ext cx="327578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TURNBUCKLE HOOK TO EYE</a:t>
            </a:r>
          </a:p>
        </p:txBody>
      </p:sp>
      <p:sp>
        <p:nvSpPr>
          <p:cNvPr name="TextBox 47" id="47"/>
          <p:cNvSpPr txBox="true"/>
          <p:nvPr/>
        </p:nvSpPr>
        <p:spPr>
          <a:xfrm rot="0">
            <a:off x="4664097" y="3517402"/>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8" id="48"/>
          <p:cNvSpPr txBox="true"/>
          <p:nvPr/>
        </p:nvSpPr>
        <p:spPr>
          <a:xfrm rot="0">
            <a:off x="4664097" y="6324819"/>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9" id="49"/>
          <p:cNvSpPr txBox="true"/>
          <p:nvPr/>
        </p:nvSpPr>
        <p:spPr>
          <a:xfrm rot="0">
            <a:off x="902332" y="3530603"/>
            <a:ext cx="197015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a:t>
            </a:r>
          </a:p>
        </p:txBody>
      </p:sp>
      <p:sp>
        <p:nvSpPr>
          <p:cNvPr name="TextBox 50" id="50"/>
          <p:cNvSpPr txBox="true"/>
          <p:nvPr/>
        </p:nvSpPr>
        <p:spPr>
          <a:xfrm rot="0">
            <a:off x="4759109" y="9147562"/>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51" id="51"/>
          <p:cNvSpPr txBox="true"/>
          <p:nvPr/>
        </p:nvSpPr>
        <p:spPr>
          <a:xfrm rot="0">
            <a:off x="5132337" y="7018620"/>
            <a:ext cx="88088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D RING</a:t>
            </a:r>
          </a:p>
        </p:txBody>
      </p:sp>
      <p:sp>
        <p:nvSpPr>
          <p:cNvPr name="TextBox 52" id="52"/>
          <p:cNvSpPr txBox="true"/>
          <p:nvPr/>
        </p:nvSpPr>
        <p:spPr>
          <a:xfrm rot="0">
            <a:off x="3876532" y="4228881"/>
            <a:ext cx="344264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TURNBUCKLE JAW TO JAW</a:t>
            </a:r>
          </a:p>
        </p:txBody>
      </p:sp>
      <p:sp>
        <p:nvSpPr>
          <p:cNvPr name="TextBox 53" id="53"/>
          <p:cNvSpPr txBox="true"/>
          <p:nvPr/>
        </p:nvSpPr>
        <p:spPr>
          <a:xfrm rot="0">
            <a:off x="3975897" y="1423654"/>
            <a:ext cx="312447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TURNBUCKLE EYE TO EYE</a:t>
            </a:r>
          </a:p>
        </p:txBody>
      </p:sp>
      <p:sp>
        <p:nvSpPr>
          <p:cNvPr name="TextBox 54" id="54"/>
          <p:cNvSpPr txBox="true"/>
          <p:nvPr/>
        </p:nvSpPr>
        <p:spPr>
          <a:xfrm rot="0">
            <a:off x="204092" y="4230576"/>
            <a:ext cx="3394853"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TURNBUCKLE HOOK TO HOOK</a:t>
            </a:r>
          </a:p>
        </p:txBody>
      </p:sp>
      <p:sp>
        <p:nvSpPr>
          <p:cNvPr name="TextBox 55" id="55"/>
          <p:cNvSpPr txBox="true"/>
          <p:nvPr/>
        </p:nvSpPr>
        <p:spPr>
          <a:xfrm rot="0">
            <a:off x="302781" y="7055148"/>
            <a:ext cx="3230470"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TURNBUCKLE PIPE JAW TO JAW</a:t>
            </a:r>
          </a:p>
        </p:txBody>
      </p:sp>
      <p:sp>
        <p:nvSpPr>
          <p:cNvPr name="TextBox 56" id="56"/>
          <p:cNvSpPr txBox="true"/>
          <p:nvPr/>
        </p:nvSpPr>
        <p:spPr>
          <a:xfrm rot="0">
            <a:off x="7088029" y="10145220"/>
            <a:ext cx="39809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18</a:t>
            </a:r>
          </a:p>
        </p:txBody>
      </p:sp>
      <p:sp>
        <p:nvSpPr>
          <p:cNvPr name="TextBox 57" id="57"/>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9" id="9"/>
          <p:cNvGrpSpPr/>
          <p:nvPr/>
        </p:nvGrpSpPr>
        <p:grpSpPr>
          <a:xfrm rot="0">
            <a:off x="6629400" y="9552422"/>
            <a:ext cx="935736" cy="1146058"/>
            <a:chOff x="0" y="0"/>
            <a:chExt cx="935736" cy="1146061"/>
          </a:xfrm>
        </p:grpSpPr>
        <p:sp>
          <p:nvSpPr>
            <p:cNvPr name="Freeform 10" id="10"/>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1" id="11"/>
          <p:cNvGrpSpPr/>
          <p:nvPr/>
        </p:nvGrpSpPr>
        <p:grpSpPr>
          <a:xfrm rot="0">
            <a:off x="1007697" y="4669069"/>
            <a:ext cx="1638919" cy="1638900"/>
            <a:chOff x="0" y="0"/>
            <a:chExt cx="2185226" cy="2185200"/>
          </a:xfrm>
        </p:grpSpPr>
        <p:sp>
          <p:nvSpPr>
            <p:cNvPr name="Freeform 12" id="12"/>
            <p:cNvSpPr/>
            <p:nvPr/>
          </p:nvSpPr>
          <p:spPr>
            <a:xfrm flipH="false" flipV="false" rot="0">
              <a:off x="0" y="0"/>
              <a:ext cx="2185162" cy="2185162"/>
            </a:xfrm>
            <a:custGeom>
              <a:avLst/>
              <a:gdLst/>
              <a:ahLst/>
              <a:cxnLst/>
              <a:rect r="r" b="b" t="t" l="l"/>
              <a:pathLst>
                <a:path h="2185162" w="2185162">
                  <a:moveTo>
                    <a:pt x="0" y="0"/>
                  </a:moveTo>
                  <a:lnTo>
                    <a:pt x="2185162" y="0"/>
                  </a:lnTo>
                  <a:lnTo>
                    <a:pt x="2185162" y="2185162"/>
                  </a:lnTo>
                  <a:lnTo>
                    <a:pt x="0" y="2185162"/>
                  </a:lnTo>
                  <a:lnTo>
                    <a:pt x="0" y="0"/>
                  </a:lnTo>
                  <a:close/>
                </a:path>
              </a:pathLst>
            </a:custGeom>
            <a:blipFill>
              <a:blip r:embed="rId11"/>
              <a:stretch>
                <a:fillRect l="0" t="0" r="-2" b="-2"/>
              </a:stretch>
            </a:blipFill>
          </p:spPr>
        </p:sp>
      </p:grpSp>
      <p:grpSp>
        <p:nvGrpSpPr>
          <p:cNvPr name="Group 13" id="13"/>
          <p:cNvGrpSpPr/>
          <p:nvPr/>
        </p:nvGrpSpPr>
        <p:grpSpPr>
          <a:xfrm rot="0">
            <a:off x="4900784" y="4650000"/>
            <a:ext cx="1560157" cy="1657969"/>
            <a:chOff x="0" y="0"/>
            <a:chExt cx="2080209" cy="2210626"/>
          </a:xfrm>
        </p:grpSpPr>
        <p:sp>
          <p:nvSpPr>
            <p:cNvPr name="Freeform 14" id="14"/>
            <p:cNvSpPr/>
            <p:nvPr/>
          </p:nvSpPr>
          <p:spPr>
            <a:xfrm flipH="true" flipV="false" rot="0">
              <a:off x="0" y="0"/>
              <a:ext cx="2080260" cy="2210689"/>
            </a:xfrm>
            <a:custGeom>
              <a:avLst/>
              <a:gdLst/>
              <a:ahLst/>
              <a:cxnLst/>
              <a:rect r="r" b="b" t="t" l="l"/>
              <a:pathLst>
                <a:path h="2210689" w="2080260">
                  <a:moveTo>
                    <a:pt x="2080260" y="0"/>
                  </a:moveTo>
                  <a:lnTo>
                    <a:pt x="0" y="0"/>
                  </a:lnTo>
                  <a:lnTo>
                    <a:pt x="0" y="2210689"/>
                  </a:lnTo>
                  <a:lnTo>
                    <a:pt x="2080260" y="2210689"/>
                  </a:lnTo>
                  <a:lnTo>
                    <a:pt x="2080260" y="0"/>
                  </a:lnTo>
                  <a:close/>
                </a:path>
              </a:pathLst>
            </a:custGeom>
            <a:blipFill>
              <a:blip r:embed="rId12"/>
              <a:stretch>
                <a:fillRect l="-578" t="-6" r="-269" b="-59"/>
              </a:stretch>
            </a:blipFill>
          </p:spPr>
        </p:sp>
      </p:grpSp>
      <p:grpSp>
        <p:nvGrpSpPr>
          <p:cNvPr name="Group 15" id="15"/>
          <p:cNvGrpSpPr/>
          <p:nvPr/>
        </p:nvGrpSpPr>
        <p:grpSpPr>
          <a:xfrm rot="0">
            <a:off x="1180995" y="1858918"/>
            <a:ext cx="1400699" cy="1657960"/>
            <a:chOff x="0" y="0"/>
            <a:chExt cx="1867598" cy="2210613"/>
          </a:xfrm>
        </p:grpSpPr>
        <p:sp>
          <p:nvSpPr>
            <p:cNvPr name="Freeform 16" id="16"/>
            <p:cNvSpPr/>
            <p:nvPr/>
          </p:nvSpPr>
          <p:spPr>
            <a:xfrm flipH="false" flipV="false" rot="0">
              <a:off x="0" y="0"/>
              <a:ext cx="1867662" cy="2210562"/>
            </a:xfrm>
            <a:custGeom>
              <a:avLst/>
              <a:gdLst/>
              <a:ahLst/>
              <a:cxnLst/>
              <a:rect r="r" b="b" t="t" l="l"/>
              <a:pathLst>
                <a:path h="2210562" w="1867662">
                  <a:moveTo>
                    <a:pt x="0" y="0"/>
                  </a:moveTo>
                  <a:lnTo>
                    <a:pt x="1867662" y="0"/>
                  </a:lnTo>
                  <a:lnTo>
                    <a:pt x="1867662" y="2210562"/>
                  </a:lnTo>
                  <a:lnTo>
                    <a:pt x="0" y="2210562"/>
                  </a:lnTo>
                  <a:lnTo>
                    <a:pt x="0" y="0"/>
                  </a:lnTo>
                  <a:close/>
                </a:path>
              </a:pathLst>
            </a:custGeom>
            <a:blipFill>
              <a:blip r:embed="rId13"/>
              <a:stretch>
                <a:fillRect l="0" t="-1" r="3" b="-2"/>
              </a:stretch>
            </a:blipFill>
          </p:spPr>
        </p:sp>
      </p:grpSp>
      <p:grpSp>
        <p:nvGrpSpPr>
          <p:cNvPr name="Group 17" id="17"/>
          <p:cNvGrpSpPr/>
          <p:nvPr/>
        </p:nvGrpSpPr>
        <p:grpSpPr>
          <a:xfrm rot="0">
            <a:off x="4557884" y="1856794"/>
            <a:ext cx="2182044" cy="1657979"/>
            <a:chOff x="0" y="0"/>
            <a:chExt cx="2909392" cy="2210638"/>
          </a:xfrm>
        </p:grpSpPr>
        <p:sp>
          <p:nvSpPr>
            <p:cNvPr name="Freeform 18" id="18"/>
            <p:cNvSpPr/>
            <p:nvPr/>
          </p:nvSpPr>
          <p:spPr>
            <a:xfrm flipH="false" flipV="false" rot="0">
              <a:off x="0" y="0"/>
              <a:ext cx="2909443" cy="2210689"/>
            </a:xfrm>
            <a:custGeom>
              <a:avLst/>
              <a:gdLst/>
              <a:ahLst/>
              <a:cxnLst/>
              <a:rect r="r" b="b" t="t" l="l"/>
              <a:pathLst>
                <a:path h="2210689" w="2909443">
                  <a:moveTo>
                    <a:pt x="0" y="0"/>
                  </a:moveTo>
                  <a:lnTo>
                    <a:pt x="2909443" y="0"/>
                  </a:lnTo>
                  <a:lnTo>
                    <a:pt x="2909443" y="2210689"/>
                  </a:lnTo>
                  <a:lnTo>
                    <a:pt x="0" y="2210689"/>
                  </a:lnTo>
                  <a:lnTo>
                    <a:pt x="0" y="0"/>
                  </a:lnTo>
                  <a:close/>
                </a:path>
              </a:pathLst>
            </a:custGeom>
            <a:blipFill>
              <a:blip r:embed="rId14"/>
              <a:stretch>
                <a:fillRect l="0" t="-16897" r="1" b="-14707"/>
              </a:stretch>
            </a:blipFill>
          </p:spPr>
        </p:sp>
      </p:grpSp>
      <p:sp>
        <p:nvSpPr>
          <p:cNvPr name="Freeform 19" id="19"/>
          <p:cNvSpPr/>
          <p:nvPr/>
        </p:nvSpPr>
        <p:spPr>
          <a:xfrm flipH="false" flipV="false" rot="0">
            <a:off x="85782" y="6899043"/>
            <a:ext cx="3564903" cy="2699404"/>
          </a:xfrm>
          <a:custGeom>
            <a:avLst/>
            <a:gdLst/>
            <a:ahLst/>
            <a:cxnLst/>
            <a:rect r="r" b="b" t="t" l="l"/>
            <a:pathLst>
              <a:path h="2699404" w="3564903">
                <a:moveTo>
                  <a:pt x="0" y="0"/>
                </a:moveTo>
                <a:lnTo>
                  <a:pt x="3564903" y="0"/>
                </a:lnTo>
                <a:lnTo>
                  <a:pt x="3564903" y="2699404"/>
                </a:lnTo>
                <a:lnTo>
                  <a:pt x="0" y="269940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0" id="20"/>
          <p:cNvSpPr/>
          <p:nvPr/>
        </p:nvSpPr>
        <p:spPr>
          <a:xfrm flipH="false" flipV="false" rot="0">
            <a:off x="3898440" y="6951259"/>
            <a:ext cx="3564874" cy="2642549"/>
          </a:xfrm>
          <a:custGeom>
            <a:avLst/>
            <a:gdLst/>
            <a:ahLst/>
            <a:cxnLst/>
            <a:rect r="r" b="b" t="t" l="l"/>
            <a:pathLst>
              <a:path h="2642549" w="3564874">
                <a:moveTo>
                  <a:pt x="0" y="0"/>
                </a:moveTo>
                <a:lnTo>
                  <a:pt x="3564874" y="0"/>
                </a:lnTo>
                <a:lnTo>
                  <a:pt x="3564874" y="2642550"/>
                </a:lnTo>
                <a:lnTo>
                  <a:pt x="0" y="264255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1" id="21"/>
          <p:cNvGrpSpPr/>
          <p:nvPr/>
        </p:nvGrpSpPr>
        <p:grpSpPr>
          <a:xfrm rot="0">
            <a:off x="660006" y="7476620"/>
            <a:ext cx="2334501" cy="1600781"/>
            <a:chOff x="0" y="0"/>
            <a:chExt cx="3112668" cy="2134375"/>
          </a:xfrm>
        </p:grpSpPr>
        <p:sp>
          <p:nvSpPr>
            <p:cNvPr name="Freeform 22" id="22"/>
            <p:cNvSpPr/>
            <p:nvPr/>
          </p:nvSpPr>
          <p:spPr>
            <a:xfrm flipH="false" flipV="false" rot="0">
              <a:off x="0" y="0"/>
              <a:ext cx="3112643" cy="2134362"/>
            </a:xfrm>
            <a:custGeom>
              <a:avLst/>
              <a:gdLst/>
              <a:ahLst/>
              <a:cxnLst/>
              <a:rect r="r" b="b" t="t" l="l"/>
              <a:pathLst>
                <a:path h="2134362" w="3112643">
                  <a:moveTo>
                    <a:pt x="0" y="0"/>
                  </a:moveTo>
                  <a:lnTo>
                    <a:pt x="3112643" y="0"/>
                  </a:lnTo>
                  <a:lnTo>
                    <a:pt x="3112643" y="2134362"/>
                  </a:lnTo>
                  <a:lnTo>
                    <a:pt x="0" y="2134362"/>
                  </a:lnTo>
                  <a:lnTo>
                    <a:pt x="0" y="0"/>
                  </a:lnTo>
                  <a:close/>
                </a:path>
              </a:pathLst>
            </a:custGeom>
            <a:blipFill>
              <a:blip r:embed="rId19"/>
              <a:stretch>
                <a:fillRect l="0" t="-1" r="0" b="0"/>
              </a:stretch>
            </a:blipFill>
          </p:spPr>
        </p:sp>
      </p:grpSp>
      <p:grpSp>
        <p:nvGrpSpPr>
          <p:cNvPr name="Group 23" id="23"/>
          <p:cNvGrpSpPr/>
          <p:nvPr/>
        </p:nvGrpSpPr>
        <p:grpSpPr>
          <a:xfrm rot="-2083979">
            <a:off x="4545425" y="6870230"/>
            <a:ext cx="2553662" cy="2429828"/>
            <a:chOff x="0" y="0"/>
            <a:chExt cx="3404883" cy="3239770"/>
          </a:xfrm>
        </p:grpSpPr>
        <p:sp>
          <p:nvSpPr>
            <p:cNvPr name="Freeform 24" id="24"/>
            <p:cNvSpPr/>
            <p:nvPr/>
          </p:nvSpPr>
          <p:spPr>
            <a:xfrm flipH="false" flipV="false" rot="0">
              <a:off x="0" y="0"/>
              <a:ext cx="3404870" cy="3239770"/>
            </a:xfrm>
            <a:custGeom>
              <a:avLst/>
              <a:gdLst/>
              <a:ahLst/>
              <a:cxnLst/>
              <a:rect r="r" b="b" t="t" l="l"/>
              <a:pathLst>
                <a:path h="3239770" w="3404870">
                  <a:moveTo>
                    <a:pt x="3404870" y="0"/>
                  </a:moveTo>
                  <a:lnTo>
                    <a:pt x="0" y="0"/>
                  </a:lnTo>
                  <a:lnTo>
                    <a:pt x="0" y="3219958"/>
                  </a:lnTo>
                  <a:lnTo>
                    <a:pt x="0" y="3239770"/>
                  </a:lnTo>
                  <a:lnTo>
                    <a:pt x="3403346" y="3239770"/>
                  </a:lnTo>
                  <a:lnTo>
                    <a:pt x="3404870" y="3237611"/>
                  </a:lnTo>
                  <a:lnTo>
                    <a:pt x="3404870" y="2750185"/>
                  </a:lnTo>
                  <a:lnTo>
                    <a:pt x="3404870" y="0"/>
                  </a:lnTo>
                  <a:close/>
                </a:path>
              </a:pathLst>
            </a:custGeom>
            <a:blipFill>
              <a:blip r:embed="rId20"/>
              <a:stretch>
                <a:fillRect l="-1" t="0" r="0" b="0"/>
              </a:stretch>
            </a:blipFill>
          </p:spPr>
        </p:sp>
      </p:grpSp>
      <p:grpSp>
        <p:nvGrpSpPr>
          <p:cNvPr name="Group 25" id="25"/>
          <p:cNvGrpSpPr/>
          <p:nvPr/>
        </p:nvGrpSpPr>
        <p:grpSpPr>
          <a:xfrm rot="0">
            <a:off x="149219" y="1759706"/>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4559198"/>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7375207"/>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1" id="31"/>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2" id="32"/>
          <p:cNvGrpSpPr/>
          <p:nvPr/>
        </p:nvGrpSpPr>
        <p:grpSpPr>
          <a:xfrm rot="0">
            <a:off x="3928043" y="1759706"/>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4559198"/>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960457" y="7362349"/>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63503" y="9484871"/>
            <a:ext cx="7689847" cy="1277112"/>
            <a:chOff x="0" y="0"/>
            <a:chExt cx="7689850" cy="1277112"/>
          </a:xfrm>
        </p:grpSpPr>
        <p:sp>
          <p:nvSpPr>
            <p:cNvPr name="Freeform 39" id="39"/>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40" id="40"/>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1" id="41"/>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2" id="42"/>
          <p:cNvSpPr txBox="true"/>
          <p:nvPr/>
        </p:nvSpPr>
        <p:spPr>
          <a:xfrm rot="0">
            <a:off x="968140" y="3467586"/>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3" id="43"/>
          <p:cNvSpPr txBox="true"/>
          <p:nvPr/>
        </p:nvSpPr>
        <p:spPr>
          <a:xfrm rot="0">
            <a:off x="968140" y="6258096"/>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4" id="44"/>
          <p:cNvSpPr txBox="true"/>
          <p:nvPr/>
        </p:nvSpPr>
        <p:spPr>
          <a:xfrm rot="0">
            <a:off x="4748374" y="3467586"/>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5" id="45"/>
          <p:cNvSpPr txBox="true"/>
          <p:nvPr/>
        </p:nvSpPr>
        <p:spPr>
          <a:xfrm rot="0">
            <a:off x="4748374" y="6258096"/>
            <a:ext cx="1835934" cy="358845"/>
          </a:xfrm>
          <a:prstGeom prst="rect">
            <a:avLst/>
          </a:prstGeom>
        </p:spPr>
        <p:txBody>
          <a:bodyPr anchor="t" rtlCol="false" tIns="0" lIns="0" bIns="0" rIns="0">
            <a:spAutoFit/>
          </a:bodyPr>
          <a:lstStyle/>
          <a:p>
            <a:pPr algn="l">
              <a:lnSpc>
                <a:spcPts val="2660"/>
              </a:lnSpc>
            </a:pPr>
            <a:r>
              <a:rPr lang="en-US" sz="1900">
                <a:solidFill>
                  <a:srgbClr val="000000"/>
                </a:solidFill>
                <a:latin typeface="Poppins"/>
                <a:ea typeface="Poppins"/>
                <a:cs typeface="Poppins"/>
                <a:sym typeface="Poppins"/>
              </a:rPr>
              <a:t>Grade: 304, 316</a:t>
            </a:r>
          </a:p>
        </p:txBody>
      </p:sp>
      <p:sp>
        <p:nvSpPr>
          <p:cNvPr name="TextBox 46" id="46"/>
          <p:cNvSpPr txBox="true"/>
          <p:nvPr/>
        </p:nvSpPr>
        <p:spPr>
          <a:xfrm rot="0">
            <a:off x="1034244" y="9099918"/>
            <a:ext cx="170118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 </a:t>
            </a:r>
          </a:p>
        </p:txBody>
      </p:sp>
      <p:sp>
        <p:nvSpPr>
          <p:cNvPr name="TextBox 47" id="47"/>
          <p:cNvSpPr txBox="true"/>
          <p:nvPr/>
        </p:nvSpPr>
        <p:spPr>
          <a:xfrm rot="0">
            <a:off x="4846930" y="9114053"/>
            <a:ext cx="170118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 </a:t>
            </a:r>
          </a:p>
        </p:txBody>
      </p:sp>
      <p:sp>
        <p:nvSpPr>
          <p:cNvPr name="TextBox 48" id="48"/>
          <p:cNvSpPr txBox="true"/>
          <p:nvPr/>
        </p:nvSpPr>
        <p:spPr>
          <a:xfrm rot="0">
            <a:off x="652043" y="1393527"/>
            <a:ext cx="232264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DELTA QUICK LINK</a:t>
            </a:r>
          </a:p>
        </p:txBody>
      </p:sp>
      <p:sp>
        <p:nvSpPr>
          <p:cNvPr name="TextBox 49" id="49"/>
          <p:cNvSpPr txBox="true"/>
          <p:nvPr/>
        </p:nvSpPr>
        <p:spPr>
          <a:xfrm rot="0">
            <a:off x="378247" y="7020516"/>
            <a:ext cx="295089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SS CARGO HOOK FIXED</a:t>
            </a:r>
          </a:p>
        </p:txBody>
      </p:sp>
      <p:sp>
        <p:nvSpPr>
          <p:cNvPr name="TextBox 50" id="50"/>
          <p:cNvSpPr txBox="true"/>
          <p:nvPr/>
        </p:nvSpPr>
        <p:spPr>
          <a:xfrm rot="0">
            <a:off x="5035658" y="1429102"/>
            <a:ext cx="123244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BOW NUT</a:t>
            </a:r>
          </a:p>
        </p:txBody>
      </p:sp>
      <p:sp>
        <p:nvSpPr>
          <p:cNvPr name="TextBox 51" id="51"/>
          <p:cNvSpPr txBox="true"/>
          <p:nvPr/>
        </p:nvSpPr>
        <p:spPr>
          <a:xfrm rot="0">
            <a:off x="4080872" y="7020516"/>
            <a:ext cx="318016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SS CARGO HOOK SWIVEL</a:t>
            </a:r>
          </a:p>
        </p:txBody>
      </p:sp>
      <p:sp>
        <p:nvSpPr>
          <p:cNvPr name="TextBox 52" id="52"/>
          <p:cNvSpPr txBox="true"/>
          <p:nvPr/>
        </p:nvSpPr>
        <p:spPr>
          <a:xfrm rot="0">
            <a:off x="333118" y="4228805"/>
            <a:ext cx="3131506"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BOW SHACKLE - BOLT TYPE</a:t>
            </a:r>
          </a:p>
        </p:txBody>
      </p:sp>
      <p:sp>
        <p:nvSpPr>
          <p:cNvPr name="TextBox 53" id="53"/>
          <p:cNvSpPr txBox="true"/>
          <p:nvPr/>
        </p:nvSpPr>
        <p:spPr>
          <a:xfrm rot="0">
            <a:off x="4307157" y="4247855"/>
            <a:ext cx="2718645"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D SHACKLE - BOLT TYPE</a:t>
            </a:r>
          </a:p>
        </p:txBody>
      </p:sp>
      <p:sp>
        <p:nvSpPr>
          <p:cNvPr name="TextBox 54" id="54"/>
          <p:cNvSpPr txBox="true"/>
          <p:nvPr/>
        </p:nvSpPr>
        <p:spPr>
          <a:xfrm rot="0">
            <a:off x="7094315" y="10145220"/>
            <a:ext cx="38526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19</a:t>
            </a:r>
          </a:p>
        </p:txBody>
      </p:sp>
      <p:sp>
        <p:nvSpPr>
          <p:cNvPr name="TextBox 55" id="55"/>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219666"/>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6372396" y="208236"/>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629400" y="9552422"/>
            <a:ext cx="935736" cy="1146058"/>
            <a:chOff x="0" y="0"/>
            <a:chExt cx="935736" cy="1146061"/>
          </a:xfrm>
        </p:grpSpPr>
        <p:sp>
          <p:nvSpPr>
            <p:cNvPr name="Freeform 6" id="6"/>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7" id="7"/>
          <p:cNvGrpSpPr/>
          <p:nvPr/>
        </p:nvGrpSpPr>
        <p:grpSpPr>
          <a:xfrm rot="0">
            <a:off x="4877533" y="2039283"/>
            <a:ext cx="1572216" cy="1467402"/>
            <a:chOff x="0" y="0"/>
            <a:chExt cx="2096287" cy="1956537"/>
          </a:xfrm>
        </p:grpSpPr>
        <p:sp>
          <p:nvSpPr>
            <p:cNvPr name="Freeform 8" id="8"/>
            <p:cNvSpPr/>
            <p:nvPr/>
          </p:nvSpPr>
          <p:spPr>
            <a:xfrm flipH="false" flipV="false" rot="0">
              <a:off x="0" y="0"/>
              <a:ext cx="2096262" cy="1956562"/>
            </a:xfrm>
            <a:custGeom>
              <a:avLst/>
              <a:gdLst/>
              <a:ahLst/>
              <a:cxnLst/>
              <a:rect r="r" b="b" t="t" l="l"/>
              <a:pathLst>
                <a:path h="1956562" w="2096262">
                  <a:moveTo>
                    <a:pt x="0" y="0"/>
                  </a:moveTo>
                  <a:lnTo>
                    <a:pt x="2096262" y="0"/>
                  </a:lnTo>
                  <a:lnTo>
                    <a:pt x="2096262" y="1956562"/>
                  </a:lnTo>
                  <a:lnTo>
                    <a:pt x="0" y="1956562"/>
                  </a:lnTo>
                  <a:lnTo>
                    <a:pt x="0" y="0"/>
                  </a:lnTo>
                  <a:close/>
                </a:path>
              </a:pathLst>
            </a:custGeom>
            <a:blipFill>
              <a:blip r:embed="rId5"/>
              <a:stretch>
                <a:fillRect l="-8213" t="-20140" r="-20272" b="-17519"/>
              </a:stretch>
            </a:blipFill>
          </p:spPr>
        </p:sp>
      </p:grpSp>
      <p:sp>
        <p:nvSpPr>
          <p:cNvPr name="Freeform 9" id="9"/>
          <p:cNvSpPr/>
          <p:nvPr/>
        </p:nvSpPr>
        <p:spPr>
          <a:xfrm flipH="false" flipV="false" rot="0">
            <a:off x="3965600" y="4149242"/>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3976021" y="1864443"/>
            <a:ext cx="3003699" cy="57169"/>
            <a:chOff x="0" y="0"/>
            <a:chExt cx="3003702" cy="57163"/>
          </a:xfrm>
        </p:grpSpPr>
        <p:sp>
          <p:nvSpPr>
            <p:cNvPr name="Freeform 11" id="11"/>
            <p:cNvSpPr/>
            <p:nvPr/>
          </p:nvSpPr>
          <p:spPr>
            <a:xfrm flipH="false" flipV="false" rot="0">
              <a:off x="0" y="0"/>
              <a:ext cx="3003682" cy="57146"/>
            </a:xfrm>
            <a:custGeom>
              <a:avLst/>
              <a:gdLst/>
              <a:ahLst/>
              <a:cxnLst/>
              <a:rect r="r" b="b" t="t" l="l"/>
              <a:pathLst>
                <a:path h="57146" w="3003682">
                  <a:moveTo>
                    <a:pt x="0" y="0"/>
                  </a:moveTo>
                  <a:lnTo>
                    <a:pt x="0" y="57146"/>
                  </a:lnTo>
                  <a:lnTo>
                    <a:pt x="3003682" y="57146"/>
                  </a:lnTo>
                  <a:lnTo>
                    <a:pt x="3003682" y="0"/>
                  </a:lnTo>
                  <a:close/>
                </a:path>
              </a:pathLst>
            </a:custGeom>
            <a:solidFill>
              <a:srgbClr val="2E7734"/>
            </a:solidFill>
          </p:spPr>
        </p:sp>
      </p:grpSp>
      <p:grpSp>
        <p:nvGrpSpPr>
          <p:cNvPr name="Group 12" id="12"/>
          <p:cNvGrpSpPr/>
          <p:nvPr/>
        </p:nvGrpSpPr>
        <p:grpSpPr>
          <a:xfrm rot="0">
            <a:off x="1784680" y="4859912"/>
            <a:ext cx="1800901" cy="1410233"/>
            <a:chOff x="0" y="0"/>
            <a:chExt cx="2401202" cy="1880311"/>
          </a:xfrm>
        </p:grpSpPr>
        <p:sp>
          <p:nvSpPr>
            <p:cNvPr name="Freeform 13" id="13"/>
            <p:cNvSpPr/>
            <p:nvPr/>
          </p:nvSpPr>
          <p:spPr>
            <a:xfrm flipH="false" flipV="false" rot="0">
              <a:off x="0" y="0"/>
              <a:ext cx="2401189" cy="1880362"/>
            </a:xfrm>
            <a:custGeom>
              <a:avLst/>
              <a:gdLst/>
              <a:ahLst/>
              <a:cxnLst/>
              <a:rect r="r" b="b" t="t" l="l"/>
              <a:pathLst>
                <a:path h="1880362" w="2401189">
                  <a:moveTo>
                    <a:pt x="0" y="0"/>
                  </a:moveTo>
                  <a:lnTo>
                    <a:pt x="2401189" y="0"/>
                  </a:lnTo>
                  <a:lnTo>
                    <a:pt x="2401189" y="1880362"/>
                  </a:lnTo>
                  <a:lnTo>
                    <a:pt x="0" y="1880362"/>
                  </a:lnTo>
                  <a:lnTo>
                    <a:pt x="0" y="0"/>
                  </a:lnTo>
                  <a:close/>
                </a:path>
              </a:pathLst>
            </a:custGeom>
            <a:blipFill>
              <a:blip r:embed="rId8"/>
              <a:stretch>
                <a:fillRect l="-57524" t="-92342" r="-58879" b="-84001"/>
              </a:stretch>
            </a:blipFill>
          </p:spPr>
        </p:sp>
      </p:grpSp>
      <p:sp>
        <p:nvSpPr>
          <p:cNvPr name="Freeform 14" id="14"/>
          <p:cNvSpPr/>
          <p:nvPr/>
        </p:nvSpPr>
        <p:spPr>
          <a:xfrm flipH="false" flipV="false" rot="0">
            <a:off x="155924" y="4161711"/>
            <a:ext cx="3437782" cy="2637930"/>
          </a:xfrm>
          <a:custGeom>
            <a:avLst/>
            <a:gdLst/>
            <a:ahLst/>
            <a:cxnLst/>
            <a:rect r="r" b="b" t="t" l="l"/>
            <a:pathLst>
              <a:path h="2637930" w="3437782">
                <a:moveTo>
                  <a:pt x="0" y="0"/>
                </a:moveTo>
                <a:lnTo>
                  <a:pt x="3437782" y="0"/>
                </a:lnTo>
                <a:lnTo>
                  <a:pt x="3437782" y="2637929"/>
                </a:lnTo>
                <a:lnTo>
                  <a:pt x="0" y="2637929"/>
                </a:lnTo>
                <a:lnTo>
                  <a:pt x="0" y="0"/>
                </a:lnTo>
                <a:close/>
              </a:path>
            </a:pathLst>
          </a:custGeom>
          <a:blipFill>
            <a:blip r:embed="rId6">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3976021" y="4690081"/>
            <a:ext cx="3003699" cy="57169"/>
            <a:chOff x="0" y="0"/>
            <a:chExt cx="3003702" cy="57175"/>
          </a:xfrm>
        </p:grpSpPr>
        <p:sp>
          <p:nvSpPr>
            <p:cNvPr name="Freeform 16" id="16"/>
            <p:cNvSpPr/>
            <p:nvPr/>
          </p:nvSpPr>
          <p:spPr>
            <a:xfrm flipH="false" flipV="false" rot="0">
              <a:off x="0" y="0"/>
              <a:ext cx="3003682" cy="57154"/>
            </a:xfrm>
            <a:custGeom>
              <a:avLst/>
              <a:gdLst/>
              <a:ahLst/>
              <a:cxnLst/>
              <a:rect r="r" b="b" t="t" l="l"/>
              <a:pathLst>
                <a:path h="57154" w="3003682">
                  <a:moveTo>
                    <a:pt x="0" y="0"/>
                  </a:moveTo>
                  <a:lnTo>
                    <a:pt x="0" y="57154"/>
                  </a:lnTo>
                  <a:lnTo>
                    <a:pt x="3003682" y="57154"/>
                  </a:lnTo>
                  <a:lnTo>
                    <a:pt x="3003682" y="0"/>
                  </a:lnTo>
                  <a:close/>
                </a:path>
              </a:pathLst>
            </a:custGeom>
            <a:solidFill>
              <a:srgbClr val="2E7734"/>
            </a:solidFill>
          </p:spPr>
        </p:sp>
      </p:grpSp>
      <p:grpSp>
        <p:nvGrpSpPr>
          <p:cNvPr name="Group 17" id="17"/>
          <p:cNvGrpSpPr/>
          <p:nvPr/>
        </p:nvGrpSpPr>
        <p:grpSpPr>
          <a:xfrm rot="0">
            <a:off x="117662" y="4859912"/>
            <a:ext cx="1819961" cy="1505522"/>
            <a:chOff x="0" y="0"/>
            <a:chExt cx="2426614" cy="2007362"/>
          </a:xfrm>
        </p:grpSpPr>
        <p:sp>
          <p:nvSpPr>
            <p:cNvPr name="Freeform 18" id="18"/>
            <p:cNvSpPr/>
            <p:nvPr/>
          </p:nvSpPr>
          <p:spPr>
            <a:xfrm flipH="false" flipV="false" rot="0">
              <a:off x="0" y="0"/>
              <a:ext cx="2426589" cy="2007362"/>
            </a:xfrm>
            <a:custGeom>
              <a:avLst/>
              <a:gdLst/>
              <a:ahLst/>
              <a:cxnLst/>
              <a:rect r="r" b="b" t="t" l="l"/>
              <a:pathLst>
                <a:path h="2007362" w="2426589">
                  <a:moveTo>
                    <a:pt x="0" y="0"/>
                  </a:moveTo>
                  <a:lnTo>
                    <a:pt x="2426589" y="0"/>
                  </a:lnTo>
                  <a:lnTo>
                    <a:pt x="2426589" y="2007362"/>
                  </a:lnTo>
                  <a:lnTo>
                    <a:pt x="0" y="2007362"/>
                  </a:lnTo>
                  <a:lnTo>
                    <a:pt x="0" y="0"/>
                  </a:lnTo>
                  <a:close/>
                </a:path>
              </a:pathLst>
            </a:custGeom>
            <a:blipFill>
              <a:blip r:embed="rId10"/>
              <a:stretch>
                <a:fillRect l="-29144" t="-30198" r="-10647" b="-38789"/>
              </a:stretch>
            </a:blipFill>
          </p:spPr>
        </p:sp>
      </p:grpSp>
      <p:grpSp>
        <p:nvGrpSpPr>
          <p:cNvPr name="Group 19" id="19"/>
          <p:cNvGrpSpPr/>
          <p:nvPr/>
        </p:nvGrpSpPr>
        <p:grpSpPr>
          <a:xfrm rot="0">
            <a:off x="159753" y="4659820"/>
            <a:ext cx="3003699" cy="57160"/>
            <a:chOff x="0" y="0"/>
            <a:chExt cx="3003702" cy="57163"/>
          </a:xfrm>
        </p:grpSpPr>
        <p:sp>
          <p:nvSpPr>
            <p:cNvPr name="Freeform 20" id="20"/>
            <p:cNvSpPr/>
            <p:nvPr/>
          </p:nvSpPr>
          <p:spPr>
            <a:xfrm flipH="false" flipV="false" rot="0">
              <a:off x="0" y="0"/>
              <a:ext cx="3003682" cy="57150"/>
            </a:xfrm>
            <a:custGeom>
              <a:avLst/>
              <a:gdLst/>
              <a:ahLst/>
              <a:cxnLst/>
              <a:rect r="r" b="b" t="t" l="l"/>
              <a:pathLst>
                <a:path h="57150" w="3003682">
                  <a:moveTo>
                    <a:pt x="0" y="0"/>
                  </a:moveTo>
                  <a:lnTo>
                    <a:pt x="0" y="57150"/>
                  </a:lnTo>
                  <a:lnTo>
                    <a:pt x="3003682" y="57150"/>
                  </a:lnTo>
                  <a:lnTo>
                    <a:pt x="3003682" y="0"/>
                  </a:lnTo>
                  <a:close/>
                </a:path>
              </a:pathLst>
            </a:custGeom>
            <a:solidFill>
              <a:srgbClr val="2E7734"/>
            </a:solidFill>
          </p:spPr>
        </p:sp>
      </p:grpSp>
      <p:sp>
        <p:nvSpPr>
          <p:cNvPr name="Freeform 21" id="21"/>
          <p:cNvSpPr/>
          <p:nvPr/>
        </p:nvSpPr>
        <p:spPr>
          <a:xfrm flipH="false" flipV="false" rot="0">
            <a:off x="85782" y="1358846"/>
            <a:ext cx="3564874" cy="2680659"/>
          </a:xfrm>
          <a:custGeom>
            <a:avLst/>
            <a:gdLst/>
            <a:ahLst/>
            <a:cxnLst/>
            <a:rect r="r" b="b" t="t" l="l"/>
            <a:pathLst>
              <a:path h="2680659" w="3564874">
                <a:moveTo>
                  <a:pt x="0" y="0"/>
                </a:moveTo>
                <a:lnTo>
                  <a:pt x="3564874" y="0"/>
                </a:lnTo>
                <a:lnTo>
                  <a:pt x="3564874" y="2680659"/>
                </a:lnTo>
                <a:lnTo>
                  <a:pt x="0" y="26806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92421" y="6900967"/>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3866074" y="6881917"/>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4" id="24"/>
          <p:cNvSpPr/>
          <p:nvPr/>
        </p:nvSpPr>
        <p:spPr>
          <a:xfrm flipH="false" flipV="false" rot="0">
            <a:off x="3965543" y="1424149"/>
            <a:ext cx="3437839" cy="2563044"/>
          </a:xfrm>
          <a:custGeom>
            <a:avLst/>
            <a:gdLst/>
            <a:ahLst/>
            <a:cxnLst/>
            <a:rect r="r" b="b" t="t" l="l"/>
            <a:pathLst>
              <a:path h="2563044" w="3437839">
                <a:moveTo>
                  <a:pt x="0" y="0"/>
                </a:moveTo>
                <a:lnTo>
                  <a:pt x="3437839" y="0"/>
                </a:lnTo>
                <a:lnTo>
                  <a:pt x="3437839" y="2563045"/>
                </a:lnTo>
                <a:lnTo>
                  <a:pt x="0" y="256304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5" id="25"/>
          <p:cNvGrpSpPr/>
          <p:nvPr/>
        </p:nvGrpSpPr>
        <p:grpSpPr>
          <a:xfrm rot="0">
            <a:off x="1026995" y="1829629"/>
            <a:ext cx="1772317" cy="1772307"/>
            <a:chOff x="0" y="0"/>
            <a:chExt cx="2363089" cy="2363076"/>
          </a:xfrm>
        </p:grpSpPr>
        <p:sp>
          <p:nvSpPr>
            <p:cNvPr name="Freeform 26" id="26"/>
            <p:cNvSpPr/>
            <p:nvPr/>
          </p:nvSpPr>
          <p:spPr>
            <a:xfrm flipH="false" flipV="false" rot="0">
              <a:off x="0" y="0"/>
              <a:ext cx="2363089" cy="2363089"/>
            </a:xfrm>
            <a:custGeom>
              <a:avLst/>
              <a:gdLst/>
              <a:ahLst/>
              <a:cxnLst/>
              <a:rect r="r" b="b" t="t" l="l"/>
              <a:pathLst>
                <a:path h="2363089" w="2363089">
                  <a:moveTo>
                    <a:pt x="0" y="0"/>
                  </a:moveTo>
                  <a:lnTo>
                    <a:pt x="2363089" y="0"/>
                  </a:lnTo>
                  <a:lnTo>
                    <a:pt x="2363089" y="2363089"/>
                  </a:lnTo>
                  <a:lnTo>
                    <a:pt x="0" y="2363089"/>
                  </a:lnTo>
                  <a:lnTo>
                    <a:pt x="0" y="0"/>
                  </a:lnTo>
                  <a:close/>
                </a:path>
              </a:pathLst>
            </a:custGeom>
            <a:blipFill>
              <a:blip r:embed="rId19"/>
              <a:stretch>
                <a:fillRect l="0" t="0" r="0" b="0"/>
              </a:stretch>
            </a:blipFill>
          </p:spPr>
        </p:sp>
      </p:grpSp>
      <p:grpSp>
        <p:nvGrpSpPr>
          <p:cNvPr name="Group 27" id="27"/>
          <p:cNvGrpSpPr/>
          <p:nvPr/>
        </p:nvGrpSpPr>
        <p:grpSpPr>
          <a:xfrm rot="0">
            <a:off x="0" y="10532631"/>
            <a:ext cx="7086543" cy="165849"/>
            <a:chOff x="0" y="0"/>
            <a:chExt cx="7086536" cy="165849"/>
          </a:xfrm>
        </p:grpSpPr>
        <p:sp>
          <p:nvSpPr>
            <p:cNvPr name="Freeform 28" id="28"/>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9" id="29"/>
          <p:cNvSpPr/>
          <p:nvPr/>
        </p:nvSpPr>
        <p:spPr>
          <a:xfrm flipH="false" flipV="false" rot="0">
            <a:off x="2412435" y="611972"/>
            <a:ext cx="2737942" cy="460524"/>
          </a:xfrm>
          <a:custGeom>
            <a:avLst/>
            <a:gdLst/>
            <a:ahLst/>
            <a:cxnLst/>
            <a:rect r="r" b="b" t="t" l="l"/>
            <a:pathLst>
              <a:path h="460524" w="2737942">
                <a:moveTo>
                  <a:pt x="0" y="0"/>
                </a:moveTo>
                <a:lnTo>
                  <a:pt x="2737942" y="0"/>
                </a:lnTo>
                <a:lnTo>
                  <a:pt x="2737942" y="460524"/>
                </a:lnTo>
                <a:lnTo>
                  <a:pt x="0" y="46052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30" id="30"/>
          <p:cNvGrpSpPr/>
          <p:nvPr/>
        </p:nvGrpSpPr>
        <p:grpSpPr>
          <a:xfrm rot="0">
            <a:off x="4149976" y="7801880"/>
            <a:ext cx="1429293" cy="1248242"/>
            <a:chOff x="0" y="0"/>
            <a:chExt cx="1905724" cy="1664322"/>
          </a:xfrm>
        </p:grpSpPr>
        <p:sp>
          <p:nvSpPr>
            <p:cNvPr name="Freeform 31" id="31"/>
            <p:cNvSpPr/>
            <p:nvPr/>
          </p:nvSpPr>
          <p:spPr>
            <a:xfrm flipH="false" flipV="false" rot="0">
              <a:off x="0" y="0"/>
              <a:ext cx="1905762" cy="1664335"/>
            </a:xfrm>
            <a:custGeom>
              <a:avLst/>
              <a:gdLst/>
              <a:ahLst/>
              <a:cxnLst/>
              <a:rect r="r" b="b" t="t" l="l"/>
              <a:pathLst>
                <a:path h="1664335" w="1905762">
                  <a:moveTo>
                    <a:pt x="0" y="0"/>
                  </a:moveTo>
                  <a:lnTo>
                    <a:pt x="1905762" y="0"/>
                  </a:lnTo>
                  <a:lnTo>
                    <a:pt x="1905762" y="1664335"/>
                  </a:lnTo>
                  <a:lnTo>
                    <a:pt x="0" y="1664335"/>
                  </a:lnTo>
                  <a:lnTo>
                    <a:pt x="0" y="0"/>
                  </a:lnTo>
                  <a:close/>
                </a:path>
              </a:pathLst>
            </a:custGeom>
            <a:blipFill>
              <a:blip r:embed="rId22"/>
              <a:stretch>
                <a:fillRect l="0" t="0" r="1" b="0"/>
              </a:stretch>
            </a:blipFill>
          </p:spPr>
        </p:sp>
      </p:grpSp>
      <p:grpSp>
        <p:nvGrpSpPr>
          <p:cNvPr name="Group 32" id="32"/>
          <p:cNvGrpSpPr/>
          <p:nvPr/>
        </p:nvGrpSpPr>
        <p:grpSpPr>
          <a:xfrm rot="0">
            <a:off x="5675128" y="7771305"/>
            <a:ext cx="1610335" cy="1143429"/>
            <a:chOff x="0" y="0"/>
            <a:chExt cx="2147113" cy="1524572"/>
          </a:xfrm>
        </p:grpSpPr>
        <p:sp>
          <p:nvSpPr>
            <p:cNvPr name="Freeform 33" id="33"/>
            <p:cNvSpPr/>
            <p:nvPr/>
          </p:nvSpPr>
          <p:spPr>
            <a:xfrm flipH="false" flipV="false" rot="0">
              <a:off x="0" y="0"/>
              <a:ext cx="2147062" cy="1524508"/>
            </a:xfrm>
            <a:custGeom>
              <a:avLst/>
              <a:gdLst/>
              <a:ahLst/>
              <a:cxnLst/>
              <a:rect r="r" b="b" t="t" l="l"/>
              <a:pathLst>
                <a:path h="1524508" w="2147062">
                  <a:moveTo>
                    <a:pt x="0" y="0"/>
                  </a:moveTo>
                  <a:lnTo>
                    <a:pt x="2147062" y="0"/>
                  </a:lnTo>
                  <a:lnTo>
                    <a:pt x="2147062" y="1524508"/>
                  </a:lnTo>
                  <a:lnTo>
                    <a:pt x="0" y="1524508"/>
                  </a:lnTo>
                  <a:lnTo>
                    <a:pt x="0" y="0"/>
                  </a:lnTo>
                  <a:close/>
                </a:path>
              </a:pathLst>
            </a:custGeom>
            <a:blipFill>
              <a:blip r:embed="rId23"/>
              <a:stretch>
                <a:fillRect l="0" t="0" r="-2" b="-3"/>
              </a:stretch>
            </a:blipFill>
          </p:spPr>
        </p:sp>
      </p:grpSp>
      <p:sp>
        <p:nvSpPr>
          <p:cNvPr name="Freeform 34" id="34"/>
          <p:cNvSpPr/>
          <p:nvPr/>
        </p:nvSpPr>
        <p:spPr>
          <a:xfrm flipH="false" flipV="false" rot="0">
            <a:off x="5534396" y="7300655"/>
            <a:ext cx="231810" cy="1982981"/>
          </a:xfrm>
          <a:custGeom>
            <a:avLst/>
            <a:gdLst/>
            <a:ahLst/>
            <a:cxnLst/>
            <a:rect r="r" b="b" t="t" l="l"/>
            <a:pathLst>
              <a:path h="1982981" w="231810">
                <a:moveTo>
                  <a:pt x="0" y="0"/>
                </a:moveTo>
                <a:lnTo>
                  <a:pt x="231810" y="0"/>
                </a:lnTo>
                <a:lnTo>
                  <a:pt x="231810" y="1982981"/>
                </a:lnTo>
                <a:lnTo>
                  <a:pt x="0" y="1982981"/>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35" id="35"/>
          <p:cNvGrpSpPr/>
          <p:nvPr/>
        </p:nvGrpSpPr>
        <p:grpSpPr>
          <a:xfrm rot="0">
            <a:off x="1253042" y="7468581"/>
            <a:ext cx="1314945" cy="1648444"/>
            <a:chOff x="0" y="0"/>
            <a:chExt cx="1753260" cy="2197926"/>
          </a:xfrm>
        </p:grpSpPr>
        <p:sp>
          <p:nvSpPr>
            <p:cNvPr name="Freeform 36" id="36"/>
            <p:cNvSpPr/>
            <p:nvPr/>
          </p:nvSpPr>
          <p:spPr>
            <a:xfrm flipH="false" flipV="false" rot="0">
              <a:off x="0" y="0"/>
              <a:ext cx="1753235" cy="2197862"/>
            </a:xfrm>
            <a:custGeom>
              <a:avLst/>
              <a:gdLst/>
              <a:ahLst/>
              <a:cxnLst/>
              <a:rect r="r" b="b" t="t" l="l"/>
              <a:pathLst>
                <a:path h="2197862" w="1753235">
                  <a:moveTo>
                    <a:pt x="0" y="0"/>
                  </a:moveTo>
                  <a:lnTo>
                    <a:pt x="1753235" y="0"/>
                  </a:lnTo>
                  <a:lnTo>
                    <a:pt x="1753235" y="2197862"/>
                  </a:lnTo>
                  <a:lnTo>
                    <a:pt x="0" y="2197862"/>
                  </a:lnTo>
                  <a:lnTo>
                    <a:pt x="0" y="0"/>
                  </a:lnTo>
                  <a:close/>
                </a:path>
              </a:pathLst>
            </a:custGeom>
            <a:blipFill>
              <a:blip r:embed="rId26"/>
              <a:stretch>
                <a:fillRect l="-14002" t="0" r="-11361" b="-2"/>
              </a:stretch>
            </a:blipFill>
          </p:spPr>
        </p:sp>
      </p:grpSp>
      <p:grpSp>
        <p:nvGrpSpPr>
          <p:cNvPr name="Group 37" id="37"/>
          <p:cNvGrpSpPr/>
          <p:nvPr/>
        </p:nvGrpSpPr>
        <p:grpSpPr>
          <a:xfrm rot="0">
            <a:off x="4799743" y="4750584"/>
            <a:ext cx="1800901" cy="1677029"/>
            <a:chOff x="0" y="0"/>
            <a:chExt cx="2401202" cy="2236038"/>
          </a:xfrm>
        </p:grpSpPr>
        <p:sp>
          <p:nvSpPr>
            <p:cNvPr name="Freeform 38" id="38"/>
            <p:cNvSpPr/>
            <p:nvPr/>
          </p:nvSpPr>
          <p:spPr>
            <a:xfrm flipH="false" flipV="false" rot="0">
              <a:off x="0" y="0"/>
              <a:ext cx="2401189" cy="2236089"/>
            </a:xfrm>
            <a:custGeom>
              <a:avLst/>
              <a:gdLst/>
              <a:ahLst/>
              <a:cxnLst/>
              <a:rect r="r" b="b" t="t" l="l"/>
              <a:pathLst>
                <a:path h="2236089" w="2401189">
                  <a:moveTo>
                    <a:pt x="0" y="0"/>
                  </a:moveTo>
                  <a:lnTo>
                    <a:pt x="2401189" y="0"/>
                  </a:lnTo>
                  <a:lnTo>
                    <a:pt x="2401189" y="2236089"/>
                  </a:lnTo>
                  <a:lnTo>
                    <a:pt x="0" y="2236089"/>
                  </a:lnTo>
                  <a:lnTo>
                    <a:pt x="0" y="0"/>
                  </a:lnTo>
                  <a:close/>
                </a:path>
              </a:pathLst>
            </a:custGeom>
            <a:blipFill>
              <a:blip r:embed="rId27"/>
              <a:stretch>
                <a:fillRect l="0" t="-1" r="0" b="-99426"/>
              </a:stretch>
            </a:blipFill>
          </p:spPr>
        </p:sp>
      </p:grpSp>
      <p:grpSp>
        <p:nvGrpSpPr>
          <p:cNvPr name="Group 39" id="39"/>
          <p:cNvGrpSpPr/>
          <p:nvPr/>
        </p:nvGrpSpPr>
        <p:grpSpPr>
          <a:xfrm rot="0">
            <a:off x="149219" y="4658049"/>
            <a:ext cx="3023997" cy="60484"/>
            <a:chOff x="0" y="0"/>
            <a:chExt cx="3023997" cy="60477"/>
          </a:xfrm>
        </p:grpSpPr>
        <p:sp>
          <p:nvSpPr>
            <p:cNvPr name="Freeform 40" id="4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1" id="41"/>
          <p:cNvGrpSpPr/>
          <p:nvPr/>
        </p:nvGrpSpPr>
        <p:grpSpPr>
          <a:xfrm rot="0">
            <a:off x="155800" y="1863738"/>
            <a:ext cx="3023997" cy="60484"/>
            <a:chOff x="0" y="0"/>
            <a:chExt cx="3023997" cy="60477"/>
          </a:xfrm>
        </p:grpSpPr>
        <p:sp>
          <p:nvSpPr>
            <p:cNvPr name="Freeform 42" id="4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3" id="43"/>
          <p:cNvGrpSpPr/>
          <p:nvPr/>
        </p:nvGrpSpPr>
        <p:grpSpPr>
          <a:xfrm rot="0">
            <a:off x="155800" y="7363568"/>
            <a:ext cx="3023997" cy="60484"/>
            <a:chOff x="0" y="0"/>
            <a:chExt cx="3023997" cy="60477"/>
          </a:xfrm>
        </p:grpSpPr>
        <p:sp>
          <p:nvSpPr>
            <p:cNvPr name="Freeform 44" id="4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45" id="45"/>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46" id="46"/>
          <p:cNvGrpSpPr/>
          <p:nvPr/>
        </p:nvGrpSpPr>
        <p:grpSpPr>
          <a:xfrm rot="0">
            <a:off x="3964038" y="1863738"/>
            <a:ext cx="3023997" cy="60484"/>
            <a:chOff x="0" y="0"/>
            <a:chExt cx="3023997" cy="60477"/>
          </a:xfrm>
        </p:grpSpPr>
        <p:sp>
          <p:nvSpPr>
            <p:cNvPr name="Freeform 47" id="4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8" id="48"/>
          <p:cNvGrpSpPr/>
          <p:nvPr/>
        </p:nvGrpSpPr>
        <p:grpSpPr>
          <a:xfrm rot="0">
            <a:off x="3964038" y="4688300"/>
            <a:ext cx="3023997" cy="60484"/>
            <a:chOff x="0" y="0"/>
            <a:chExt cx="3023997" cy="60477"/>
          </a:xfrm>
        </p:grpSpPr>
        <p:sp>
          <p:nvSpPr>
            <p:cNvPr name="Freeform 49" id="4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50" id="50"/>
          <p:cNvGrpSpPr/>
          <p:nvPr/>
        </p:nvGrpSpPr>
        <p:grpSpPr>
          <a:xfrm rot="0">
            <a:off x="3864550" y="7282453"/>
            <a:ext cx="3150994" cy="2002917"/>
            <a:chOff x="0" y="0"/>
            <a:chExt cx="3150997" cy="2002917"/>
          </a:xfrm>
        </p:grpSpPr>
        <p:sp>
          <p:nvSpPr>
            <p:cNvPr name="Freeform 51" id="51"/>
            <p:cNvSpPr/>
            <p:nvPr/>
          </p:nvSpPr>
          <p:spPr>
            <a:xfrm flipH="false" flipV="false" rot="0">
              <a:off x="63500" y="63500"/>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52" id="52"/>
            <p:cNvSpPr/>
            <p:nvPr/>
          </p:nvSpPr>
          <p:spPr>
            <a:xfrm flipH="false" flipV="false" rot="0">
              <a:off x="1727581" y="73787"/>
              <a:ext cx="108585" cy="1865628"/>
            </a:xfrm>
            <a:custGeom>
              <a:avLst/>
              <a:gdLst/>
              <a:ahLst/>
              <a:cxnLst/>
              <a:rect r="r" b="b" t="t" l="l"/>
              <a:pathLst>
                <a:path h="1865628" w="108585">
                  <a:moveTo>
                    <a:pt x="0" y="1865628"/>
                  </a:moveTo>
                  <a:lnTo>
                    <a:pt x="108585" y="1865628"/>
                  </a:lnTo>
                  <a:lnTo>
                    <a:pt x="108585" y="0"/>
                  </a:lnTo>
                  <a:lnTo>
                    <a:pt x="0" y="0"/>
                  </a:lnTo>
                  <a:close/>
                </a:path>
              </a:pathLst>
            </a:custGeom>
            <a:solidFill>
              <a:srgbClr val="000000">
                <a:alpha val="0"/>
              </a:srgbClr>
            </a:solidFill>
          </p:spPr>
        </p:sp>
      </p:grpSp>
      <p:grpSp>
        <p:nvGrpSpPr>
          <p:cNvPr name="Group 53" id="53"/>
          <p:cNvGrpSpPr/>
          <p:nvPr/>
        </p:nvGrpSpPr>
        <p:grpSpPr>
          <a:xfrm rot="0">
            <a:off x="-63503" y="9484871"/>
            <a:ext cx="7689847" cy="1275207"/>
            <a:chOff x="0" y="0"/>
            <a:chExt cx="7689850" cy="1275207"/>
          </a:xfrm>
        </p:grpSpPr>
        <p:sp>
          <p:nvSpPr>
            <p:cNvPr name="Freeform 54" id="54"/>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55" id="55"/>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6" id="56"/>
          <p:cNvSpPr txBox="true"/>
          <p:nvPr/>
        </p:nvSpPr>
        <p:spPr>
          <a:xfrm rot="0">
            <a:off x="518274" y="4251950"/>
            <a:ext cx="93840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ROUND</a:t>
            </a:r>
          </a:p>
        </p:txBody>
      </p:sp>
      <p:sp>
        <p:nvSpPr>
          <p:cNvPr name="TextBox 57" id="57"/>
          <p:cNvSpPr txBox="true"/>
          <p:nvPr/>
        </p:nvSpPr>
        <p:spPr>
          <a:xfrm rot="0">
            <a:off x="2163575" y="4251950"/>
            <a:ext cx="85160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8 TYPE</a:t>
            </a:r>
          </a:p>
        </p:txBody>
      </p:sp>
      <p:sp>
        <p:nvSpPr>
          <p:cNvPr name="TextBox 58" id="58"/>
          <p:cNvSpPr txBox="true"/>
          <p:nvPr/>
        </p:nvSpPr>
        <p:spPr>
          <a:xfrm rot="0">
            <a:off x="458981" y="1466907"/>
            <a:ext cx="287473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SS CLEVIS GRAB HOOK</a:t>
            </a:r>
          </a:p>
        </p:txBody>
      </p:sp>
      <p:sp>
        <p:nvSpPr>
          <p:cNvPr name="TextBox 59" id="59"/>
          <p:cNvSpPr txBox="true"/>
          <p:nvPr/>
        </p:nvSpPr>
        <p:spPr>
          <a:xfrm rot="0">
            <a:off x="424586" y="7000942"/>
            <a:ext cx="294494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CROSS WIRE ROPE CLIP</a:t>
            </a:r>
          </a:p>
        </p:txBody>
      </p:sp>
      <p:sp>
        <p:nvSpPr>
          <p:cNvPr name="TextBox 60" id="60"/>
          <p:cNvSpPr txBox="true"/>
          <p:nvPr/>
        </p:nvSpPr>
        <p:spPr>
          <a:xfrm rot="0">
            <a:off x="5161769" y="1430893"/>
            <a:ext cx="106611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FERRULE</a:t>
            </a:r>
          </a:p>
        </p:txBody>
      </p:sp>
      <p:sp>
        <p:nvSpPr>
          <p:cNvPr name="TextBox 61" id="61"/>
          <p:cNvSpPr txBox="true"/>
          <p:nvPr/>
        </p:nvSpPr>
        <p:spPr>
          <a:xfrm rot="0">
            <a:off x="4570286" y="7042975"/>
            <a:ext cx="205635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 WIRE ROPE CLIP</a:t>
            </a:r>
          </a:p>
        </p:txBody>
      </p:sp>
      <p:sp>
        <p:nvSpPr>
          <p:cNvPr name="TextBox 62" id="62"/>
          <p:cNvSpPr txBox="true"/>
          <p:nvPr/>
        </p:nvSpPr>
        <p:spPr>
          <a:xfrm rot="0">
            <a:off x="4414933" y="7438215"/>
            <a:ext cx="2461003" cy="431854"/>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SIMPLEX</a:t>
            </a:r>
            <a:r>
              <a:rPr lang="en-US" b="true" sz="2000">
                <a:solidFill>
                  <a:srgbClr val="000000"/>
                </a:solidFill>
                <a:latin typeface="Poppins Bold"/>
                <a:ea typeface="Poppins Bold"/>
                <a:cs typeface="Poppins Bold"/>
                <a:sym typeface="Poppins Bold"/>
              </a:rPr>
              <a:t> </a:t>
            </a:r>
            <a:r>
              <a:rPr lang="en-US" b="true" sz="2000">
                <a:solidFill>
                  <a:srgbClr val="000000"/>
                </a:solidFill>
                <a:latin typeface="Poppins Bold"/>
                <a:ea typeface="Poppins Bold"/>
                <a:cs typeface="Poppins Bold"/>
                <a:sym typeface="Poppins Bold"/>
              </a:rPr>
              <a:t>DUPLEX</a:t>
            </a:r>
          </a:p>
        </p:txBody>
      </p:sp>
      <p:sp>
        <p:nvSpPr>
          <p:cNvPr name="TextBox 63" id="63"/>
          <p:cNvSpPr txBox="true"/>
          <p:nvPr/>
        </p:nvSpPr>
        <p:spPr>
          <a:xfrm rot="0">
            <a:off x="4190695" y="4292213"/>
            <a:ext cx="304700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WIRE ROPE HANG HOOK</a:t>
            </a:r>
          </a:p>
        </p:txBody>
      </p:sp>
      <p:sp>
        <p:nvSpPr>
          <p:cNvPr name="TextBox 64" id="64"/>
          <p:cNvSpPr txBox="true"/>
          <p:nvPr/>
        </p:nvSpPr>
        <p:spPr>
          <a:xfrm rot="0">
            <a:off x="1034244" y="3559740"/>
            <a:ext cx="170118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 </a:t>
            </a:r>
          </a:p>
        </p:txBody>
      </p:sp>
      <p:sp>
        <p:nvSpPr>
          <p:cNvPr name="TextBox 65" id="65"/>
          <p:cNvSpPr txBox="true"/>
          <p:nvPr/>
        </p:nvSpPr>
        <p:spPr>
          <a:xfrm rot="0">
            <a:off x="930364" y="6337211"/>
            <a:ext cx="192656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Aluminum</a:t>
            </a:r>
          </a:p>
        </p:txBody>
      </p:sp>
      <p:sp>
        <p:nvSpPr>
          <p:cNvPr name="TextBox 66" id="66"/>
          <p:cNvSpPr txBox="true"/>
          <p:nvPr/>
        </p:nvSpPr>
        <p:spPr>
          <a:xfrm rot="0">
            <a:off x="1069715" y="9140000"/>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67" id="67"/>
          <p:cNvSpPr txBox="true"/>
          <p:nvPr/>
        </p:nvSpPr>
        <p:spPr>
          <a:xfrm rot="0">
            <a:off x="5096151" y="6324743"/>
            <a:ext cx="119989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a:t>
            </a:r>
          </a:p>
        </p:txBody>
      </p:sp>
      <p:sp>
        <p:nvSpPr>
          <p:cNvPr name="TextBox 68" id="68"/>
          <p:cNvSpPr txBox="true"/>
          <p:nvPr/>
        </p:nvSpPr>
        <p:spPr>
          <a:xfrm rot="0">
            <a:off x="4843386" y="9120921"/>
            <a:ext cx="164227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a:t>
            </a:r>
          </a:p>
        </p:txBody>
      </p:sp>
      <p:sp>
        <p:nvSpPr>
          <p:cNvPr name="TextBox 69" id="69"/>
          <p:cNvSpPr txBox="true"/>
          <p:nvPr/>
        </p:nvSpPr>
        <p:spPr>
          <a:xfrm rot="0">
            <a:off x="4490647" y="3561550"/>
            <a:ext cx="243542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Aluminum, 304</a:t>
            </a:r>
          </a:p>
        </p:txBody>
      </p:sp>
      <p:sp>
        <p:nvSpPr>
          <p:cNvPr name="TextBox 70" id="70"/>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
        <p:nvSpPr>
          <p:cNvPr name="TextBox 71" id="71"/>
          <p:cNvSpPr txBox="true"/>
          <p:nvPr/>
        </p:nvSpPr>
        <p:spPr>
          <a:xfrm rot="0">
            <a:off x="7050081" y="10145220"/>
            <a:ext cx="475459"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20</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58848" y="4159596"/>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6629400" y="9552422"/>
            <a:ext cx="935736" cy="1146058"/>
            <a:chOff x="0" y="0"/>
            <a:chExt cx="935736" cy="1146061"/>
          </a:xfrm>
        </p:grpSpPr>
        <p:sp>
          <p:nvSpPr>
            <p:cNvPr name="Freeform 7" id="7"/>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8" id="8"/>
          <p:cNvGrpSpPr/>
          <p:nvPr/>
        </p:nvGrpSpPr>
        <p:grpSpPr>
          <a:xfrm rot="0">
            <a:off x="638651" y="4633474"/>
            <a:ext cx="2601306" cy="1972418"/>
            <a:chOff x="0" y="0"/>
            <a:chExt cx="3468408" cy="2629891"/>
          </a:xfrm>
        </p:grpSpPr>
        <p:sp>
          <p:nvSpPr>
            <p:cNvPr name="Freeform 9" id="9"/>
            <p:cNvSpPr/>
            <p:nvPr/>
          </p:nvSpPr>
          <p:spPr>
            <a:xfrm flipH="false" flipV="false" rot="0">
              <a:off x="0" y="0"/>
              <a:ext cx="3468370" cy="2629916"/>
            </a:xfrm>
            <a:custGeom>
              <a:avLst/>
              <a:gdLst/>
              <a:ahLst/>
              <a:cxnLst/>
              <a:rect r="r" b="b" t="t" l="l"/>
              <a:pathLst>
                <a:path h="2629916" w="3468370">
                  <a:moveTo>
                    <a:pt x="0" y="0"/>
                  </a:moveTo>
                  <a:lnTo>
                    <a:pt x="3468370" y="0"/>
                  </a:lnTo>
                  <a:lnTo>
                    <a:pt x="3468370" y="2629916"/>
                  </a:lnTo>
                  <a:lnTo>
                    <a:pt x="0" y="2629916"/>
                  </a:lnTo>
                  <a:lnTo>
                    <a:pt x="0" y="0"/>
                  </a:lnTo>
                  <a:close/>
                </a:path>
              </a:pathLst>
            </a:custGeom>
            <a:blipFill>
              <a:blip r:embed="rId7"/>
              <a:stretch>
                <a:fillRect l="0" t="-16107" r="-1" b="-15775"/>
              </a:stretch>
            </a:blipFill>
          </p:spPr>
        </p:sp>
      </p:grpSp>
      <p:sp>
        <p:nvSpPr>
          <p:cNvPr name="Freeform 10" id="10"/>
          <p:cNvSpPr/>
          <p:nvPr/>
        </p:nvSpPr>
        <p:spPr>
          <a:xfrm flipH="false" flipV="false" rot="0">
            <a:off x="3882228" y="4173369"/>
            <a:ext cx="3564903" cy="2737514"/>
          </a:xfrm>
          <a:custGeom>
            <a:avLst/>
            <a:gdLst/>
            <a:ahLst/>
            <a:cxnLst/>
            <a:rect r="r" b="b" t="t" l="l"/>
            <a:pathLst>
              <a:path h="2737514" w="3564903">
                <a:moveTo>
                  <a:pt x="0" y="0"/>
                </a:moveTo>
                <a:lnTo>
                  <a:pt x="3564903" y="0"/>
                </a:lnTo>
                <a:lnTo>
                  <a:pt x="3564903" y="2737514"/>
                </a:lnTo>
                <a:lnTo>
                  <a:pt x="0" y="27375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4360135" y="4784779"/>
            <a:ext cx="2448849" cy="1686563"/>
            <a:chOff x="0" y="0"/>
            <a:chExt cx="3265132" cy="2248751"/>
          </a:xfrm>
        </p:grpSpPr>
        <p:sp>
          <p:nvSpPr>
            <p:cNvPr name="Freeform 12" id="12"/>
            <p:cNvSpPr/>
            <p:nvPr/>
          </p:nvSpPr>
          <p:spPr>
            <a:xfrm flipH="false" flipV="false" rot="0">
              <a:off x="0" y="0"/>
              <a:ext cx="3265170" cy="2248789"/>
            </a:xfrm>
            <a:custGeom>
              <a:avLst/>
              <a:gdLst/>
              <a:ahLst/>
              <a:cxnLst/>
              <a:rect r="r" b="b" t="t" l="l"/>
              <a:pathLst>
                <a:path h="2248789" w="3265170">
                  <a:moveTo>
                    <a:pt x="0" y="0"/>
                  </a:moveTo>
                  <a:lnTo>
                    <a:pt x="3265170" y="0"/>
                  </a:lnTo>
                  <a:lnTo>
                    <a:pt x="3265170" y="2248789"/>
                  </a:lnTo>
                  <a:lnTo>
                    <a:pt x="0" y="2248789"/>
                  </a:lnTo>
                  <a:lnTo>
                    <a:pt x="0" y="0"/>
                  </a:lnTo>
                  <a:close/>
                </a:path>
              </a:pathLst>
            </a:custGeom>
            <a:blipFill>
              <a:blip r:embed="rId10"/>
              <a:stretch>
                <a:fillRect l="0" t="-27003" r="1" b="-17626"/>
              </a:stretch>
            </a:blipFill>
          </p:spPr>
        </p:sp>
      </p:grpSp>
      <p:sp>
        <p:nvSpPr>
          <p:cNvPr name="Freeform 13" id="13"/>
          <p:cNvSpPr/>
          <p:nvPr/>
        </p:nvSpPr>
        <p:spPr>
          <a:xfrm flipH="false" flipV="false" rot="0">
            <a:off x="158848" y="6958908"/>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4" id="14"/>
          <p:cNvGrpSpPr/>
          <p:nvPr/>
        </p:nvGrpSpPr>
        <p:grpSpPr>
          <a:xfrm rot="0">
            <a:off x="489414" y="7700372"/>
            <a:ext cx="3163491" cy="1762792"/>
            <a:chOff x="0" y="0"/>
            <a:chExt cx="4217988" cy="2350389"/>
          </a:xfrm>
        </p:grpSpPr>
        <p:sp>
          <p:nvSpPr>
            <p:cNvPr name="Freeform 15" id="15"/>
            <p:cNvSpPr/>
            <p:nvPr/>
          </p:nvSpPr>
          <p:spPr>
            <a:xfrm flipH="false" flipV="false" rot="0">
              <a:off x="0" y="0"/>
              <a:ext cx="4217924" cy="2350389"/>
            </a:xfrm>
            <a:custGeom>
              <a:avLst/>
              <a:gdLst/>
              <a:ahLst/>
              <a:cxnLst/>
              <a:rect r="r" b="b" t="t" l="l"/>
              <a:pathLst>
                <a:path h="2350389" w="4217924">
                  <a:moveTo>
                    <a:pt x="0" y="0"/>
                  </a:moveTo>
                  <a:lnTo>
                    <a:pt x="4217924" y="0"/>
                  </a:lnTo>
                  <a:lnTo>
                    <a:pt x="4217924" y="2350389"/>
                  </a:lnTo>
                  <a:lnTo>
                    <a:pt x="0" y="2350389"/>
                  </a:lnTo>
                  <a:lnTo>
                    <a:pt x="0" y="0"/>
                  </a:lnTo>
                  <a:close/>
                </a:path>
              </a:pathLst>
            </a:custGeom>
            <a:blipFill>
              <a:blip r:embed="rId13"/>
              <a:stretch>
                <a:fillRect l="0" t="-17605" r="-1" b="-16989"/>
              </a:stretch>
            </a:blipFill>
          </p:spPr>
        </p:sp>
      </p:grpSp>
      <p:grpSp>
        <p:nvGrpSpPr>
          <p:cNvPr name="Group 16" id="16"/>
          <p:cNvGrpSpPr/>
          <p:nvPr/>
        </p:nvGrpSpPr>
        <p:grpSpPr>
          <a:xfrm rot="0">
            <a:off x="4568133" y="7522312"/>
            <a:ext cx="2134400" cy="2134391"/>
            <a:chOff x="0" y="0"/>
            <a:chExt cx="2845867" cy="2845854"/>
          </a:xfrm>
        </p:grpSpPr>
        <p:sp>
          <p:nvSpPr>
            <p:cNvPr name="Freeform 17" id="17"/>
            <p:cNvSpPr/>
            <p:nvPr/>
          </p:nvSpPr>
          <p:spPr>
            <a:xfrm flipH="false" flipV="false" rot="0">
              <a:off x="0" y="0"/>
              <a:ext cx="2845816" cy="2845816"/>
            </a:xfrm>
            <a:custGeom>
              <a:avLst/>
              <a:gdLst/>
              <a:ahLst/>
              <a:cxnLst/>
              <a:rect r="r" b="b" t="t" l="l"/>
              <a:pathLst>
                <a:path h="2845816" w="2845816">
                  <a:moveTo>
                    <a:pt x="0" y="0"/>
                  </a:moveTo>
                  <a:lnTo>
                    <a:pt x="2845816" y="0"/>
                  </a:lnTo>
                  <a:lnTo>
                    <a:pt x="2845816" y="2845816"/>
                  </a:lnTo>
                  <a:lnTo>
                    <a:pt x="0" y="2845816"/>
                  </a:lnTo>
                  <a:lnTo>
                    <a:pt x="0" y="0"/>
                  </a:lnTo>
                  <a:close/>
                </a:path>
              </a:pathLst>
            </a:custGeom>
            <a:blipFill>
              <a:blip r:embed="rId14"/>
              <a:stretch>
                <a:fillRect l="0" t="0" r="-1" b="-1"/>
              </a:stretch>
            </a:blipFill>
          </p:spPr>
        </p:sp>
      </p:grpSp>
      <p:sp>
        <p:nvSpPr>
          <p:cNvPr name="Freeform 18" id="18"/>
          <p:cNvSpPr/>
          <p:nvPr/>
        </p:nvSpPr>
        <p:spPr>
          <a:xfrm flipH="false" flipV="false" rot="0">
            <a:off x="3955294" y="1489758"/>
            <a:ext cx="3437868" cy="2553662"/>
          </a:xfrm>
          <a:custGeom>
            <a:avLst/>
            <a:gdLst/>
            <a:ahLst/>
            <a:cxnLst/>
            <a:rect r="r" b="b" t="t" l="l"/>
            <a:pathLst>
              <a:path h="2553662" w="3437868">
                <a:moveTo>
                  <a:pt x="0" y="0"/>
                </a:moveTo>
                <a:lnTo>
                  <a:pt x="3437868" y="0"/>
                </a:lnTo>
                <a:lnTo>
                  <a:pt x="3437868" y="2553662"/>
                </a:lnTo>
                <a:lnTo>
                  <a:pt x="0" y="255366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9" id="19"/>
          <p:cNvSpPr/>
          <p:nvPr/>
        </p:nvSpPr>
        <p:spPr>
          <a:xfrm flipH="false" flipV="false" rot="0">
            <a:off x="3891858" y="6969185"/>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0" id="20"/>
          <p:cNvSpPr/>
          <p:nvPr/>
        </p:nvSpPr>
        <p:spPr>
          <a:xfrm flipH="false" flipV="false" rot="0">
            <a:off x="216551" y="1502807"/>
            <a:ext cx="3437868" cy="2553662"/>
          </a:xfrm>
          <a:custGeom>
            <a:avLst/>
            <a:gdLst/>
            <a:ahLst/>
            <a:cxnLst/>
            <a:rect r="r" b="b" t="t" l="l"/>
            <a:pathLst>
              <a:path h="2553662" w="3437868">
                <a:moveTo>
                  <a:pt x="0" y="0"/>
                </a:moveTo>
                <a:lnTo>
                  <a:pt x="3437868" y="0"/>
                </a:lnTo>
                <a:lnTo>
                  <a:pt x="3437868" y="2553662"/>
                </a:lnTo>
                <a:lnTo>
                  <a:pt x="0" y="2553662"/>
                </a:lnTo>
                <a:lnTo>
                  <a:pt x="0" y="0"/>
                </a:lnTo>
                <a:close/>
              </a:path>
            </a:pathLst>
          </a:custGeom>
          <a:blipFill>
            <a:blip r:embed="rId15">
              <a:extLst>
                <a:ext uri="{96DAC541-7B7A-43D3-8B79-37D633B846F1}">
                  <asvg:svgBlip xmlns:asvg="http://schemas.microsoft.com/office/drawing/2016/SVG/main" r:embed="rId19"/>
                </a:ext>
              </a:extLst>
            </a:blip>
            <a:stretch>
              <a:fillRect l="0" t="0" r="0" b="0"/>
            </a:stretch>
          </a:blipFill>
        </p:spPr>
      </p:sp>
      <p:grpSp>
        <p:nvGrpSpPr>
          <p:cNvPr name="Group 21" id="21"/>
          <p:cNvGrpSpPr/>
          <p:nvPr/>
        </p:nvGrpSpPr>
        <p:grpSpPr>
          <a:xfrm rot="0">
            <a:off x="0" y="10532631"/>
            <a:ext cx="7086543" cy="165849"/>
            <a:chOff x="0" y="0"/>
            <a:chExt cx="7086536" cy="165849"/>
          </a:xfrm>
        </p:grpSpPr>
        <p:sp>
          <p:nvSpPr>
            <p:cNvPr name="Freeform 22" id="22"/>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3" id="23"/>
          <p:cNvSpPr/>
          <p:nvPr/>
        </p:nvSpPr>
        <p:spPr>
          <a:xfrm flipH="false" flipV="false" rot="0">
            <a:off x="2412435" y="611972"/>
            <a:ext cx="2737942" cy="460524"/>
          </a:xfrm>
          <a:custGeom>
            <a:avLst/>
            <a:gdLst/>
            <a:ahLst/>
            <a:cxnLst/>
            <a:rect r="r" b="b" t="t" l="l"/>
            <a:pathLst>
              <a:path h="460524" w="2737942">
                <a:moveTo>
                  <a:pt x="0" y="0"/>
                </a:moveTo>
                <a:lnTo>
                  <a:pt x="2737942" y="0"/>
                </a:lnTo>
                <a:lnTo>
                  <a:pt x="2737942" y="460524"/>
                </a:lnTo>
                <a:lnTo>
                  <a:pt x="0" y="46052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4" id="24"/>
          <p:cNvGrpSpPr/>
          <p:nvPr/>
        </p:nvGrpSpPr>
        <p:grpSpPr>
          <a:xfrm rot="0">
            <a:off x="3956209" y="1926260"/>
            <a:ext cx="3003699" cy="57169"/>
            <a:chOff x="0" y="0"/>
            <a:chExt cx="3003702" cy="57163"/>
          </a:xfrm>
        </p:grpSpPr>
        <p:sp>
          <p:nvSpPr>
            <p:cNvPr name="Freeform 25" id="25"/>
            <p:cNvSpPr/>
            <p:nvPr/>
          </p:nvSpPr>
          <p:spPr>
            <a:xfrm flipH="false" flipV="false" rot="0">
              <a:off x="0" y="0"/>
              <a:ext cx="3003682" cy="57146"/>
            </a:xfrm>
            <a:custGeom>
              <a:avLst/>
              <a:gdLst/>
              <a:ahLst/>
              <a:cxnLst/>
              <a:rect r="r" b="b" t="t" l="l"/>
              <a:pathLst>
                <a:path h="57146" w="3003682">
                  <a:moveTo>
                    <a:pt x="0" y="0"/>
                  </a:moveTo>
                  <a:lnTo>
                    <a:pt x="0" y="57146"/>
                  </a:lnTo>
                  <a:lnTo>
                    <a:pt x="3003682" y="57146"/>
                  </a:lnTo>
                  <a:lnTo>
                    <a:pt x="3003682" y="0"/>
                  </a:lnTo>
                  <a:close/>
                </a:path>
              </a:pathLst>
            </a:custGeom>
            <a:solidFill>
              <a:srgbClr val="2E7734"/>
            </a:solidFill>
          </p:spPr>
        </p:sp>
      </p:grpSp>
      <p:grpSp>
        <p:nvGrpSpPr>
          <p:cNvPr name="Group 26" id="26"/>
          <p:cNvGrpSpPr/>
          <p:nvPr/>
        </p:nvGrpSpPr>
        <p:grpSpPr>
          <a:xfrm rot="0">
            <a:off x="3991261" y="2029196"/>
            <a:ext cx="2401195" cy="1558376"/>
            <a:chOff x="0" y="0"/>
            <a:chExt cx="3201594" cy="2077834"/>
          </a:xfrm>
        </p:grpSpPr>
        <p:sp>
          <p:nvSpPr>
            <p:cNvPr name="Freeform 27" id="27"/>
            <p:cNvSpPr/>
            <p:nvPr/>
          </p:nvSpPr>
          <p:spPr>
            <a:xfrm flipH="false" flipV="true" rot="0">
              <a:off x="0" y="0"/>
              <a:ext cx="3201543" cy="2077847"/>
            </a:xfrm>
            <a:custGeom>
              <a:avLst/>
              <a:gdLst/>
              <a:ahLst/>
              <a:cxnLst/>
              <a:rect r="r" b="b" t="t" l="l"/>
              <a:pathLst>
                <a:path h="2077847" w="3201543">
                  <a:moveTo>
                    <a:pt x="0" y="2077847"/>
                  </a:moveTo>
                  <a:lnTo>
                    <a:pt x="3201543" y="2077847"/>
                  </a:lnTo>
                  <a:lnTo>
                    <a:pt x="3201543" y="0"/>
                  </a:lnTo>
                  <a:lnTo>
                    <a:pt x="0" y="0"/>
                  </a:lnTo>
                  <a:lnTo>
                    <a:pt x="0" y="2077847"/>
                  </a:lnTo>
                  <a:close/>
                </a:path>
              </a:pathLst>
            </a:custGeom>
            <a:blipFill>
              <a:blip r:embed="rId22"/>
              <a:stretch>
                <a:fillRect l="0" t="0" r="-1" b="-276"/>
              </a:stretch>
            </a:blipFill>
          </p:spPr>
        </p:sp>
      </p:grpSp>
      <p:grpSp>
        <p:nvGrpSpPr>
          <p:cNvPr name="Group 28" id="28"/>
          <p:cNvGrpSpPr/>
          <p:nvPr/>
        </p:nvGrpSpPr>
        <p:grpSpPr>
          <a:xfrm rot="0">
            <a:off x="1272607" y="2020567"/>
            <a:ext cx="1467402" cy="1657960"/>
            <a:chOff x="0" y="0"/>
            <a:chExt cx="1956537" cy="2210613"/>
          </a:xfrm>
        </p:grpSpPr>
        <p:sp>
          <p:nvSpPr>
            <p:cNvPr name="Freeform 29" id="29"/>
            <p:cNvSpPr/>
            <p:nvPr/>
          </p:nvSpPr>
          <p:spPr>
            <a:xfrm flipH="false" flipV="false" rot="0">
              <a:off x="0" y="0"/>
              <a:ext cx="1956562" cy="2210562"/>
            </a:xfrm>
            <a:custGeom>
              <a:avLst/>
              <a:gdLst/>
              <a:ahLst/>
              <a:cxnLst/>
              <a:rect r="r" b="b" t="t" l="l"/>
              <a:pathLst>
                <a:path h="2210562" w="1956562">
                  <a:moveTo>
                    <a:pt x="0" y="0"/>
                  </a:moveTo>
                  <a:lnTo>
                    <a:pt x="1956562" y="0"/>
                  </a:lnTo>
                  <a:lnTo>
                    <a:pt x="1956562" y="2210562"/>
                  </a:lnTo>
                  <a:lnTo>
                    <a:pt x="0" y="2210562"/>
                  </a:lnTo>
                  <a:lnTo>
                    <a:pt x="0" y="0"/>
                  </a:lnTo>
                  <a:close/>
                </a:path>
              </a:pathLst>
            </a:custGeom>
            <a:blipFill>
              <a:blip r:embed="rId23"/>
              <a:stretch>
                <a:fillRect l="0" t="0" r="1" b="-3"/>
              </a:stretch>
            </a:blipFill>
          </p:spPr>
        </p:sp>
      </p:grpSp>
      <p:grpSp>
        <p:nvGrpSpPr>
          <p:cNvPr name="Group 30" id="30"/>
          <p:cNvGrpSpPr/>
          <p:nvPr/>
        </p:nvGrpSpPr>
        <p:grpSpPr>
          <a:xfrm rot="0">
            <a:off x="222199" y="4722505"/>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158706" y="1831791"/>
            <a:ext cx="3150994" cy="187481"/>
            <a:chOff x="0" y="0"/>
            <a:chExt cx="3150997" cy="187477"/>
          </a:xfrm>
        </p:grpSpPr>
        <p:sp>
          <p:nvSpPr>
            <p:cNvPr name="Freeform 33" id="33"/>
            <p:cNvSpPr/>
            <p:nvPr/>
          </p:nvSpPr>
          <p:spPr>
            <a:xfrm flipH="false" flipV="false" rot="0">
              <a:off x="74041" y="64261"/>
              <a:ext cx="3003677" cy="57149"/>
            </a:xfrm>
            <a:custGeom>
              <a:avLst/>
              <a:gdLst/>
              <a:ahLst/>
              <a:cxnLst/>
              <a:rect r="r" b="b" t="t" l="l"/>
              <a:pathLst>
                <a:path h="57149" w="3003677">
                  <a:moveTo>
                    <a:pt x="0" y="0"/>
                  </a:moveTo>
                  <a:lnTo>
                    <a:pt x="0" y="57149"/>
                  </a:lnTo>
                  <a:lnTo>
                    <a:pt x="3003677" y="57149"/>
                  </a:lnTo>
                  <a:lnTo>
                    <a:pt x="3003677" y="0"/>
                  </a:lnTo>
                  <a:close/>
                </a:path>
              </a:pathLst>
            </a:custGeom>
            <a:solidFill>
              <a:srgbClr val="2E7734"/>
            </a:solidFill>
          </p:spPr>
        </p:sp>
        <p:sp>
          <p:nvSpPr>
            <p:cNvPr name="Freeform 34" id="34"/>
            <p:cNvSpPr/>
            <p:nvPr/>
          </p:nvSpPr>
          <p:spPr>
            <a:xfrm flipH="false" flipV="false" rot="0">
              <a:off x="63500" y="63499"/>
              <a:ext cx="3023997" cy="60451"/>
            </a:xfrm>
            <a:custGeom>
              <a:avLst/>
              <a:gdLst/>
              <a:ahLst/>
              <a:cxnLst/>
              <a:rect r="r" b="b" t="t" l="l"/>
              <a:pathLst>
                <a:path h="60451" w="3023997">
                  <a:moveTo>
                    <a:pt x="0" y="60451"/>
                  </a:moveTo>
                  <a:lnTo>
                    <a:pt x="3023997" y="60451"/>
                  </a:lnTo>
                  <a:lnTo>
                    <a:pt x="3023997" y="0"/>
                  </a:lnTo>
                  <a:lnTo>
                    <a:pt x="0" y="0"/>
                  </a:lnTo>
                  <a:close/>
                </a:path>
              </a:pathLst>
            </a:custGeom>
            <a:solidFill>
              <a:srgbClr val="000000">
                <a:alpha val="0"/>
              </a:srgbClr>
            </a:solidFill>
          </p:spPr>
        </p:sp>
      </p:grpSp>
      <p:grpSp>
        <p:nvGrpSpPr>
          <p:cNvPr name="Group 35" id="35"/>
          <p:cNvGrpSpPr/>
          <p:nvPr/>
        </p:nvGrpSpPr>
        <p:grpSpPr>
          <a:xfrm rot="0">
            <a:off x="355540" y="7541752"/>
            <a:ext cx="3023997" cy="60484"/>
            <a:chOff x="0" y="0"/>
            <a:chExt cx="3023997" cy="60477"/>
          </a:xfrm>
        </p:grpSpPr>
        <p:sp>
          <p:nvSpPr>
            <p:cNvPr name="Freeform 36" id="3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7" id="37"/>
          <p:cNvSpPr/>
          <p:nvPr/>
        </p:nvSpPr>
        <p:spPr>
          <a:xfrm flipH="false" flipV="false" rot="0">
            <a:off x="-63503" y="-63503"/>
            <a:ext cx="7692133" cy="1385478"/>
          </a:xfrm>
          <a:custGeom>
            <a:avLst/>
            <a:gdLst/>
            <a:ahLst/>
            <a:cxnLst/>
            <a:rect r="r" b="b" t="t" l="l"/>
            <a:pathLst>
              <a:path h="1385478" w="7692133">
                <a:moveTo>
                  <a:pt x="0" y="0"/>
                </a:moveTo>
                <a:lnTo>
                  <a:pt x="7692133" y="0"/>
                </a:lnTo>
                <a:lnTo>
                  <a:pt x="7692133" y="1385478"/>
                </a:lnTo>
                <a:lnTo>
                  <a:pt x="0" y="1385478"/>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38" id="38"/>
          <p:cNvGrpSpPr/>
          <p:nvPr/>
        </p:nvGrpSpPr>
        <p:grpSpPr>
          <a:xfrm rot="0">
            <a:off x="3944236" y="1925536"/>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3944236" y="4722505"/>
            <a:ext cx="3023997" cy="60484"/>
            <a:chOff x="0" y="0"/>
            <a:chExt cx="3023997" cy="60477"/>
          </a:xfrm>
        </p:grpSpPr>
        <p:sp>
          <p:nvSpPr>
            <p:cNvPr name="Freeform 41" id="4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2" id="42"/>
          <p:cNvGrpSpPr/>
          <p:nvPr/>
        </p:nvGrpSpPr>
        <p:grpSpPr>
          <a:xfrm rot="0">
            <a:off x="-63503" y="6966518"/>
            <a:ext cx="7689847" cy="3793560"/>
            <a:chOff x="0" y="0"/>
            <a:chExt cx="7689850" cy="3793553"/>
          </a:xfrm>
        </p:grpSpPr>
        <p:sp>
          <p:nvSpPr>
            <p:cNvPr name="Freeform 43" id="43"/>
            <p:cNvSpPr/>
            <p:nvPr/>
          </p:nvSpPr>
          <p:spPr>
            <a:xfrm flipH="false" flipV="false" rot="0">
              <a:off x="4017264" y="63500"/>
              <a:ext cx="3436620" cy="2637024"/>
            </a:xfrm>
            <a:custGeom>
              <a:avLst/>
              <a:gdLst/>
              <a:ahLst/>
              <a:cxnLst/>
              <a:rect r="r" b="b" t="t" l="l"/>
              <a:pathLst>
                <a:path h="2637024" w="3436620">
                  <a:moveTo>
                    <a:pt x="0" y="2637024"/>
                  </a:moveTo>
                  <a:lnTo>
                    <a:pt x="3436621" y="2637024"/>
                  </a:lnTo>
                  <a:lnTo>
                    <a:pt x="3436621" y="0"/>
                  </a:lnTo>
                  <a:lnTo>
                    <a:pt x="0" y="0"/>
                  </a:lnTo>
                  <a:close/>
                </a:path>
              </a:pathLst>
            </a:custGeom>
            <a:solidFill>
              <a:srgbClr val="000000">
                <a:alpha val="0"/>
              </a:srgbClr>
            </a:solidFill>
          </p:spPr>
        </p:sp>
        <p:sp>
          <p:nvSpPr>
            <p:cNvPr name="Freeform 44" id="44"/>
            <p:cNvSpPr/>
            <p:nvPr/>
          </p:nvSpPr>
          <p:spPr>
            <a:xfrm flipH="false" flipV="false" rot="0">
              <a:off x="4017264" y="577214"/>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45" id="45"/>
            <p:cNvSpPr/>
            <p:nvPr/>
          </p:nvSpPr>
          <p:spPr>
            <a:xfrm flipH="false" flipV="false" rot="0">
              <a:off x="6433566" y="2581906"/>
              <a:ext cx="1192784" cy="1148205"/>
            </a:xfrm>
            <a:custGeom>
              <a:avLst/>
              <a:gdLst/>
              <a:ahLst/>
              <a:cxnLst/>
              <a:rect r="r" b="b" t="t" l="l"/>
              <a:pathLst>
                <a:path h="1148205" w="1192784">
                  <a:moveTo>
                    <a:pt x="0" y="0"/>
                  </a:moveTo>
                  <a:lnTo>
                    <a:pt x="0" y="1148206"/>
                  </a:lnTo>
                  <a:lnTo>
                    <a:pt x="1192784" y="1148206"/>
                  </a:lnTo>
                  <a:lnTo>
                    <a:pt x="1192784" y="0"/>
                  </a:lnTo>
                  <a:close/>
                </a:path>
              </a:pathLst>
            </a:custGeom>
            <a:solidFill>
              <a:srgbClr val="000000">
                <a:alpha val="0"/>
              </a:srgbClr>
            </a:solidFill>
          </p:spPr>
        </p:sp>
        <p:sp>
          <p:nvSpPr>
            <p:cNvPr name="Freeform 46" id="46"/>
            <p:cNvSpPr/>
            <p:nvPr/>
          </p:nvSpPr>
          <p:spPr>
            <a:xfrm flipH="false" flipV="false" rot="0">
              <a:off x="63500" y="3562091"/>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7" id="47"/>
          <p:cNvSpPr txBox="true"/>
          <p:nvPr/>
        </p:nvSpPr>
        <p:spPr>
          <a:xfrm rot="0">
            <a:off x="1324032" y="6398600"/>
            <a:ext cx="125881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a:t>
            </a:r>
          </a:p>
        </p:txBody>
      </p:sp>
      <p:sp>
        <p:nvSpPr>
          <p:cNvPr name="TextBox 48" id="48"/>
          <p:cNvSpPr txBox="true"/>
          <p:nvPr/>
        </p:nvSpPr>
        <p:spPr>
          <a:xfrm rot="0">
            <a:off x="1107253" y="9197912"/>
            <a:ext cx="170118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316 </a:t>
            </a:r>
          </a:p>
        </p:txBody>
      </p:sp>
      <p:sp>
        <p:nvSpPr>
          <p:cNvPr name="TextBox 49" id="49"/>
          <p:cNvSpPr txBox="true"/>
          <p:nvPr/>
        </p:nvSpPr>
        <p:spPr>
          <a:xfrm rot="0">
            <a:off x="940718" y="3640198"/>
            <a:ext cx="202906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 </a:t>
            </a:r>
          </a:p>
        </p:txBody>
      </p:sp>
      <p:sp>
        <p:nvSpPr>
          <p:cNvPr name="TextBox 50" id="50"/>
          <p:cNvSpPr txBox="true"/>
          <p:nvPr/>
        </p:nvSpPr>
        <p:spPr>
          <a:xfrm rot="0">
            <a:off x="5047459" y="6393294"/>
            <a:ext cx="125881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a:t>
            </a:r>
          </a:p>
        </p:txBody>
      </p:sp>
      <p:sp>
        <p:nvSpPr>
          <p:cNvPr name="TextBox 51" id="51"/>
          <p:cNvSpPr txBox="true"/>
          <p:nvPr/>
        </p:nvSpPr>
        <p:spPr>
          <a:xfrm rot="0">
            <a:off x="4679490" y="3627158"/>
            <a:ext cx="202906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 </a:t>
            </a:r>
          </a:p>
        </p:txBody>
      </p:sp>
      <p:sp>
        <p:nvSpPr>
          <p:cNvPr name="TextBox 52" id="52"/>
          <p:cNvSpPr txBox="true"/>
          <p:nvPr/>
        </p:nvSpPr>
        <p:spPr>
          <a:xfrm rot="0">
            <a:off x="2797893" y="722719"/>
            <a:ext cx="2006232"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RIGGING HARDWARE</a:t>
            </a:r>
          </a:p>
        </p:txBody>
      </p:sp>
      <p:sp>
        <p:nvSpPr>
          <p:cNvPr name="TextBox 53" id="53"/>
          <p:cNvSpPr txBox="true"/>
          <p:nvPr/>
        </p:nvSpPr>
        <p:spPr>
          <a:xfrm rot="0">
            <a:off x="1261100" y="1607058"/>
            <a:ext cx="138737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WIRE ROPE</a:t>
            </a:r>
          </a:p>
        </p:txBody>
      </p:sp>
      <p:sp>
        <p:nvSpPr>
          <p:cNvPr name="TextBox 54" id="54"/>
          <p:cNvSpPr txBox="true"/>
          <p:nvPr/>
        </p:nvSpPr>
        <p:spPr>
          <a:xfrm rot="0">
            <a:off x="1283265" y="7122557"/>
            <a:ext cx="147934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LINK CHAIN</a:t>
            </a:r>
          </a:p>
        </p:txBody>
      </p:sp>
      <p:sp>
        <p:nvSpPr>
          <p:cNvPr name="TextBox 55" id="55"/>
          <p:cNvSpPr txBox="true"/>
          <p:nvPr/>
        </p:nvSpPr>
        <p:spPr>
          <a:xfrm rot="0">
            <a:off x="1120283" y="4314253"/>
            <a:ext cx="1811998"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BINDING WIRE</a:t>
            </a:r>
          </a:p>
        </p:txBody>
      </p:sp>
      <p:sp>
        <p:nvSpPr>
          <p:cNvPr name="TextBox 56" id="56"/>
          <p:cNvSpPr txBox="true"/>
          <p:nvPr/>
        </p:nvSpPr>
        <p:spPr>
          <a:xfrm rot="0">
            <a:off x="4931321" y="4326265"/>
            <a:ext cx="143971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WIRE MESH</a:t>
            </a:r>
          </a:p>
        </p:txBody>
      </p:sp>
      <p:sp>
        <p:nvSpPr>
          <p:cNvPr name="TextBox 57" id="57"/>
          <p:cNvSpPr txBox="true"/>
          <p:nvPr/>
        </p:nvSpPr>
        <p:spPr>
          <a:xfrm rot="0">
            <a:off x="4661344" y="1567272"/>
            <a:ext cx="199049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PVC WIRE ROPE</a:t>
            </a:r>
          </a:p>
        </p:txBody>
      </p:sp>
      <p:sp>
        <p:nvSpPr>
          <p:cNvPr name="TextBox 58" id="58"/>
          <p:cNvSpPr txBox="true"/>
          <p:nvPr/>
        </p:nvSpPr>
        <p:spPr>
          <a:xfrm rot="0">
            <a:off x="7102697" y="10145220"/>
            <a:ext cx="36816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21</a:t>
            </a:r>
          </a:p>
        </p:txBody>
      </p:sp>
      <p:sp>
        <p:nvSpPr>
          <p:cNvPr name="TextBox 59" id="59"/>
          <p:cNvSpPr txBox="true"/>
          <p:nvPr/>
        </p:nvSpPr>
        <p:spPr>
          <a:xfrm rot="0">
            <a:off x="4223823" y="7149465"/>
            <a:ext cx="288314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GI CHAIN (30 MTR BAG)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58848"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8848"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8848"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734855" y="495110"/>
            <a:ext cx="4213441" cy="657711"/>
          </a:xfrm>
          <a:custGeom>
            <a:avLst/>
            <a:gdLst/>
            <a:ahLst/>
            <a:cxnLst/>
            <a:rect r="r" b="b" t="t" l="l"/>
            <a:pathLst>
              <a:path h="657711" w="4213441">
                <a:moveTo>
                  <a:pt x="0" y="0"/>
                </a:moveTo>
                <a:lnTo>
                  <a:pt x="4213441" y="0"/>
                </a:lnTo>
                <a:lnTo>
                  <a:pt x="4213441" y="657710"/>
                </a:lnTo>
                <a:lnTo>
                  <a:pt x="0" y="6577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0">
            <a:off x="6629400" y="9552422"/>
            <a:ext cx="935736" cy="1146058"/>
            <a:chOff x="0" y="0"/>
            <a:chExt cx="935736" cy="1146061"/>
          </a:xfrm>
        </p:grpSpPr>
        <p:sp>
          <p:nvSpPr>
            <p:cNvPr name="Freeform 12" id="12"/>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3" id="13"/>
          <p:cNvGrpSpPr/>
          <p:nvPr/>
        </p:nvGrpSpPr>
        <p:grpSpPr>
          <a:xfrm rot="0">
            <a:off x="4769568" y="1856889"/>
            <a:ext cx="1715148" cy="1657979"/>
            <a:chOff x="0" y="0"/>
            <a:chExt cx="2286864" cy="2210638"/>
          </a:xfrm>
        </p:grpSpPr>
        <p:sp>
          <p:nvSpPr>
            <p:cNvPr name="Freeform 14" id="14"/>
            <p:cNvSpPr/>
            <p:nvPr/>
          </p:nvSpPr>
          <p:spPr>
            <a:xfrm flipH="false" flipV="false" rot="0">
              <a:off x="0" y="0"/>
              <a:ext cx="2286889" cy="2210689"/>
            </a:xfrm>
            <a:custGeom>
              <a:avLst/>
              <a:gdLst/>
              <a:ahLst/>
              <a:cxnLst/>
              <a:rect r="r" b="b" t="t" l="l"/>
              <a:pathLst>
                <a:path h="2210689" w="2286889">
                  <a:moveTo>
                    <a:pt x="0" y="0"/>
                  </a:moveTo>
                  <a:lnTo>
                    <a:pt x="2286889" y="0"/>
                  </a:lnTo>
                  <a:lnTo>
                    <a:pt x="2286889" y="2210689"/>
                  </a:lnTo>
                  <a:lnTo>
                    <a:pt x="0" y="2210689"/>
                  </a:lnTo>
                  <a:lnTo>
                    <a:pt x="0" y="0"/>
                  </a:lnTo>
                  <a:close/>
                </a:path>
              </a:pathLst>
            </a:custGeom>
            <a:blipFill>
              <a:blip r:embed="rId15"/>
              <a:stretch>
                <a:fillRect l="-9" t="-241" r="-332" b="-60"/>
              </a:stretch>
            </a:blipFill>
          </p:spPr>
        </p:sp>
      </p:grpSp>
      <p:grpSp>
        <p:nvGrpSpPr>
          <p:cNvPr name="Group 15" id="15"/>
          <p:cNvGrpSpPr/>
          <p:nvPr/>
        </p:nvGrpSpPr>
        <p:grpSpPr>
          <a:xfrm rot="0">
            <a:off x="1167641" y="1866995"/>
            <a:ext cx="1543631" cy="1638919"/>
            <a:chOff x="0" y="0"/>
            <a:chExt cx="2058175" cy="2185226"/>
          </a:xfrm>
        </p:grpSpPr>
        <p:sp>
          <p:nvSpPr>
            <p:cNvPr name="Freeform 16" id="16"/>
            <p:cNvSpPr/>
            <p:nvPr/>
          </p:nvSpPr>
          <p:spPr>
            <a:xfrm flipH="false" flipV="false" rot="0">
              <a:off x="0" y="0"/>
              <a:ext cx="2058162" cy="2185162"/>
            </a:xfrm>
            <a:custGeom>
              <a:avLst/>
              <a:gdLst/>
              <a:ahLst/>
              <a:cxnLst/>
              <a:rect r="r" b="b" t="t" l="l"/>
              <a:pathLst>
                <a:path h="2185162" w="2058162">
                  <a:moveTo>
                    <a:pt x="0" y="0"/>
                  </a:moveTo>
                  <a:lnTo>
                    <a:pt x="2058162" y="0"/>
                  </a:lnTo>
                  <a:lnTo>
                    <a:pt x="2058162" y="2185162"/>
                  </a:lnTo>
                  <a:lnTo>
                    <a:pt x="0" y="2185162"/>
                  </a:lnTo>
                  <a:lnTo>
                    <a:pt x="0" y="0"/>
                  </a:lnTo>
                  <a:close/>
                </a:path>
              </a:pathLst>
            </a:custGeom>
            <a:blipFill>
              <a:blip r:embed="rId16"/>
              <a:stretch>
                <a:fillRect l="0" t="-12543" r="0" b="-13041"/>
              </a:stretch>
            </a:blipFill>
          </p:spPr>
        </p:sp>
      </p:grpSp>
      <p:grpSp>
        <p:nvGrpSpPr>
          <p:cNvPr name="Group 17" id="17"/>
          <p:cNvGrpSpPr/>
          <p:nvPr/>
        </p:nvGrpSpPr>
        <p:grpSpPr>
          <a:xfrm rot="0">
            <a:off x="1229554" y="7438949"/>
            <a:ext cx="1486462" cy="1743732"/>
            <a:chOff x="0" y="0"/>
            <a:chExt cx="1981949" cy="2324976"/>
          </a:xfrm>
        </p:grpSpPr>
        <p:sp>
          <p:nvSpPr>
            <p:cNvPr name="Freeform 18" id="18"/>
            <p:cNvSpPr/>
            <p:nvPr/>
          </p:nvSpPr>
          <p:spPr>
            <a:xfrm flipH="false" flipV="false" rot="0">
              <a:off x="0" y="0"/>
              <a:ext cx="1981962" cy="2324989"/>
            </a:xfrm>
            <a:custGeom>
              <a:avLst/>
              <a:gdLst/>
              <a:ahLst/>
              <a:cxnLst/>
              <a:rect r="r" b="b" t="t" l="l"/>
              <a:pathLst>
                <a:path h="2324989" w="1981962">
                  <a:moveTo>
                    <a:pt x="0" y="0"/>
                  </a:moveTo>
                  <a:lnTo>
                    <a:pt x="1981962" y="0"/>
                  </a:lnTo>
                  <a:lnTo>
                    <a:pt x="1981962" y="2324989"/>
                  </a:lnTo>
                  <a:lnTo>
                    <a:pt x="0" y="2324989"/>
                  </a:lnTo>
                  <a:lnTo>
                    <a:pt x="0" y="0"/>
                  </a:lnTo>
                  <a:close/>
                </a:path>
              </a:pathLst>
            </a:custGeom>
            <a:blipFill>
              <a:blip r:embed="rId17"/>
              <a:stretch>
                <a:fillRect l="-14587" t="-5163" r="-9129" b="-300"/>
              </a:stretch>
            </a:blipFill>
          </p:spPr>
        </p:sp>
      </p:grpSp>
      <p:grpSp>
        <p:nvGrpSpPr>
          <p:cNvPr name="Group 19" id="19"/>
          <p:cNvGrpSpPr/>
          <p:nvPr/>
        </p:nvGrpSpPr>
        <p:grpSpPr>
          <a:xfrm rot="0">
            <a:off x="4646190" y="4632931"/>
            <a:ext cx="2010537" cy="1657979"/>
            <a:chOff x="0" y="0"/>
            <a:chExt cx="2680716" cy="2210638"/>
          </a:xfrm>
        </p:grpSpPr>
        <p:sp>
          <p:nvSpPr>
            <p:cNvPr name="Freeform 20" id="20"/>
            <p:cNvSpPr/>
            <p:nvPr/>
          </p:nvSpPr>
          <p:spPr>
            <a:xfrm flipH="false" flipV="false" rot="0">
              <a:off x="0" y="0"/>
              <a:ext cx="2680716" cy="2210689"/>
            </a:xfrm>
            <a:custGeom>
              <a:avLst/>
              <a:gdLst/>
              <a:ahLst/>
              <a:cxnLst/>
              <a:rect r="r" b="b" t="t" l="l"/>
              <a:pathLst>
                <a:path h="2210689" w="2680716">
                  <a:moveTo>
                    <a:pt x="0" y="0"/>
                  </a:moveTo>
                  <a:lnTo>
                    <a:pt x="2680716" y="0"/>
                  </a:lnTo>
                  <a:lnTo>
                    <a:pt x="2680716" y="2210689"/>
                  </a:lnTo>
                  <a:lnTo>
                    <a:pt x="0" y="2210689"/>
                  </a:lnTo>
                  <a:lnTo>
                    <a:pt x="0" y="0"/>
                  </a:lnTo>
                  <a:close/>
                </a:path>
              </a:pathLst>
            </a:custGeom>
            <a:blipFill>
              <a:blip r:embed="rId18"/>
              <a:stretch>
                <a:fillRect l="0" t="-129" r="0" b="-22"/>
              </a:stretch>
            </a:blipFill>
          </p:spPr>
        </p:sp>
      </p:grpSp>
      <p:grpSp>
        <p:nvGrpSpPr>
          <p:cNvPr name="Group 21" id="21"/>
          <p:cNvGrpSpPr/>
          <p:nvPr/>
        </p:nvGrpSpPr>
        <p:grpSpPr>
          <a:xfrm rot="0">
            <a:off x="1090622" y="4651219"/>
            <a:ext cx="1705623" cy="1619831"/>
            <a:chOff x="0" y="0"/>
            <a:chExt cx="2274164" cy="2159775"/>
          </a:xfrm>
        </p:grpSpPr>
        <p:sp>
          <p:nvSpPr>
            <p:cNvPr name="Freeform 22" id="22"/>
            <p:cNvSpPr/>
            <p:nvPr/>
          </p:nvSpPr>
          <p:spPr>
            <a:xfrm flipH="false" flipV="false" rot="0">
              <a:off x="0" y="0"/>
              <a:ext cx="2274189" cy="2159762"/>
            </a:xfrm>
            <a:custGeom>
              <a:avLst/>
              <a:gdLst/>
              <a:ahLst/>
              <a:cxnLst/>
              <a:rect r="r" b="b" t="t" l="l"/>
              <a:pathLst>
                <a:path h="2159762" w="2274189">
                  <a:moveTo>
                    <a:pt x="0" y="0"/>
                  </a:moveTo>
                  <a:lnTo>
                    <a:pt x="2274189" y="0"/>
                  </a:lnTo>
                  <a:lnTo>
                    <a:pt x="2274189" y="2159762"/>
                  </a:lnTo>
                  <a:lnTo>
                    <a:pt x="0" y="2159762"/>
                  </a:lnTo>
                  <a:lnTo>
                    <a:pt x="0" y="0"/>
                  </a:lnTo>
                  <a:close/>
                </a:path>
              </a:pathLst>
            </a:custGeom>
            <a:blipFill>
              <a:blip r:embed="rId19"/>
              <a:stretch>
                <a:fillRect l="0" t="0" r="1" b="-2"/>
              </a:stretch>
            </a:blipFill>
          </p:spPr>
        </p:sp>
      </p:grpSp>
      <p:sp>
        <p:nvSpPr>
          <p:cNvPr name="Freeform 23" id="23"/>
          <p:cNvSpPr/>
          <p:nvPr/>
        </p:nvSpPr>
        <p:spPr>
          <a:xfrm flipH="false" flipV="false" rot="0">
            <a:off x="3906260" y="6886289"/>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4" id="24"/>
          <p:cNvGrpSpPr/>
          <p:nvPr/>
        </p:nvGrpSpPr>
        <p:grpSpPr>
          <a:xfrm rot="0">
            <a:off x="4280002" y="7429443"/>
            <a:ext cx="2744229" cy="1619860"/>
            <a:chOff x="0" y="0"/>
            <a:chExt cx="3658972" cy="2159813"/>
          </a:xfrm>
        </p:grpSpPr>
        <p:sp>
          <p:nvSpPr>
            <p:cNvPr name="Freeform 25" id="25"/>
            <p:cNvSpPr/>
            <p:nvPr/>
          </p:nvSpPr>
          <p:spPr>
            <a:xfrm flipH="false" flipV="false" rot="0">
              <a:off x="0" y="0"/>
              <a:ext cx="3658997" cy="2159762"/>
            </a:xfrm>
            <a:custGeom>
              <a:avLst/>
              <a:gdLst/>
              <a:ahLst/>
              <a:cxnLst/>
              <a:rect r="r" b="b" t="t" l="l"/>
              <a:pathLst>
                <a:path h="2159762" w="3658997">
                  <a:moveTo>
                    <a:pt x="0" y="0"/>
                  </a:moveTo>
                  <a:lnTo>
                    <a:pt x="3658997" y="0"/>
                  </a:lnTo>
                  <a:lnTo>
                    <a:pt x="3658997" y="2159762"/>
                  </a:lnTo>
                  <a:lnTo>
                    <a:pt x="0" y="2159762"/>
                  </a:lnTo>
                  <a:lnTo>
                    <a:pt x="0" y="0"/>
                  </a:lnTo>
                  <a:close/>
                </a:path>
              </a:pathLst>
            </a:custGeom>
            <a:blipFill>
              <a:blip r:embed="rId22"/>
              <a:stretch>
                <a:fillRect l="-191" t="0" r="-251" b="-316"/>
              </a:stretch>
            </a:blipFill>
          </p:spPr>
        </p:sp>
      </p:grpSp>
      <p:grpSp>
        <p:nvGrpSpPr>
          <p:cNvPr name="Group 26" id="26"/>
          <p:cNvGrpSpPr/>
          <p:nvPr/>
        </p:nvGrpSpPr>
        <p:grpSpPr>
          <a:xfrm rot="0">
            <a:off x="0" y="0"/>
            <a:ext cx="7565136" cy="105527"/>
            <a:chOff x="0" y="0"/>
            <a:chExt cx="7565136" cy="105524"/>
          </a:xfrm>
        </p:grpSpPr>
        <p:sp>
          <p:nvSpPr>
            <p:cNvPr name="Freeform 27" id="27"/>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28" id="28"/>
          <p:cNvGrpSpPr/>
          <p:nvPr/>
        </p:nvGrpSpPr>
        <p:grpSpPr>
          <a:xfrm rot="0">
            <a:off x="0" y="10532631"/>
            <a:ext cx="7086543" cy="165849"/>
            <a:chOff x="0" y="0"/>
            <a:chExt cx="7086536" cy="165849"/>
          </a:xfrm>
        </p:grpSpPr>
        <p:sp>
          <p:nvSpPr>
            <p:cNvPr name="Freeform 29" id="29"/>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grpSp>
        <p:nvGrpSpPr>
          <p:cNvPr name="Group 30" id="30"/>
          <p:cNvGrpSpPr/>
          <p:nvPr/>
        </p:nvGrpSpPr>
        <p:grpSpPr>
          <a:xfrm rot="0">
            <a:off x="3916680" y="7357034"/>
            <a:ext cx="3003699" cy="57160"/>
            <a:chOff x="0" y="0"/>
            <a:chExt cx="3003702" cy="57163"/>
          </a:xfrm>
        </p:grpSpPr>
        <p:sp>
          <p:nvSpPr>
            <p:cNvPr name="Freeform 31" id="31"/>
            <p:cNvSpPr/>
            <p:nvPr/>
          </p:nvSpPr>
          <p:spPr>
            <a:xfrm flipH="false" flipV="false" rot="0">
              <a:off x="0" y="0"/>
              <a:ext cx="3003682" cy="57153"/>
            </a:xfrm>
            <a:custGeom>
              <a:avLst/>
              <a:gdLst/>
              <a:ahLst/>
              <a:cxnLst/>
              <a:rect r="r" b="b" t="t" l="l"/>
              <a:pathLst>
                <a:path h="57153" w="3003682">
                  <a:moveTo>
                    <a:pt x="0" y="0"/>
                  </a:moveTo>
                  <a:lnTo>
                    <a:pt x="0" y="57153"/>
                  </a:lnTo>
                  <a:lnTo>
                    <a:pt x="3003682" y="57153"/>
                  </a:lnTo>
                  <a:lnTo>
                    <a:pt x="3003682" y="0"/>
                  </a:lnTo>
                  <a:close/>
                </a:path>
              </a:pathLst>
            </a:custGeom>
            <a:solidFill>
              <a:srgbClr val="2E7734"/>
            </a:solidFill>
          </p:spPr>
        </p:sp>
      </p:grpSp>
      <p:grpSp>
        <p:nvGrpSpPr>
          <p:cNvPr name="Group 32" id="32"/>
          <p:cNvGrpSpPr/>
          <p:nvPr/>
        </p:nvGrpSpPr>
        <p:grpSpPr>
          <a:xfrm rot="0">
            <a:off x="11182" y="105527"/>
            <a:ext cx="1019556" cy="924268"/>
            <a:chOff x="0" y="0"/>
            <a:chExt cx="1359408" cy="1232357"/>
          </a:xfrm>
        </p:grpSpPr>
        <p:sp>
          <p:nvSpPr>
            <p:cNvPr name="Freeform 33" id="33"/>
            <p:cNvSpPr/>
            <p:nvPr/>
          </p:nvSpPr>
          <p:spPr>
            <a:xfrm flipH="false" flipV="false" rot="0">
              <a:off x="0" y="0"/>
              <a:ext cx="1359408" cy="1232408"/>
            </a:xfrm>
            <a:custGeom>
              <a:avLst/>
              <a:gdLst/>
              <a:ahLst/>
              <a:cxnLst/>
              <a:rect r="r" b="b" t="t" l="l"/>
              <a:pathLst>
                <a:path h="1232408" w="1359408">
                  <a:moveTo>
                    <a:pt x="0" y="0"/>
                  </a:moveTo>
                  <a:lnTo>
                    <a:pt x="1359408" y="0"/>
                  </a:lnTo>
                  <a:lnTo>
                    <a:pt x="1359408" y="1232408"/>
                  </a:lnTo>
                  <a:lnTo>
                    <a:pt x="0" y="1232408"/>
                  </a:lnTo>
                  <a:lnTo>
                    <a:pt x="0" y="0"/>
                  </a:lnTo>
                  <a:close/>
                </a:path>
              </a:pathLst>
            </a:custGeom>
            <a:blipFill>
              <a:blip r:embed="rId23"/>
              <a:stretch>
                <a:fillRect l="0" t="0" r="0" b="4"/>
              </a:stretch>
            </a:blipFill>
          </p:spPr>
        </p:sp>
      </p:grpSp>
      <p:grpSp>
        <p:nvGrpSpPr>
          <p:cNvPr name="Group 34" id="34"/>
          <p:cNvGrpSpPr/>
          <p:nvPr/>
        </p:nvGrpSpPr>
        <p:grpSpPr>
          <a:xfrm rot="0">
            <a:off x="222199" y="1759706"/>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222199" y="4532605"/>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222199" y="7356777"/>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0" y="0"/>
            <a:ext cx="7562850" cy="105489"/>
            <a:chOff x="0" y="0"/>
            <a:chExt cx="7562850" cy="105486"/>
          </a:xfrm>
        </p:grpSpPr>
        <p:sp>
          <p:nvSpPr>
            <p:cNvPr name="Freeform 41" id="41"/>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42" id="42"/>
          <p:cNvGrpSpPr/>
          <p:nvPr/>
        </p:nvGrpSpPr>
        <p:grpSpPr>
          <a:xfrm rot="0">
            <a:off x="3904717" y="7354233"/>
            <a:ext cx="3023997" cy="60484"/>
            <a:chOff x="0" y="0"/>
            <a:chExt cx="3023997" cy="60477"/>
          </a:xfrm>
        </p:grpSpPr>
        <p:sp>
          <p:nvSpPr>
            <p:cNvPr name="Freeform 43" id="4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4" id="44"/>
          <p:cNvGrpSpPr/>
          <p:nvPr/>
        </p:nvGrpSpPr>
        <p:grpSpPr>
          <a:xfrm rot="0">
            <a:off x="3928043" y="1759706"/>
            <a:ext cx="3023997" cy="60484"/>
            <a:chOff x="0" y="0"/>
            <a:chExt cx="3023997" cy="60477"/>
          </a:xfrm>
        </p:grpSpPr>
        <p:sp>
          <p:nvSpPr>
            <p:cNvPr name="Freeform 45" id="4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6" id="46"/>
          <p:cNvGrpSpPr/>
          <p:nvPr/>
        </p:nvGrpSpPr>
        <p:grpSpPr>
          <a:xfrm rot="0">
            <a:off x="3928043" y="4532605"/>
            <a:ext cx="3023997" cy="60484"/>
            <a:chOff x="0" y="0"/>
            <a:chExt cx="3023997" cy="60477"/>
          </a:xfrm>
        </p:grpSpPr>
        <p:sp>
          <p:nvSpPr>
            <p:cNvPr name="Freeform 47" id="4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8" id="48"/>
          <p:cNvGrpSpPr/>
          <p:nvPr/>
        </p:nvGrpSpPr>
        <p:grpSpPr>
          <a:xfrm rot="0">
            <a:off x="-63503" y="9484871"/>
            <a:ext cx="7689847" cy="1275207"/>
            <a:chOff x="0" y="0"/>
            <a:chExt cx="7689850" cy="1275207"/>
          </a:xfrm>
        </p:grpSpPr>
        <p:sp>
          <p:nvSpPr>
            <p:cNvPr name="Freeform 49" id="49"/>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50" id="50"/>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1" id="51"/>
          <p:cNvSpPr txBox="true"/>
          <p:nvPr/>
        </p:nvSpPr>
        <p:spPr>
          <a:xfrm rot="0">
            <a:off x="1903838" y="656272"/>
            <a:ext cx="3952723"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LIFTING MARINE HARDWARE</a:t>
            </a:r>
          </a:p>
        </p:txBody>
      </p:sp>
      <p:sp>
        <p:nvSpPr>
          <p:cNvPr name="TextBox 52" id="52"/>
          <p:cNvSpPr txBox="true"/>
          <p:nvPr/>
        </p:nvSpPr>
        <p:spPr>
          <a:xfrm rot="0">
            <a:off x="503377" y="3480787"/>
            <a:ext cx="293308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Hot-Dip Galvanized</a:t>
            </a:r>
          </a:p>
        </p:txBody>
      </p:sp>
      <p:sp>
        <p:nvSpPr>
          <p:cNvPr name="TextBox 53" id="53"/>
          <p:cNvSpPr txBox="true"/>
          <p:nvPr/>
        </p:nvSpPr>
        <p:spPr>
          <a:xfrm rot="0">
            <a:off x="503377" y="6271289"/>
            <a:ext cx="293308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Hot-Dip Galvanized</a:t>
            </a:r>
          </a:p>
        </p:txBody>
      </p:sp>
      <p:sp>
        <p:nvSpPr>
          <p:cNvPr name="TextBox 54" id="54"/>
          <p:cNvSpPr txBox="true"/>
          <p:nvPr/>
        </p:nvSpPr>
        <p:spPr>
          <a:xfrm rot="0">
            <a:off x="503377" y="9061818"/>
            <a:ext cx="293308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Hot-Dip Galvanized</a:t>
            </a:r>
          </a:p>
        </p:txBody>
      </p:sp>
      <p:sp>
        <p:nvSpPr>
          <p:cNvPr name="TextBox 55" id="55"/>
          <p:cNvSpPr txBox="true"/>
          <p:nvPr/>
        </p:nvSpPr>
        <p:spPr>
          <a:xfrm rot="0">
            <a:off x="5096666" y="9061818"/>
            <a:ext cx="107779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t>
            </a:r>
          </a:p>
        </p:txBody>
      </p:sp>
      <p:sp>
        <p:nvSpPr>
          <p:cNvPr name="TextBox 56" id="56"/>
          <p:cNvSpPr txBox="true"/>
          <p:nvPr/>
        </p:nvSpPr>
        <p:spPr>
          <a:xfrm rot="0">
            <a:off x="4181742" y="3480787"/>
            <a:ext cx="299186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Hot-Dip Galvanized </a:t>
            </a:r>
          </a:p>
        </p:txBody>
      </p:sp>
      <p:sp>
        <p:nvSpPr>
          <p:cNvPr name="TextBox 57" id="57"/>
          <p:cNvSpPr txBox="true"/>
          <p:nvPr/>
        </p:nvSpPr>
        <p:spPr>
          <a:xfrm rot="0">
            <a:off x="4210631" y="6271289"/>
            <a:ext cx="293308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Hot-Dip Galvanized</a:t>
            </a:r>
          </a:p>
        </p:txBody>
      </p:sp>
      <p:sp>
        <p:nvSpPr>
          <p:cNvPr name="TextBox 58" id="58"/>
          <p:cNvSpPr txBox="true"/>
          <p:nvPr/>
        </p:nvSpPr>
        <p:spPr>
          <a:xfrm rot="0">
            <a:off x="7065416" y="10145220"/>
            <a:ext cx="44397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22</a:t>
            </a:r>
          </a:p>
        </p:txBody>
      </p:sp>
      <p:sp>
        <p:nvSpPr>
          <p:cNvPr name="TextBox 59" id="59"/>
          <p:cNvSpPr txBox="true"/>
          <p:nvPr/>
        </p:nvSpPr>
        <p:spPr>
          <a:xfrm rot="0">
            <a:off x="519703" y="1370467"/>
            <a:ext cx="2900058"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 D SHACKLE - SCREW PIN </a:t>
            </a:r>
          </a:p>
        </p:txBody>
      </p:sp>
      <p:sp>
        <p:nvSpPr>
          <p:cNvPr name="TextBox 60" id="60"/>
          <p:cNvSpPr txBox="true"/>
          <p:nvPr/>
        </p:nvSpPr>
        <p:spPr>
          <a:xfrm rot="0">
            <a:off x="4064413" y="1429722"/>
            <a:ext cx="3213849"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BOW SHACKLE - SCREW PIN</a:t>
            </a:r>
          </a:p>
        </p:txBody>
      </p:sp>
      <p:sp>
        <p:nvSpPr>
          <p:cNvPr name="TextBox 61" id="61"/>
          <p:cNvSpPr txBox="true"/>
          <p:nvPr/>
        </p:nvSpPr>
        <p:spPr>
          <a:xfrm rot="0">
            <a:off x="991133" y="6983178"/>
            <a:ext cx="200138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WIRE ROPE CLIP</a:t>
            </a:r>
          </a:p>
        </p:txBody>
      </p:sp>
      <p:sp>
        <p:nvSpPr>
          <p:cNvPr name="TextBox 62" id="62"/>
          <p:cNvSpPr txBox="true"/>
          <p:nvPr/>
        </p:nvSpPr>
        <p:spPr>
          <a:xfrm rot="0">
            <a:off x="4481532" y="6999694"/>
            <a:ext cx="233273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CARGO LATCH KIT</a:t>
            </a:r>
          </a:p>
        </p:txBody>
      </p:sp>
      <p:sp>
        <p:nvSpPr>
          <p:cNvPr name="TextBox 63" id="63"/>
          <p:cNvSpPr txBox="true"/>
          <p:nvPr/>
        </p:nvSpPr>
        <p:spPr>
          <a:xfrm rot="0">
            <a:off x="534705" y="4203878"/>
            <a:ext cx="286910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D SHACKLE - BOLT TYPE</a:t>
            </a:r>
          </a:p>
        </p:txBody>
      </p:sp>
      <p:sp>
        <p:nvSpPr>
          <p:cNvPr name="TextBox 64" id="64"/>
          <p:cNvSpPr txBox="true"/>
          <p:nvPr/>
        </p:nvSpPr>
        <p:spPr>
          <a:xfrm rot="0">
            <a:off x="4017169" y="4203878"/>
            <a:ext cx="330482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BOW SHACKLE - BOLT TYPE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2163147" y="702688"/>
            <a:ext cx="3237071" cy="450132"/>
          </a:xfrm>
          <a:custGeom>
            <a:avLst/>
            <a:gdLst/>
            <a:ahLst/>
            <a:cxnLst/>
            <a:rect r="r" b="b" t="t" l="l"/>
            <a:pathLst>
              <a:path h="450132" w="3237071">
                <a:moveTo>
                  <a:pt x="0" y="0"/>
                </a:moveTo>
                <a:lnTo>
                  <a:pt x="3237071" y="0"/>
                </a:lnTo>
                <a:lnTo>
                  <a:pt x="3237071" y="450132"/>
                </a:lnTo>
                <a:lnTo>
                  <a:pt x="0" y="4501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0">
            <a:off x="6629400" y="9552422"/>
            <a:ext cx="935736" cy="1146058"/>
            <a:chOff x="0" y="0"/>
            <a:chExt cx="935736" cy="1146061"/>
          </a:xfrm>
        </p:grpSpPr>
        <p:sp>
          <p:nvSpPr>
            <p:cNvPr name="Freeform 12" id="12"/>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3" id="13"/>
          <p:cNvGrpSpPr/>
          <p:nvPr/>
        </p:nvGrpSpPr>
        <p:grpSpPr>
          <a:xfrm rot="5400000">
            <a:off x="1092298" y="1370038"/>
            <a:ext cx="1610335" cy="2553662"/>
            <a:chOff x="0" y="0"/>
            <a:chExt cx="2147113" cy="3404883"/>
          </a:xfrm>
        </p:grpSpPr>
        <p:sp>
          <p:nvSpPr>
            <p:cNvPr name="Freeform 14" id="14"/>
            <p:cNvSpPr/>
            <p:nvPr/>
          </p:nvSpPr>
          <p:spPr>
            <a:xfrm flipH="false" flipV="false" rot="0">
              <a:off x="0" y="0"/>
              <a:ext cx="2147062" cy="3404870"/>
            </a:xfrm>
            <a:custGeom>
              <a:avLst/>
              <a:gdLst/>
              <a:ahLst/>
              <a:cxnLst/>
              <a:rect r="r" b="b" t="t" l="l"/>
              <a:pathLst>
                <a:path h="3404870" w="2147062">
                  <a:moveTo>
                    <a:pt x="0" y="0"/>
                  </a:moveTo>
                  <a:lnTo>
                    <a:pt x="2147062" y="0"/>
                  </a:lnTo>
                  <a:lnTo>
                    <a:pt x="2147062" y="3404870"/>
                  </a:lnTo>
                  <a:lnTo>
                    <a:pt x="0" y="3404870"/>
                  </a:lnTo>
                  <a:lnTo>
                    <a:pt x="0" y="0"/>
                  </a:lnTo>
                  <a:close/>
                </a:path>
              </a:pathLst>
            </a:custGeom>
            <a:blipFill>
              <a:blip r:embed="rId15"/>
              <a:stretch>
                <a:fillRect l="-246" t="0" r="-425" b="0"/>
              </a:stretch>
            </a:blipFill>
          </p:spPr>
        </p:sp>
      </p:grpSp>
      <p:grpSp>
        <p:nvGrpSpPr>
          <p:cNvPr name="Group 15" id="15"/>
          <p:cNvGrpSpPr/>
          <p:nvPr/>
        </p:nvGrpSpPr>
        <p:grpSpPr>
          <a:xfrm rot="5400000">
            <a:off x="4851187" y="1247699"/>
            <a:ext cx="1629385" cy="2820467"/>
            <a:chOff x="0" y="0"/>
            <a:chExt cx="2172513" cy="3760622"/>
          </a:xfrm>
        </p:grpSpPr>
        <p:sp>
          <p:nvSpPr>
            <p:cNvPr name="Freeform 16" id="16"/>
            <p:cNvSpPr/>
            <p:nvPr/>
          </p:nvSpPr>
          <p:spPr>
            <a:xfrm flipH="false" flipV="false" rot="0">
              <a:off x="0" y="0"/>
              <a:ext cx="2172462" cy="3760597"/>
            </a:xfrm>
            <a:custGeom>
              <a:avLst/>
              <a:gdLst/>
              <a:ahLst/>
              <a:cxnLst/>
              <a:rect r="r" b="b" t="t" l="l"/>
              <a:pathLst>
                <a:path h="3760597" w="2172462">
                  <a:moveTo>
                    <a:pt x="0" y="0"/>
                  </a:moveTo>
                  <a:lnTo>
                    <a:pt x="2172462" y="0"/>
                  </a:lnTo>
                  <a:lnTo>
                    <a:pt x="2172462" y="3760597"/>
                  </a:lnTo>
                  <a:lnTo>
                    <a:pt x="0" y="3760597"/>
                  </a:lnTo>
                  <a:lnTo>
                    <a:pt x="0" y="0"/>
                  </a:lnTo>
                  <a:close/>
                </a:path>
              </a:pathLst>
            </a:custGeom>
            <a:blipFill>
              <a:blip r:embed="rId16"/>
              <a:stretch>
                <a:fillRect l="-15372" t="0" r="-14455" b="0"/>
              </a:stretch>
            </a:blipFill>
          </p:spPr>
        </p:sp>
      </p:grpSp>
      <p:grpSp>
        <p:nvGrpSpPr>
          <p:cNvPr name="Group 17" id="17"/>
          <p:cNvGrpSpPr/>
          <p:nvPr/>
        </p:nvGrpSpPr>
        <p:grpSpPr>
          <a:xfrm rot="5400000">
            <a:off x="1072153" y="4066975"/>
            <a:ext cx="1587713" cy="2810932"/>
            <a:chOff x="0" y="0"/>
            <a:chExt cx="2116950" cy="3747910"/>
          </a:xfrm>
        </p:grpSpPr>
        <p:sp>
          <p:nvSpPr>
            <p:cNvPr name="Freeform 18" id="18"/>
            <p:cNvSpPr/>
            <p:nvPr/>
          </p:nvSpPr>
          <p:spPr>
            <a:xfrm flipH="false" flipV="true" rot="0">
              <a:off x="0" y="0"/>
              <a:ext cx="2116963" cy="3747897"/>
            </a:xfrm>
            <a:custGeom>
              <a:avLst/>
              <a:gdLst/>
              <a:ahLst/>
              <a:cxnLst/>
              <a:rect r="r" b="b" t="t" l="l"/>
              <a:pathLst>
                <a:path h="3747897" w="2116963">
                  <a:moveTo>
                    <a:pt x="0" y="3747897"/>
                  </a:moveTo>
                  <a:lnTo>
                    <a:pt x="2116963" y="3747897"/>
                  </a:lnTo>
                  <a:lnTo>
                    <a:pt x="2116963" y="0"/>
                  </a:lnTo>
                  <a:lnTo>
                    <a:pt x="0" y="0"/>
                  </a:lnTo>
                  <a:lnTo>
                    <a:pt x="0" y="3747897"/>
                  </a:lnTo>
                  <a:close/>
                </a:path>
              </a:pathLst>
            </a:custGeom>
            <a:blipFill>
              <a:blip r:embed="rId17"/>
              <a:stretch>
                <a:fillRect l="-513" t="-497" r="-680" b="-405"/>
              </a:stretch>
            </a:blipFill>
          </p:spPr>
        </p:sp>
      </p:grpSp>
      <p:grpSp>
        <p:nvGrpSpPr>
          <p:cNvPr name="Group 19" id="19"/>
          <p:cNvGrpSpPr/>
          <p:nvPr/>
        </p:nvGrpSpPr>
        <p:grpSpPr>
          <a:xfrm rot="-5400000">
            <a:off x="4841015" y="4187923"/>
            <a:ext cx="1648444" cy="2553633"/>
            <a:chOff x="0" y="0"/>
            <a:chExt cx="2197926" cy="3404845"/>
          </a:xfrm>
        </p:grpSpPr>
        <p:sp>
          <p:nvSpPr>
            <p:cNvPr name="Freeform 20" id="20"/>
            <p:cNvSpPr/>
            <p:nvPr/>
          </p:nvSpPr>
          <p:spPr>
            <a:xfrm flipH="false" flipV="false" rot="0">
              <a:off x="0" y="0"/>
              <a:ext cx="2197989" cy="3404870"/>
            </a:xfrm>
            <a:custGeom>
              <a:avLst/>
              <a:gdLst/>
              <a:ahLst/>
              <a:cxnLst/>
              <a:rect r="r" b="b" t="t" l="l"/>
              <a:pathLst>
                <a:path h="3404870" w="2197989">
                  <a:moveTo>
                    <a:pt x="0" y="0"/>
                  </a:moveTo>
                  <a:lnTo>
                    <a:pt x="2197989" y="0"/>
                  </a:lnTo>
                  <a:lnTo>
                    <a:pt x="2197989" y="3404870"/>
                  </a:lnTo>
                  <a:lnTo>
                    <a:pt x="0" y="3404870"/>
                  </a:lnTo>
                  <a:lnTo>
                    <a:pt x="0" y="0"/>
                  </a:lnTo>
                  <a:close/>
                </a:path>
              </a:pathLst>
            </a:custGeom>
            <a:blipFill>
              <a:blip r:embed="rId18"/>
              <a:stretch>
                <a:fillRect l="-5474" t="0" r="-8394" b="-3358"/>
              </a:stretch>
            </a:blipFill>
          </p:spPr>
        </p:sp>
      </p:grpSp>
      <p:grpSp>
        <p:nvGrpSpPr>
          <p:cNvPr name="Group 21" id="21"/>
          <p:cNvGrpSpPr/>
          <p:nvPr/>
        </p:nvGrpSpPr>
        <p:grpSpPr>
          <a:xfrm rot="-5400000">
            <a:off x="984218" y="7031269"/>
            <a:ext cx="1610335" cy="2391680"/>
            <a:chOff x="0" y="0"/>
            <a:chExt cx="2147113" cy="3188906"/>
          </a:xfrm>
        </p:grpSpPr>
        <p:sp>
          <p:nvSpPr>
            <p:cNvPr name="Freeform 22" id="22"/>
            <p:cNvSpPr/>
            <p:nvPr/>
          </p:nvSpPr>
          <p:spPr>
            <a:xfrm flipH="false" flipV="false" rot="0">
              <a:off x="0" y="0"/>
              <a:ext cx="2147062" cy="3188843"/>
            </a:xfrm>
            <a:custGeom>
              <a:avLst/>
              <a:gdLst/>
              <a:ahLst/>
              <a:cxnLst/>
              <a:rect r="r" b="b" t="t" l="l"/>
              <a:pathLst>
                <a:path h="3188843" w="2147062">
                  <a:moveTo>
                    <a:pt x="0" y="0"/>
                  </a:moveTo>
                  <a:lnTo>
                    <a:pt x="2147062" y="0"/>
                  </a:lnTo>
                  <a:lnTo>
                    <a:pt x="2147062" y="3188843"/>
                  </a:lnTo>
                  <a:lnTo>
                    <a:pt x="0" y="3188843"/>
                  </a:lnTo>
                  <a:lnTo>
                    <a:pt x="0" y="0"/>
                  </a:lnTo>
                  <a:close/>
                </a:path>
              </a:pathLst>
            </a:custGeom>
            <a:blipFill>
              <a:blip r:embed="rId19"/>
              <a:stretch>
                <a:fillRect l="-327" t="0" r="-237" b="-1"/>
              </a:stretch>
            </a:blipFill>
          </p:spPr>
        </p:sp>
      </p:grpSp>
      <p:sp>
        <p:nvSpPr>
          <p:cNvPr name="Freeform 23" id="23"/>
          <p:cNvSpPr/>
          <p:nvPr/>
        </p:nvSpPr>
        <p:spPr>
          <a:xfrm flipH="false" flipV="false" rot="0">
            <a:off x="3944969" y="6913931"/>
            <a:ext cx="3437782" cy="2637930"/>
          </a:xfrm>
          <a:custGeom>
            <a:avLst/>
            <a:gdLst/>
            <a:ahLst/>
            <a:cxnLst/>
            <a:rect r="r" b="b" t="t" l="l"/>
            <a:pathLst>
              <a:path h="2637930" w="3437782">
                <a:moveTo>
                  <a:pt x="0" y="0"/>
                </a:moveTo>
                <a:lnTo>
                  <a:pt x="3437782" y="0"/>
                </a:lnTo>
                <a:lnTo>
                  <a:pt x="3437782" y="2637929"/>
                </a:lnTo>
                <a:lnTo>
                  <a:pt x="0" y="26379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4" id="24"/>
          <p:cNvGrpSpPr/>
          <p:nvPr/>
        </p:nvGrpSpPr>
        <p:grpSpPr>
          <a:xfrm rot="-5400000">
            <a:off x="4774825" y="6757340"/>
            <a:ext cx="1667504" cy="3011024"/>
            <a:chOff x="0" y="0"/>
            <a:chExt cx="2223338" cy="4014699"/>
          </a:xfrm>
        </p:grpSpPr>
        <p:sp>
          <p:nvSpPr>
            <p:cNvPr name="Freeform 25" id="25"/>
            <p:cNvSpPr/>
            <p:nvPr/>
          </p:nvSpPr>
          <p:spPr>
            <a:xfrm flipH="false" flipV="false" rot="0">
              <a:off x="0" y="0"/>
              <a:ext cx="2223389" cy="4014724"/>
            </a:xfrm>
            <a:custGeom>
              <a:avLst/>
              <a:gdLst/>
              <a:ahLst/>
              <a:cxnLst/>
              <a:rect r="r" b="b" t="t" l="l"/>
              <a:pathLst>
                <a:path h="4014724" w="2223389">
                  <a:moveTo>
                    <a:pt x="0" y="0"/>
                  </a:moveTo>
                  <a:lnTo>
                    <a:pt x="2223389" y="0"/>
                  </a:lnTo>
                  <a:lnTo>
                    <a:pt x="2223389" y="4014724"/>
                  </a:lnTo>
                  <a:lnTo>
                    <a:pt x="0" y="4014724"/>
                  </a:lnTo>
                  <a:lnTo>
                    <a:pt x="0" y="0"/>
                  </a:lnTo>
                  <a:close/>
                </a:path>
              </a:pathLst>
            </a:custGeom>
            <a:blipFill>
              <a:blip r:embed="rId22"/>
              <a:stretch>
                <a:fillRect l="-239" t="0" r="-155" b="0"/>
              </a:stretch>
            </a:blipFill>
          </p:spPr>
        </p:sp>
      </p:grpSp>
      <p:grpSp>
        <p:nvGrpSpPr>
          <p:cNvPr name="Group 26" id="26"/>
          <p:cNvGrpSpPr/>
          <p:nvPr/>
        </p:nvGrpSpPr>
        <p:grpSpPr>
          <a:xfrm rot="0">
            <a:off x="0" y="0"/>
            <a:ext cx="7565136" cy="105527"/>
            <a:chOff x="0" y="0"/>
            <a:chExt cx="7565136" cy="105524"/>
          </a:xfrm>
        </p:grpSpPr>
        <p:sp>
          <p:nvSpPr>
            <p:cNvPr name="Freeform 27" id="27"/>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28" id="28"/>
          <p:cNvGrpSpPr/>
          <p:nvPr/>
        </p:nvGrpSpPr>
        <p:grpSpPr>
          <a:xfrm rot="0">
            <a:off x="0" y="10532631"/>
            <a:ext cx="7086543" cy="165849"/>
            <a:chOff x="0" y="0"/>
            <a:chExt cx="7086536" cy="165849"/>
          </a:xfrm>
        </p:grpSpPr>
        <p:sp>
          <p:nvSpPr>
            <p:cNvPr name="Freeform 29" id="29"/>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grpSp>
        <p:nvGrpSpPr>
          <p:cNvPr name="Group 30" id="30"/>
          <p:cNvGrpSpPr/>
          <p:nvPr/>
        </p:nvGrpSpPr>
        <p:grpSpPr>
          <a:xfrm rot="0">
            <a:off x="3955390" y="7347937"/>
            <a:ext cx="3003699" cy="57169"/>
            <a:chOff x="0" y="0"/>
            <a:chExt cx="3003702" cy="57175"/>
          </a:xfrm>
        </p:grpSpPr>
        <p:sp>
          <p:nvSpPr>
            <p:cNvPr name="Freeform 31" id="31"/>
            <p:cNvSpPr/>
            <p:nvPr/>
          </p:nvSpPr>
          <p:spPr>
            <a:xfrm flipH="false" flipV="false" rot="0">
              <a:off x="0" y="0"/>
              <a:ext cx="3003682" cy="57154"/>
            </a:xfrm>
            <a:custGeom>
              <a:avLst/>
              <a:gdLst/>
              <a:ahLst/>
              <a:cxnLst/>
              <a:rect r="r" b="b" t="t" l="l"/>
              <a:pathLst>
                <a:path h="57154" w="3003682">
                  <a:moveTo>
                    <a:pt x="0" y="0"/>
                  </a:moveTo>
                  <a:lnTo>
                    <a:pt x="0" y="57154"/>
                  </a:lnTo>
                  <a:lnTo>
                    <a:pt x="3003682" y="57154"/>
                  </a:lnTo>
                  <a:lnTo>
                    <a:pt x="3003682" y="0"/>
                  </a:lnTo>
                  <a:close/>
                </a:path>
              </a:pathLst>
            </a:custGeom>
            <a:solidFill>
              <a:srgbClr val="2E7734"/>
            </a:solidFill>
          </p:spPr>
        </p:sp>
      </p:grpSp>
      <p:grpSp>
        <p:nvGrpSpPr>
          <p:cNvPr name="Group 32" id="32"/>
          <p:cNvGrpSpPr/>
          <p:nvPr/>
        </p:nvGrpSpPr>
        <p:grpSpPr>
          <a:xfrm rot="0">
            <a:off x="11182" y="105527"/>
            <a:ext cx="1019556" cy="924268"/>
            <a:chOff x="0" y="0"/>
            <a:chExt cx="1359408" cy="1232357"/>
          </a:xfrm>
        </p:grpSpPr>
        <p:sp>
          <p:nvSpPr>
            <p:cNvPr name="Freeform 33" id="33"/>
            <p:cNvSpPr/>
            <p:nvPr/>
          </p:nvSpPr>
          <p:spPr>
            <a:xfrm flipH="false" flipV="false" rot="0">
              <a:off x="0" y="0"/>
              <a:ext cx="1359408" cy="1232408"/>
            </a:xfrm>
            <a:custGeom>
              <a:avLst/>
              <a:gdLst/>
              <a:ahLst/>
              <a:cxnLst/>
              <a:rect r="r" b="b" t="t" l="l"/>
              <a:pathLst>
                <a:path h="1232408" w="1359408">
                  <a:moveTo>
                    <a:pt x="0" y="0"/>
                  </a:moveTo>
                  <a:lnTo>
                    <a:pt x="1359408" y="0"/>
                  </a:lnTo>
                  <a:lnTo>
                    <a:pt x="1359408" y="1232408"/>
                  </a:lnTo>
                  <a:lnTo>
                    <a:pt x="0" y="1232408"/>
                  </a:lnTo>
                  <a:lnTo>
                    <a:pt x="0" y="0"/>
                  </a:lnTo>
                  <a:close/>
                </a:path>
              </a:pathLst>
            </a:custGeom>
            <a:blipFill>
              <a:blip r:embed="rId23"/>
              <a:stretch>
                <a:fillRect l="0" t="0" r="0" b="4"/>
              </a:stretch>
            </a:blipFill>
          </p:spPr>
        </p:sp>
      </p:grpSp>
      <p:grpSp>
        <p:nvGrpSpPr>
          <p:cNvPr name="Group 34" id="34"/>
          <p:cNvGrpSpPr/>
          <p:nvPr/>
        </p:nvGrpSpPr>
        <p:grpSpPr>
          <a:xfrm rot="0">
            <a:off x="149219" y="1759706"/>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149219" y="4559198"/>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149219" y="7347252"/>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0" y="0"/>
            <a:ext cx="7562850" cy="105489"/>
            <a:chOff x="0" y="0"/>
            <a:chExt cx="7562850" cy="105486"/>
          </a:xfrm>
        </p:grpSpPr>
        <p:sp>
          <p:nvSpPr>
            <p:cNvPr name="Freeform 41" id="41"/>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42" id="42"/>
          <p:cNvGrpSpPr/>
          <p:nvPr/>
        </p:nvGrpSpPr>
        <p:grpSpPr>
          <a:xfrm rot="0">
            <a:off x="3928043" y="1759706"/>
            <a:ext cx="3023997" cy="60484"/>
            <a:chOff x="0" y="0"/>
            <a:chExt cx="3023997" cy="60477"/>
          </a:xfrm>
        </p:grpSpPr>
        <p:sp>
          <p:nvSpPr>
            <p:cNvPr name="Freeform 43" id="4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4" id="44"/>
          <p:cNvGrpSpPr/>
          <p:nvPr/>
        </p:nvGrpSpPr>
        <p:grpSpPr>
          <a:xfrm rot="0">
            <a:off x="3928043" y="4559198"/>
            <a:ext cx="3023997" cy="60484"/>
            <a:chOff x="0" y="0"/>
            <a:chExt cx="3023997" cy="60477"/>
          </a:xfrm>
        </p:grpSpPr>
        <p:sp>
          <p:nvSpPr>
            <p:cNvPr name="Freeform 45" id="4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6" id="46"/>
          <p:cNvGrpSpPr/>
          <p:nvPr/>
        </p:nvGrpSpPr>
        <p:grpSpPr>
          <a:xfrm rot="0">
            <a:off x="3943417" y="7345156"/>
            <a:ext cx="3023997" cy="60484"/>
            <a:chOff x="0" y="0"/>
            <a:chExt cx="3023997" cy="60477"/>
          </a:xfrm>
        </p:grpSpPr>
        <p:sp>
          <p:nvSpPr>
            <p:cNvPr name="Freeform 47" id="4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8" id="48"/>
          <p:cNvGrpSpPr/>
          <p:nvPr/>
        </p:nvGrpSpPr>
        <p:grpSpPr>
          <a:xfrm rot="0">
            <a:off x="-63503" y="9484871"/>
            <a:ext cx="7689847" cy="1275207"/>
            <a:chOff x="0" y="0"/>
            <a:chExt cx="7689850" cy="1275207"/>
          </a:xfrm>
        </p:grpSpPr>
        <p:sp>
          <p:nvSpPr>
            <p:cNvPr name="Freeform 49" id="49"/>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50" id="50"/>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1" id="51"/>
          <p:cNvSpPr txBox="true"/>
          <p:nvPr/>
        </p:nvSpPr>
        <p:spPr>
          <a:xfrm rot="0">
            <a:off x="2460022" y="813425"/>
            <a:ext cx="2695518"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LIFTING MARINE HARDWARE</a:t>
            </a:r>
          </a:p>
        </p:txBody>
      </p:sp>
      <p:sp>
        <p:nvSpPr>
          <p:cNvPr name="TextBox 52" id="52"/>
          <p:cNvSpPr txBox="true"/>
          <p:nvPr/>
        </p:nvSpPr>
        <p:spPr>
          <a:xfrm rot="0">
            <a:off x="1033948" y="3480787"/>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3" id="53"/>
          <p:cNvSpPr txBox="true"/>
          <p:nvPr/>
        </p:nvSpPr>
        <p:spPr>
          <a:xfrm rot="0">
            <a:off x="1033948" y="6271289"/>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4" id="54"/>
          <p:cNvSpPr txBox="true"/>
          <p:nvPr/>
        </p:nvSpPr>
        <p:spPr>
          <a:xfrm rot="0">
            <a:off x="1033948" y="9061818"/>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5" id="55"/>
          <p:cNvSpPr txBox="true"/>
          <p:nvPr/>
        </p:nvSpPr>
        <p:spPr>
          <a:xfrm rot="0">
            <a:off x="4814202" y="3480787"/>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6" id="56"/>
          <p:cNvSpPr txBox="true"/>
          <p:nvPr/>
        </p:nvSpPr>
        <p:spPr>
          <a:xfrm rot="0">
            <a:off x="4814202" y="6271289"/>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7" id="57"/>
          <p:cNvSpPr txBox="true"/>
          <p:nvPr/>
        </p:nvSpPr>
        <p:spPr>
          <a:xfrm rot="0">
            <a:off x="4829566" y="9089431"/>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58" id="58"/>
          <p:cNvSpPr txBox="true"/>
          <p:nvPr/>
        </p:nvSpPr>
        <p:spPr>
          <a:xfrm rot="0">
            <a:off x="7059016" y="10145220"/>
            <a:ext cx="45719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23</a:t>
            </a:r>
          </a:p>
        </p:txBody>
      </p:sp>
      <p:sp>
        <p:nvSpPr>
          <p:cNvPr name="TextBox 59" id="59"/>
          <p:cNvSpPr txBox="true"/>
          <p:nvPr/>
        </p:nvSpPr>
        <p:spPr>
          <a:xfrm rot="0">
            <a:off x="807396" y="1393527"/>
            <a:ext cx="200579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320A EYE HOOK</a:t>
            </a:r>
          </a:p>
        </p:txBody>
      </p:sp>
      <p:sp>
        <p:nvSpPr>
          <p:cNvPr name="TextBox 60" id="60"/>
          <p:cNvSpPr txBox="true"/>
          <p:nvPr/>
        </p:nvSpPr>
        <p:spPr>
          <a:xfrm rot="0">
            <a:off x="412413" y="7028707"/>
            <a:ext cx="296955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G80 CONNECTING LINK</a:t>
            </a:r>
          </a:p>
        </p:txBody>
      </p:sp>
      <p:sp>
        <p:nvSpPr>
          <p:cNvPr name="TextBox 61" id="61"/>
          <p:cNvSpPr txBox="true"/>
          <p:nvPr/>
        </p:nvSpPr>
        <p:spPr>
          <a:xfrm rot="0">
            <a:off x="367598" y="4187733"/>
            <a:ext cx="306100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G70 CLEVIS GRAB HOOK</a:t>
            </a:r>
          </a:p>
        </p:txBody>
      </p:sp>
      <p:sp>
        <p:nvSpPr>
          <p:cNvPr name="TextBox 62" id="62"/>
          <p:cNvSpPr txBox="true"/>
          <p:nvPr/>
        </p:nvSpPr>
        <p:spPr>
          <a:xfrm rot="0">
            <a:off x="4385882" y="1393527"/>
            <a:ext cx="249181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322A SWIVEL HOOK</a:t>
            </a:r>
          </a:p>
        </p:txBody>
      </p:sp>
      <p:sp>
        <p:nvSpPr>
          <p:cNvPr name="TextBox 63" id="63"/>
          <p:cNvSpPr txBox="true"/>
          <p:nvPr/>
        </p:nvSpPr>
        <p:spPr>
          <a:xfrm rot="0">
            <a:off x="4113486" y="4183132"/>
            <a:ext cx="311385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G80 CLEVIS SLING HOOK</a:t>
            </a:r>
          </a:p>
        </p:txBody>
      </p:sp>
      <p:sp>
        <p:nvSpPr>
          <p:cNvPr name="TextBox 64" id="64"/>
          <p:cNvSpPr txBox="true"/>
          <p:nvPr/>
        </p:nvSpPr>
        <p:spPr>
          <a:xfrm rot="0">
            <a:off x="4017902" y="7032193"/>
            <a:ext cx="3369278"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G80 CLEVIS SELF LOCKING HOOK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149333" y="1305268"/>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9753" y="4651562"/>
            <a:ext cx="3003699" cy="57169"/>
            <a:chOff x="0" y="0"/>
            <a:chExt cx="3003702" cy="57163"/>
          </a:xfrm>
        </p:grpSpPr>
        <p:sp>
          <p:nvSpPr>
            <p:cNvPr name="Freeform 6" id="6"/>
            <p:cNvSpPr/>
            <p:nvPr/>
          </p:nvSpPr>
          <p:spPr>
            <a:xfrm flipH="false" flipV="false" rot="0">
              <a:off x="0" y="0"/>
              <a:ext cx="3003682" cy="57147"/>
            </a:xfrm>
            <a:custGeom>
              <a:avLst/>
              <a:gdLst/>
              <a:ahLst/>
              <a:cxnLst/>
              <a:rect r="r" b="b" t="t" l="l"/>
              <a:pathLst>
                <a:path h="57147" w="3003682">
                  <a:moveTo>
                    <a:pt x="0" y="0"/>
                  </a:moveTo>
                  <a:lnTo>
                    <a:pt x="0" y="57147"/>
                  </a:lnTo>
                  <a:lnTo>
                    <a:pt x="3003682" y="57147"/>
                  </a:lnTo>
                  <a:lnTo>
                    <a:pt x="3003682" y="0"/>
                  </a:lnTo>
                  <a:close/>
                </a:path>
              </a:pathLst>
            </a:custGeom>
            <a:solidFill>
              <a:srgbClr val="2E7734"/>
            </a:solidFill>
          </p:spPr>
        </p:sp>
      </p:grpSp>
      <p:sp>
        <p:nvSpPr>
          <p:cNvPr name="Freeform 7" id="7"/>
          <p:cNvSpPr/>
          <p:nvPr/>
        </p:nvSpPr>
        <p:spPr>
          <a:xfrm flipH="false" flipV="false" rot="0">
            <a:off x="3944969" y="4200601"/>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025827" y="1305268"/>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6705600" y="9540678"/>
            <a:ext cx="859536" cy="1157802"/>
            <a:chOff x="0" y="0"/>
            <a:chExt cx="859536" cy="1157808"/>
          </a:xfrm>
        </p:grpSpPr>
        <p:sp>
          <p:nvSpPr>
            <p:cNvPr name="Freeform 11" id="11"/>
            <p:cNvSpPr/>
            <p:nvPr/>
          </p:nvSpPr>
          <p:spPr>
            <a:xfrm flipH="false" flipV="false" rot="0">
              <a:off x="1016" y="163449"/>
              <a:ext cx="856234" cy="992507"/>
            </a:xfrm>
            <a:custGeom>
              <a:avLst/>
              <a:gdLst/>
              <a:ahLst/>
              <a:cxnLst/>
              <a:rect r="r" b="b" t="t" l="l"/>
              <a:pathLst>
                <a:path h="992507" w="856234">
                  <a:moveTo>
                    <a:pt x="856234" y="0"/>
                  </a:moveTo>
                  <a:lnTo>
                    <a:pt x="0" y="980951"/>
                  </a:lnTo>
                  <a:lnTo>
                    <a:pt x="499999" y="992508"/>
                  </a:lnTo>
                  <a:lnTo>
                    <a:pt x="856234" y="992508"/>
                  </a:lnTo>
                  <a:lnTo>
                    <a:pt x="856234" y="0"/>
                  </a:lnTo>
                  <a:close/>
                </a:path>
              </a:pathLst>
            </a:custGeom>
            <a:solidFill>
              <a:srgbClr val="FF9100"/>
            </a:solidFill>
          </p:spPr>
        </p:sp>
      </p:grpSp>
      <p:grpSp>
        <p:nvGrpSpPr>
          <p:cNvPr name="Group 12" id="12"/>
          <p:cNvGrpSpPr/>
          <p:nvPr/>
        </p:nvGrpSpPr>
        <p:grpSpPr>
          <a:xfrm rot="0">
            <a:off x="4739888" y="1815113"/>
            <a:ext cx="1886664" cy="1715138"/>
            <a:chOff x="0" y="0"/>
            <a:chExt cx="2515552" cy="2286851"/>
          </a:xfrm>
        </p:grpSpPr>
        <p:sp>
          <p:nvSpPr>
            <p:cNvPr name="Freeform 13" id="13"/>
            <p:cNvSpPr/>
            <p:nvPr/>
          </p:nvSpPr>
          <p:spPr>
            <a:xfrm flipH="false" flipV="false" rot="0">
              <a:off x="0" y="0"/>
              <a:ext cx="2515489" cy="2286889"/>
            </a:xfrm>
            <a:custGeom>
              <a:avLst/>
              <a:gdLst/>
              <a:ahLst/>
              <a:cxnLst/>
              <a:rect r="r" b="b" t="t" l="l"/>
              <a:pathLst>
                <a:path h="2286889" w="2515489">
                  <a:moveTo>
                    <a:pt x="0" y="0"/>
                  </a:moveTo>
                  <a:lnTo>
                    <a:pt x="2515489" y="0"/>
                  </a:lnTo>
                  <a:lnTo>
                    <a:pt x="2515489" y="2286889"/>
                  </a:lnTo>
                  <a:lnTo>
                    <a:pt x="0" y="2286889"/>
                  </a:lnTo>
                  <a:lnTo>
                    <a:pt x="0" y="0"/>
                  </a:lnTo>
                  <a:close/>
                </a:path>
              </a:pathLst>
            </a:custGeom>
            <a:blipFill>
              <a:blip r:embed="rId9"/>
              <a:stretch>
                <a:fillRect l="0" t="0" r="-2" b="1"/>
              </a:stretch>
            </a:blipFill>
          </p:spPr>
        </p:sp>
      </p:grpSp>
      <p:grpSp>
        <p:nvGrpSpPr>
          <p:cNvPr name="Group 14" id="14"/>
          <p:cNvGrpSpPr/>
          <p:nvPr/>
        </p:nvGrpSpPr>
        <p:grpSpPr>
          <a:xfrm rot="0">
            <a:off x="925354" y="4681795"/>
            <a:ext cx="1924774" cy="1924774"/>
            <a:chOff x="0" y="0"/>
            <a:chExt cx="2566365" cy="2566365"/>
          </a:xfrm>
        </p:grpSpPr>
        <p:sp>
          <p:nvSpPr>
            <p:cNvPr name="Freeform 15" id="15"/>
            <p:cNvSpPr/>
            <p:nvPr/>
          </p:nvSpPr>
          <p:spPr>
            <a:xfrm flipH="false" flipV="false" rot="0">
              <a:off x="0" y="0"/>
              <a:ext cx="2566416" cy="2566416"/>
            </a:xfrm>
            <a:custGeom>
              <a:avLst/>
              <a:gdLst/>
              <a:ahLst/>
              <a:cxnLst/>
              <a:rect r="r" b="b" t="t" l="l"/>
              <a:pathLst>
                <a:path h="2566416" w="2566416">
                  <a:moveTo>
                    <a:pt x="0" y="0"/>
                  </a:moveTo>
                  <a:lnTo>
                    <a:pt x="2566416" y="0"/>
                  </a:lnTo>
                  <a:lnTo>
                    <a:pt x="2566416" y="2566416"/>
                  </a:lnTo>
                  <a:lnTo>
                    <a:pt x="0" y="2566416"/>
                  </a:lnTo>
                  <a:lnTo>
                    <a:pt x="0" y="0"/>
                  </a:lnTo>
                  <a:close/>
                </a:path>
              </a:pathLst>
            </a:custGeom>
            <a:blipFill>
              <a:blip r:embed="rId10"/>
              <a:stretch>
                <a:fillRect l="0" t="0" r="1" b="1"/>
              </a:stretch>
            </a:blipFill>
          </p:spPr>
        </p:sp>
      </p:grpSp>
      <p:sp>
        <p:nvSpPr>
          <p:cNvPr name="Freeform 16" id="16"/>
          <p:cNvSpPr/>
          <p:nvPr/>
        </p:nvSpPr>
        <p:spPr>
          <a:xfrm flipH="false" flipV="false" rot="0">
            <a:off x="149333" y="4200601"/>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159753" y="1706975"/>
            <a:ext cx="3003699" cy="57169"/>
            <a:chOff x="0" y="0"/>
            <a:chExt cx="3003702" cy="57163"/>
          </a:xfrm>
        </p:grpSpPr>
        <p:sp>
          <p:nvSpPr>
            <p:cNvPr name="Freeform 18" id="18"/>
            <p:cNvSpPr/>
            <p:nvPr/>
          </p:nvSpPr>
          <p:spPr>
            <a:xfrm flipH="false" flipV="false" rot="0">
              <a:off x="0" y="0"/>
              <a:ext cx="3003682" cy="57146"/>
            </a:xfrm>
            <a:custGeom>
              <a:avLst/>
              <a:gdLst/>
              <a:ahLst/>
              <a:cxnLst/>
              <a:rect r="r" b="b" t="t" l="l"/>
              <a:pathLst>
                <a:path h="57146" w="3003682">
                  <a:moveTo>
                    <a:pt x="0" y="0"/>
                  </a:moveTo>
                  <a:lnTo>
                    <a:pt x="0" y="57146"/>
                  </a:lnTo>
                  <a:lnTo>
                    <a:pt x="3003682" y="57146"/>
                  </a:lnTo>
                  <a:lnTo>
                    <a:pt x="3003682" y="0"/>
                  </a:lnTo>
                  <a:close/>
                </a:path>
              </a:pathLst>
            </a:custGeom>
            <a:solidFill>
              <a:srgbClr val="2E7734"/>
            </a:solidFill>
          </p:spPr>
        </p:sp>
      </p:grpSp>
      <p:grpSp>
        <p:nvGrpSpPr>
          <p:cNvPr name="Group 19" id="19"/>
          <p:cNvGrpSpPr/>
          <p:nvPr/>
        </p:nvGrpSpPr>
        <p:grpSpPr>
          <a:xfrm rot="0">
            <a:off x="4036247" y="1713262"/>
            <a:ext cx="3003699" cy="57169"/>
            <a:chOff x="0" y="0"/>
            <a:chExt cx="3003702" cy="57163"/>
          </a:xfrm>
        </p:grpSpPr>
        <p:sp>
          <p:nvSpPr>
            <p:cNvPr name="Freeform 20" id="20"/>
            <p:cNvSpPr/>
            <p:nvPr/>
          </p:nvSpPr>
          <p:spPr>
            <a:xfrm flipH="false" flipV="false" rot="0">
              <a:off x="0" y="0"/>
              <a:ext cx="3003682" cy="57146"/>
            </a:xfrm>
            <a:custGeom>
              <a:avLst/>
              <a:gdLst/>
              <a:ahLst/>
              <a:cxnLst/>
              <a:rect r="r" b="b" t="t" l="l"/>
              <a:pathLst>
                <a:path h="57146" w="3003682">
                  <a:moveTo>
                    <a:pt x="0" y="0"/>
                  </a:moveTo>
                  <a:lnTo>
                    <a:pt x="0" y="57146"/>
                  </a:lnTo>
                  <a:lnTo>
                    <a:pt x="3003682" y="57146"/>
                  </a:lnTo>
                  <a:lnTo>
                    <a:pt x="3003682" y="0"/>
                  </a:lnTo>
                  <a:close/>
                </a:path>
              </a:pathLst>
            </a:custGeom>
            <a:solidFill>
              <a:srgbClr val="2E7734"/>
            </a:solidFill>
          </p:spPr>
        </p:sp>
      </p:grpSp>
      <p:grpSp>
        <p:nvGrpSpPr>
          <p:cNvPr name="Group 21" id="21"/>
          <p:cNvGrpSpPr/>
          <p:nvPr/>
        </p:nvGrpSpPr>
        <p:grpSpPr>
          <a:xfrm rot="0">
            <a:off x="468020" y="1776994"/>
            <a:ext cx="2801407" cy="1867586"/>
            <a:chOff x="0" y="0"/>
            <a:chExt cx="3735210" cy="2490114"/>
          </a:xfrm>
        </p:grpSpPr>
        <p:sp>
          <p:nvSpPr>
            <p:cNvPr name="Freeform 22" id="22"/>
            <p:cNvSpPr/>
            <p:nvPr/>
          </p:nvSpPr>
          <p:spPr>
            <a:xfrm flipH="false" flipV="false" rot="0">
              <a:off x="0" y="0"/>
              <a:ext cx="3735197" cy="2490089"/>
            </a:xfrm>
            <a:custGeom>
              <a:avLst/>
              <a:gdLst/>
              <a:ahLst/>
              <a:cxnLst/>
              <a:rect r="r" b="b" t="t" l="l"/>
              <a:pathLst>
                <a:path h="2490089" w="3735197">
                  <a:moveTo>
                    <a:pt x="0" y="0"/>
                  </a:moveTo>
                  <a:lnTo>
                    <a:pt x="3735197" y="0"/>
                  </a:lnTo>
                  <a:lnTo>
                    <a:pt x="3735197" y="2490089"/>
                  </a:lnTo>
                  <a:lnTo>
                    <a:pt x="0" y="2490089"/>
                  </a:lnTo>
                  <a:lnTo>
                    <a:pt x="0" y="0"/>
                  </a:lnTo>
                  <a:close/>
                </a:path>
              </a:pathLst>
            </a:custGeom>
            <a:blipFill>
              <a:blip r:embed="rId12"/>
              <a:stretch>
                <a:fillRect l="0" t="-1" r="0" b="-1"/>
              </a:stretch>
            </a:blipFill>
          </p:spPr>
        </p:sp>
      </p:grpSp>
      <p:sp>
        <p:nvSpPr>
          <p:cNvPr name="Freeform 23" id="23"/>
          <p:cNvSpPr/>
          <p:nvPr/>
        </p:nvSpPr>
        <p:spPr>
          <a:xfrm flipH="false" flipV="false" rot="0">
            <a:off x="149333" y="7366616"/>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13"/>
                </a:ext>
              </a:extLst>
            </a:blip>
            <a:stretch>
              <a:fillRect l="0" t="0" r="0" b="0"/>
            </a:stretch>
          </a:blipFill>
        </p:spPr>
      </p:sp>
      <p:grpSp>
        <p:nvGrpSpPr>
          <p:cNvPr name="Group 24" id="24"/>
          <p:cNvGrpSpPr/>
          <p:nvPr/>
        </p:nvGrpSpPr>
        <p:grpSpPr>
          <a:xfrm rot="0">
            <a:off x="0" y="10532631"/>
            <a:ext cx="7086543" cy="165849"/>
            <a:chOff x="0" y="0"/>
            <a:chExt cx="7086536" cy="165849"/>
          </a:xfrm>
        </p:grpSpPr>
        <p:sp>
          <p:nvSpPr>
            <p:cNvPr name="Freeform 25" id="25"/>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6" id="26"/>
          <p:cNvSpPr/>
          <p:nvPr/>
        </p:nvSpPr>
        <p:spPr>
          <a:xfrm flipH="false" flipV="false" rot="0">
            <a:off x="2163147" y="702688"/>
            <a:ext cx="3237071" cy="450132"/>
          </a:xfrm>
          <a:custGeom>
            <a:avLst/>
            <a:gdLst/>
            <a:ahLst/>
            <a:cxnLst/>
            <a:rect r="r" b="b" t="t" l="l"/>
            <a:pathLst>
              <a:path h="450132" w="3237071">
                <a:moveTo>
                  <a:pt x="0" y="0"/>
                </a:moveTo>
                <a:lnTo>
                  <a:pt x="3237071" y="0"/>
                </a:lnTo>
                <a:lnTo>
                  <a:pt x="3237071" y="450132"/>
                </a:lnTo>
                <a:lnTo>
                  <a:pt x="0" y="4501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7" id="27"/>
          <p:cNvSpPr/>
          <p:nvPr/>
        </p:nvSpPr>
        <p:spPr>
          <a:xfrm flipH="false" flipV="false" rot="0">
            <a:off x="3944969" y="7366616"/>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3">
              <a:extLst>
                <a:ext uri="{96DAC541-7B7A-43D3-8B79-37D633B846F1}">
                  <asvg:svgBlip xmlns:asvg="http://schemas.microsoft.com/office/drawing/2016/SVG/main" r:embed="rId16"/>
                </a:ext>
              </a:extLst>
            </a:blip>
            <a:stretch>
              <a:fillRect l="0" t="0" r="0" b="0"/>
            </a:stretch>
          </a:blipFill>
        </p:spPr>
      </p:sp>
      <p:grpSp>
        <p:nvGrpSpPr>
          <p:cNvPr name="Group 28" id="28"/>
          <p:cNvGrpSpPr/>
          <p:nvPr/>
        </p:nvGrpSpPr>
        <p:grpSpPr>
          <a:xfrm rot="0">
            <a:off x="4558465" y="4705626"/>
            <a:ext cx="2353561" cy="1572216"/>
            <a:chOff x="0" y="0"/>
            <a:chExt cx="3138081" cy="2096287"/>
          </a:xfrm>
        </p:grpSpPr>
        <p:sp>
          <p:nvSpPr>
            <p:cNvPr name="Freeform 29" id="29"/>
            <p:cNvSpPr/>
            <p:nvPr/>
          </p:nvSpPr>
          <p:spPr>
            <a:xfrm flipH="false" flipV="false" rot="0">
              <a:off x="0" y="0"/>
              <a:ext cx="3138043" cy="2096262"/>
            </a:xfrm>
            <a:custGeom>
              <a:avLst/>
              <a:gdLst/>
              <a:ahLst/>
              <a:cxnLst/>
              <a:rect r="r" b="b" t="t" l="l"/>
              <a:pathLst>
                <a:path h="2096262" w="3138043">
                  <a:moveTo>
                    <a:pt x="0" y="0"/>
                  </a:moveTo>
                  <a:lnTo>
                    <a:pt x="3138043" y="0"/>
                  </a:lnTo>
                  <a:lnTo>
                    <a:pt x="3138043" y="2096262"/>
                  </a:lnTo>
                  <a:lnTo>
                    <a:pt x="0" y="2096262"/>
                  </a:lnTo>
                  <a:lnTo>
                    <a:pt x="0" y="0"/>
                  </a:lnTo>
                  <a:close/>
                </a:path>
              </a:pathLst>
            </a:custGeom>
            <a:blipFill>
              <a:blip r:embed="rId17"/>
              <a:stretch>
                <a:fillRect l="0" t="0" r="-1" b="-1"/>
              </a:stretch>
            </a:blipFill>
          </p:spPr>
        </p:sp>
      </p:grpSp>
      <p:grpSp>
        <p:nvGrpSpPr>
          <p:cNvPr name="Group 30" id="30"/>
          <p:cNvGrpSpPr/>
          <p:nvPr/>
        </p:nvGrpSpPr>
        <p:grpSpPr>
          <a:xfrm rot="0">
            <a:off x="3955390" y="4585440"/>
            <a:ext cx="3003699" cy="57169"/>
            <a:chOff x="0" y="0"/>
            <a:chExt cx="3003702" cy="57175"/>
          </a:xfrm>
        </p:grpSpPr>
        <p:sp>
          <p:nvSpPr>
            <p:cNvPr name="Freeform 31" id="31"/>
            <p:cNvSpPr/>
            <p:nvPr/>
          </p:nvSpPr>
          <p:spPr>
            <a:xfrm flipH="false" flipV="false" rot="0">
              <a:off x="0" y="0"/>
              <a:ext cx="3003682" cy="57154"/>
            </a:xfrm>
            <a:custGeom>
              <a:avLst/>
              <a:gdLst/>
              <a:ahLst/>
              <a:cxnLst/>
              <a:rect r="r" b="b" t="t" l="l"/>
              <a:pathLst>
                <a:path h="57154" w="3003682">
                  <a:moveTo>
                    <a:pt x="0" y="0"/>
                  </a:moveTo>
                  <a:lnTo>
                    <a:pt x="0" y="57154"/>
                  </a:lnTo>
                  <a:lnTo>
                    <a:pt x="3003682" y="57154"/>
                  </a:lnTo>
                  <a:lnTo>
                    <a:pt x="3003682" y="0"/>
                  </a:lnTo>
                  <a:close/>
                </a:path>
              </a:pathLst>
            </a:custGeom>
            <a:solidFill>
              <a:srgbClr val="2E7734"/>
            </a:solidFill>
          </p:spPr>
        </p:sp>
      </p:grpSp>
      <p:grpSp>
        <p:nvGrpSpPr>
          <p:cNvPr name="Group 32" id="32"/>
          <p:cNvGrpSpPr/>
          <p:nvPr/>
        </p:nvGrpSpPr>
        <p:grpSpPr>
          <a:xfrm rot="0">
            <a:off x="779755" y="7573194"/>
            <a:ext cx="2210629" cy="2229679"/>
            <a:chOff x="0" y="0"/>
            <a:chExt cx="2947505" cy="2972905"/>
          </a:xfrm>
        </p:grpSpPr>
        <p:sp>
          <p:nvSpPr>
            <p:cNvPr name="Freeform 33" id="33"/>
            <p:cNvSpPr/>
            <p:nvPr/>
          </p:nvSpPr>
          <p:spPr>
            <a:xfrm flipH="false" flipV="false" rot="0">
              <a:off x="0" y="0"/>
              <a:ext cx="2947543" cy="2972943"/>
            </a:xfrm>
            <a:custGeom>
              <a:avLst/>
              <a:gdLst/>
              <a:ahLst/>
              <a:cxnLst/>
              <a:rect r="r" b="b" t="t" l="l"/>
              <a:pathLst>
                <a:path h="2972943" w="2947543">
                  <a:moveTo>
                    <a:pt x="0" y="0"/>
                  </a:moveTo>
                  <a:lnTo>
                    <a:pt x="2947543" y="0"/>
                  </a:lnTo>
                  <a:lnTo>
                    <a:pt x="2947543" y="2972943"/>
                  </a:lnTo>
                  <a:lnTo>
                    <a:pt x="0" y="2972943"/>
                  </a:lnTo>
                  <a:lnTo>
                    <a:pt x="0" y="0"/>
                  </a:lnTo>
                  <a:close/>
                </a:path>
              </a:pathLst>
            </a:custGeom>
            <a:blipFill>
              <a:blip r:embed="rId18"/>
              <a:stretch>
                <a:fillRect l="0" t="0" r="1" b="0"/>
              </a:stretch>
            </a:blipFill>
          </p:spPr>
        </p:sp>
      </p:grpSp>
      <p:grpSp>
        <p:nvGrpSpPr>
          <p:cNvPr name="Group 34" id="34"/>
          <p:cNvGrpSpPr/>
          <p:nvPr/>
        </p:nvGrpSpPr>
        <p:grpSpPr>
          <a:xfrm rot="0">
            <a:off x="210845" y="7737081"/>
            <a:ext cx="3003699" cy="57160"/>
            <a:chOff x="0" y="0"/>
            <a:chExt cx="3003702" cy="57163"/>
          </a:xfrm>
        </p:grpSpPr>
        <p:sp>
          <p:nvSpPr>
            <p:cNvPr name="Freeform 35" id="35"/>
            <p:cNvSpPr/>
            <p:nvPr/>
          </p:nvSpPr>
          <p:spPr>
            <a:xfrm flipH="false" flipV="false" rot="0">
              <a:off x="0" y="0"/>
              <a:ext cx="3003682" cy="57153"/>
            </a:xfrm>
            <a:custGeom>
              <a:avLst/>
              <a:gdLst/>
              <a:ahLst/>
              <a:cxnLst/>
              <a:rect r="r" b="b" t="t" l="l"/>
              <a:pathLst>
                <a:path h="57153" w="3003682">
                  <a:moveTo>
                    <a:pt x="0" y="0"/>
                  </a:moveTo>
                  <a:lnTo>
                    <a:pt x="0" y="57153"/>
                  </a:lnTo>
                  <a:lnTo>
                    <a:pt x="3003682" y="57153"/>
                  </a:lnTo>
                  <a:lnTo>
                    <a:pt x="3003682" y="0"/>
                  </a:lnTo>
                  <a:close/>
                </a:path>
              </a:pathLst>
            </a:custGeom>
            <a:solidFill>
              <a:srgbClr val="2E7734"/>
            </a:solidFill>
          </p:spPr>
        </p:sp>
      </p:grpSp>
      <p:grpSp>
        <p:nvGrpSpPr>
          <p:cNvPr name="Group 36" id="36"/>
          <p:cNvGrpSpPr/>
          <p:nvPr/>
        </p:nvGrpSpPr>
        <p:grpSpPr>
          <a:xfrm rot="5400000">
            <a:off x="5030153" y="7051272"/>
            <a:ext cx="1267292" cy="3257274"/>
            <a:chOff x="0" y="0"/>
            <a:chExt cx="1689722" cy="4343032"/>
          </a:xfrm>
        </p:grpSpPr>
        <p:sp>
          <p:nvSpPr>
            <p:cNvPr name="Freeform 37" id="37"/>
            <p:cNvSpPr/>
            <p:nvPr/>
          </p:nvSpPr>
          <p:spPr>
            <a:xfrm flipH="false" flipV="true" rot="0">
              <a:off x="0" y="0"/>
              <a:ext cx="1689735" cy="4343019"/>
            </a:xfrm>
            <a:custGeom>
              <a:avLst/>
              <a:gdLst/>
              <a:ahLst/>
              <a:cxnLst/>
              <a:rect r="r" b="b" t="t" l="l"/>
              <a:pathLst>
                <a:path h="4343019" w="1689735">
                  <a:moveTo>
                    <a:pt x="0" y="4343019"/>
                  </a:moveTo>
                  <a:lnTo>
                    <a:pt x="1689735" y="4343019"/>
                  </a:lnTo>
                  <a:lnTo>
                    <a:pt x="1689735" y="0"/>
                  </a:lnTo>
                  <a:lnTo>
                    <a:pt x="0" y="0"/>
                  </a:lnTo>
                  <a:lnTo>
                    <a:pt x="0" y="4343019"/>
                  </a:lnTo>
                  <a:close/>
                </a:path>
              </a:pathLst>
            </a:custGeom>
            <a:blipFill>
              <a:blip r:embed="rId19"/>
              <a:stretch>
                <a:fillRect l="-1881" t="-1801" r="-3381" b="0"/>
              </a:stretch>
            </a:blipFill>
          </p:spPr>
        </p:sp>
      </p:grpSp>
      <p:grpSp>
        <p:nvGrpSpPr>
          <p:cNvPr name="Group 38" id="38"/>
          <p:cNvGrpSpPr/>
          <p:nvPr/>
        </p:nvGrpSpPr>
        <p:grpSpPr>
          <a:xfrm rot="0">
            <a:off x="0" y="0"/>
            <a:ext cx="7565136" cy="105527"/>
            <a:chOff x="0" y="0"/>
            <a:chExt cx="7565136" cy="105524"/>
          </a:xfrm>
        </p:grpSpPr>
        <p:sp>
          <p:nvSpPr>
            <p:cNvPr name="Freeform 39" id="39"/>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40" id="40"/>
          <p:cNvGrpSpPr/>
          <p:nvPr/>
        </p:nvGrpSpPr>
        <p:grpSpPr>
          <a:xfrm rot="0">
            <a:off x="3955390" y="7760399"/>
            <a:ext cx="3003699" cy="57160"/>
            <a:chOff x="0" y="0"/>
            <a:chExt cx="3003702" cy="57163"/>
          </a:xfrm>
        </p:grpSpPr>
        <p:sp>
          <p:nvSpPr>
            <p:cNvPr name="Freeform 41" id="41"/>
            <p:cNvSpPr/>
            <p:nvPr/>
          </p:nvSpPr>
          <p:spPr>
            <a:xfrm flipH="false" flipV="false" rot="0">
              <a:off x="0" y="0"/>
              <a:ext cx="3003682" cy="57152"/>
            </a:xfrm>
            <a:custGeom>
              <a:avLst/>
              <a:gdLst/>
              <a:ahLst/>
              <a:cxnLst/>
              <a:rect r="r" b="b" t="t" l="l"/>
              <a:pathLst>
                <a:path h="57152" w="3003682">
                  <a:moveTo>
                    <a:pt x="0" y="0"/>
                  </a:moveTo>
                  <a:lnTo>
                    <a:pt x="0" y="57152"/>
                  </a:lnTo>
                  <a:lnTo>
                    <a:pt x="3003682" y="57152"/>
                  </a:lnTo>
                  <a:lnTo>
                    <a:pt x="3003682" y="0"/>
                  </a:lnTo>
                  <a:close/>
                </a:path>
              </a:pathLst>
            </a:custGeom>
            <a:solidFill>
              <a:srgbClr val="2E7734"/>
            </a:solidFill>
          </p:spPr>
        </p:sp>
      </p:grpSp>
      <p:grpSp>
        <p:nvGrpSpPr>
          <p:cNvPr name="Group 42" id="42"/>
          <p:cNvGrpSpPr/>
          <p:nvPr/>
        </p:nvGrpSpPr>
        <p:grpSpPr>
          <a:xfrm rot="0">
            <a:off x="11182" y="105527"/>
            <a:ext cx="1019556" cy="924268"/>
            <a:chOff x="0" y="0"/>
            <a:chExt cx="1359408" cy="1232357"/>
          </a:xfrm>
        </p:grpSpPr>
        <p:sp>
          <p:nvSpPr>
            <p:cNvPr name="Freeform 43" id="43"/>
            <p:cNvSpPr/>
            <p:nvPr/>
          </p:nvSpPr>
          <p:spPr>
            <a:xfrm flipH="false" flipV="false" rot="0">
              <a:off x="0" y="0"/>
              <a:ext cx="1359408" cy="1232408"/>
            </a:xfrm>
            <a:custGeom>
              <a:avLst/>
              <a:gdLst/>
              <a:ahLst/>
              <a:cxnLst/>
              <a:rect r="r" b="b" t="t" l="l"/>
              <a:pathLst>
                <a:path h="1232408" w="1359408">
                  <a:moveTo>
                    <a:pt x="0" y="0"/>
                  </a:moveTo>
                  <a:lnTo>
                    <a:pt x="1359408" y="0"/>
                  </a:lnTo>
                  <a:lnTo>
                    <a:pt x="1359408" y="1232408"/>
                  </a:lnTo>
                  <a:lnTo>
                    <a:pt x="0" y="1232408"/>
                  </a:lnTo>
                  <a:lnTo>
                    <a:pt x="0" y="0"/>
                  </a:lnTo>
                  <a:close/>
                </a:path>
              </a:pathLst>
            </a:custGeom>
            <a:blipFill>
              <a:blip r:embed="rId20"/>
              <a:stretch>
                <a:fillRect l="0" t="0" r="0" b="4"/>
              </a:stretch>
            </a:blipFill>
          </p:spPr>
        </p:sp>
      </p:grpSp>
      <p:grpSp>
        <p:nvGrpSpPr>
          <p:cNvPr name="Group 44" id="44"/>
          <p:cNvGrpSpPr/>
          <p:nvPr/>
        </p:nvGrpSpPr>
        <p:grpSpPr>
          <a:xfrm rot="0">
            <a:off x="149219" y="1706318"/>
            <a:ext cx="3023997" cy="60484"/>
            <a:chOff x="0" y="0"/>
            <a:chExt cx="3023997" cy="60477"/>
          </a:xfrm>
        </p:grpSpPr>
        <p:sp>
          <p:nvSpPr>
            <p:cNvPr name="Freeform 45" id="4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6" id="46"/>
          <p:cNvGrpSpPr/>
          <p:nvPr/>
        </p:nvGrpSpPr>
        <p:grpSpPr>
          <a:xfrm rot="0">
            <a:off x="149219" y="4649800"/>
            <a:ext cx="3023997" cy="60484"/>
            <a:chOff x="0" y="0"/>
            <a:chExt cx="3023997" cy="60477"/>
          </a:xfrm>
        </p:grpSpPr>
        <p:sp>
          <p:nvSpPr>
            <p:cNvPr name="Freeform 47" id="4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8" id="48"/>
          <p:cNvGrpSpPr/>
          <p:nvPr/>
        </p:nvGrpSpPr>
        <p:grpSpPr>
          <a:xfrm rot="0">
            <a:off x="200292" y="7734157"/>
            <a:ext cx="3023997" cy="60484"/>
            <a:chOff x="0" y="0"/>
            <a:chExt cx="3023997" cy="60477"/>
          </a:xfrm>
        </p:grpSpPr>
        <p:sp>
          <p:nvSpPr>
            <p:cNvPr name="Freeform 49" id="4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50" id="50"/>
          <p:cNvGrpSpPr/>
          <p:nvPr/>
        </p:nvGrpSpPr>
        <p:grpSpPr>
          <a:xfrm rot="0">
            <a:off x="0" y="0"/>
            <a:ext cx="7562850" cy="105489"/>
            <a:chOff x="0" y="0"/>
            <a:chExt cx="7562850" cy="105486"/>
          </a:xfrm>
        </p:grpSpPr>
        <p:sp>
          <p:nvSpPr>
            <p:cNvPr name="Freeform 51" id="51"/>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52" id="52"/>
          <p:cNvGrpSpPr/>
          <p:nvPr/>
        </p:nvGrpSpPr>
        <p:grpSpPr>
          <a:xfrm rot="0">
            <a:off x="3943417" y="4583706"/>
            <a:ext cx="3023997" cy="60484"/>
            <a:chOff x="0" y="0"/>
            <a:chExt cx="3023997" cy="60477"/>
          </a:xfrm>
        </p:grpSpPr>
        <p:sp>
          <p:nvSpPr>
            <p:cNvPr name="Freeform 53" id="5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54" id="54"/>
          <p:cNvGrpSpPr/>
          <p:nvPr/>
        </p:nvGrpSpPr>
        <p:grpSpPr>
          <a:xfrm rot="0">
            <a:off x="3943417" y="7757465"/>
            <a:ext cx="3023997" cy="60484"/>
            <a:chOff x="0" y="0"/>
            <a:chExt cx="3023997" cy="60477"/>
          </a:xfrm>
        </p:grpSpPr>
        <p:sp>
          <p:nvSpPr>
            <p:cNvPr name="Freeform 55" id="5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56" id="56"/>
          <p:cNvGrpSpPr/>
          <p:nvPr/>
        </p:nvGrpSpPr>
        <p:grpSpPr>
          <a:xfrm rot="0">
            <a:off x="4024246" y="1712605"/>
            <a:ext cx="3023997" cy="60484"/>
            <a:chOff x="0" y="0"/>
            <a:chExt cx="3023997" cy="60477"/>
          </a:xfrm>
        </p:grpSpPr>
        <p:sp>
          <p:nvSpPr>
            <p:cNvPr name="Freeform 57" id="5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58" id="58"/>
          <p:cNvGrpSpPr/>
          <p:nvPr/>
        </p:nvGrpSpPr>
        <p:grpSpPr>
          <a:xfrm rot="0">
            <a:off x="-63503" y="9473127"/>
            <a:ext cx="7689847" cy="1286951"/>
            <a:chOff x="0" y="0"/>
            <a:chExt cx="7689850" cy="1286954"/>
          </a:xfrm>
        </p:grpSpPr>
        <p:sp>
          <p:nvSpPr>
            <p:cNvPr name="Freeform 59" id="59"/>
            <p:cNvSpPr/>
            <p:nvPr/>
          </p:nvSpPr>
          <p:spPr>
            <a:xfrm flipH="false" flipV="false" rot="0">
              <a:off x="6507734" y="63500"/>
              <a:ext cx="1118616" cy="1159893"/>
            </a:xfrm>
            <a:custGeom>
              <a:avLst/>
              <a:gdLst/>
              <a:ahLst/>
              <a:cxnLst/>
              <a:rect r="r" b="b" t="t" l="l"/>
              <a:pathLst>
                <a:path h="1159893" w="1118616">
                  <a:moveTo>
                    <a:pt x="0" y="0"/>
                  </a:moveTo>
                  <a:lnTo>
                    <a:pt x="0" y="1159893"/>
                  </a:lnTo>
                  <a:lnTo>
                    <a:pt x="1118616" y="1159893"/>
                  </a:lnTo>
                  <a:lnTo>
                    <a:pt x="1118616" y="0"/>
                  </a:lnTo>
                  <a:close/>
                </a:path>
              </a:pathLst>
            </a:custGeom>
            <a:solidFill>
              <a:srgbClr val="000000">
                <a:alpha val="0"/>
              </a:srgbClr>
            </a:solidFill>
          </p:spPr>
        </p:sp>
        <p:sp>
          <p:nvSpPr>
            <p:cNvPr name="Freeform 60" id="60"/>
            <p:cNvSpPr/>
            <p:nvPr/>
          </p:nvSpPr>
          <p:spPr>
            <a:xfrm flipH="false" flipV="false" rot="0">
              <a:off x="63500" y="1055499"/>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61" id="61"/>
          <p:cNvSpPr txBox="true"/>
          <p:nvPr/>
        </p:nvSpPr>
        <p:spPr>
          <a:xfrm rot="0">
            <a:off x="1033948" y="3480787"/>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62" id="62"/>
          <p:cNvSpPr txBox="true"/>
          <p:nvPr/>
        </p:nvSpPr>
        <p:spPr>
          <a:xfrm rot="0">
            <a:off x="1033948" y="6376102"/>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63" id="63"/>
          <p:cNvSpPr txBox="true"/>
          <p:nvPr/>
        </p:nvSpPr>
        <p:spPr>
          <a:xfrm rot="0">
            <a:off x="1033948" y="9542126"/>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64" id="64"/>
          <p:cNvSpPr txBox="true"/>
          <p:nvPr/>
        </p:nvSpPr>
        <p:spPr>
          <a:xfrm rot="0">
            <a:off x="4858445" y="6376102"/>
            <a:ext cx="164292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a:t>
            </a:r>
          </a:p>
        </p:txBody>
      </p:sp>
      <p:sp>
        <p:nvSpPr>
          <p:cNvPr name="TextBox 65" id="65"/>
          <p:cNvSpPr txBox="true"/>
          <p:nvPr/>
        </p:nvSpPr>
        <p:spPr>
          <a:xfrm rot="0">
            <a:off x="4858445" y="9523057"/>
            <a:ext cx="164292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a:t>
            </a:r>
          </a:p>
        </p:txBody>
      </p:sp>
      <p:sp>
        <p:nvSpPr>
          <p:cNvPr name="TextBox 66" id="66"/>
          <p:cNvSpPr txBox="true"/>
          <p:nvPr/>
        </p:nvSpPr>
        <p:spPr>
          <a:xfrm rot="0">
            <a:off x="4910433" y="3480787"/>
            <a:ext cx="170180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Alloy </a:t>
            </a:r>
          </a:p>
        </p:txBody>
      </p:sp>
      <p:sp>
        <p:nvSpPr>
          <p:cNvPr name="TextBox 67" id="67"/>
          <p:cNvSpPr txBox="true"/>
          <p:nvPr/>
        </p:nvSpPr>
        <p:spPr>
          <a:xfrm rot="0">
            <a:off x="1126426" y="7443073"/>
            <a:ext cx="1513151"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MASTER LINK</a:t>
            </a:r>
          </a:p>
        </p:txBody>
      </p:sp>
      <p:sp>
        <p:nvSpPr>
          <p:cNvPr name="TextBox 68" id="68"/>
          <p:cNvSpPr txBox="true"/>
          <p:nvPr/>
        </p:nvSpPr>
        <p:spPr>
          <a:xfrm rot="0">
            <a:off x="474154" y="4289641"/>
            <a:ext cx="2882389"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LOAD BINDER LEVER TYPE</a:t>
            </a:r>
          </a:p>
        </p:txBody>
      </p:sp>
      <p:sp>
        <p:nvSpPr>
          <p:cNvPr name="TextBox 69" id="69"/>
          <p:cNvSpPr txBox="true"/>
          <p:nvPr/>
        </p:nvSpPr>
        <p:spPr>
          <a:xfrm rot="0">
            <a:off x="200368" y="1405919"/>
            <a:ext cx="3402406"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G80 EYE SELF LOCKING HOOK </a:t>
            </a:r>
          </a:p>
        </p:txBody>
      </p:sp>
      <p:sp>
        <p:nvSpPr>
          <p:cNvPr name="TextBox 70" id="70"/>
          <p:cNvSpPr txBox="true"/>
          <p:nvPr/>
        </p:nvSpPr>
        <p:spPr>
          <a:xfrm rot="0">
            <a:off x="4529023" y="4262847"/>
            <a:ext cx="2347760"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SHOTENIGN CLUTCH</a:t>
            </a:r>
          </a:p>
        </p:txBody>
      </p:sp>
      <p:sp>
        <p:nvSpPr>
          <p:cNvPr name="TextBox 71" id="71"/>
          <p:cNvSpPr txBox="true"/>
          <p:nvPr/>
        </p:nvSpPr>
        <p:spPr>
          <a:xfrm rot="0">
            <a:off x="4129764" y="1405919"/>
            <a:ext cx="3270533"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LOAD BINDER RATCHET TYPE</a:t>
            </a:r>
          </a:p>
        </p:txBody>
      </p:sp>
      <p:sp>
        <p:nvSpPr>
          <p:cNvPr name="TextBox 72" id="72"/>
          <p:cNvSpPr txBox="true"/>
          <p:nvPr/>
        </p:nvSpPr>
        <p:spPr>
          <a:xfrm rot="0">
            <a:off x="7045328" y="10145220"/>
            <a:ext cx="485184"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24</a:t>
            </a:r>
          </a:p>
        </p:txBody>
      </p:sp>
      <p:sp>
        <p:nvSpPr>
          <p:cNvPr name="TextBox 73" id="73"/>
          <p:cNvSpPr txBox="true"/>
          <p:nvPr/>
        </p:nvSpPr>
        <p:spPr>
          <a:xfrm rot="0">
            <a:off x="2460022" y="813425"/>
            <a:ext cx="2695518"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LIFTING MARINE HARDWARE</a:t>
            </a:r>
          </a:p>
        </p:txBody>
      </p:sp>
      <p:sp>
        <p:nvSpPr>
          <p:cNvPr name="TextBox 74" id="74"/>
          <p:cNvSpPr txBox="true"/>
          <p:nvPr/>
        </p:nvSpPr>
        <p:spPr>
          <a:xfrm rot="0">
            <a:off x="4156529" y="7463095"/>
            <a:ext cx="3215745"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ROTATING SELF LOCKING HOOK</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grpSp>
        <p:nvGrpSpPr>
          <p:cNvPr name="Group 4" id="4"/>
          <p:cNvGrpSpPr/>
          <p:nvPr/>
        </p:nvGrpSpPr>
        <p:grpSpPr>
          <a:xfrm rot="0">
            <a:off x="2120770" y="1758496"/>
            <a:ext cx="3003699" cy="57169"/>
            <a:chOff x="0" y="0"/>
            <a:chExt cx="3003702" cy="57163"/>
          </a:xfrm>
        </p:grpSpPr>
        <p:sp>
          <p:nvSpPr>
            <p:cNvPr name="Freeform 5" id="5"/>
            <p:cNvSpPr/>
            <p:nvPr/>
          </p:nvSpPr>
          <p:spPr>
            <a:xfrm flipH="false" flipV="false" rot="0">
              <a:off x="0" y="0"/>
              <a:ext cx="3003682" cy="57147"/>
            </a:xfrm>
            <a:custGeom>
              <a:avLst/>
              <a:gdLst/>
              <a:ahLst/>
              <a:cxnLst/>
              <a:rect r="r" b="b" t="t" l="l"/>
              <a:pathLst>
                <a:path h="57147" w="3003682">
                  <a:moveTo>
                    <a:pt x="0" y="0"/>
                  </a:moveTo>
                  <a:lnTo>
                    <a:pt x="0" y="57147"/>
                  </a:lnTo>
                  <a:lnTo>
                    <a:pt x="3003682" y="57147"/>
                  </a:lnTo>
                  <a:lnTo>
                    <a:pt x="3003682" y="0"/>
                  </a:lnTo>
                  <a:close/>
                </a:path>
              </a:pathLst>
            </a:custGeom>
            <a:solidFill>
              <a:srgbClr val="2E7734"/>
            </a:solidFill>
          </p:spPr>
        </p:sp>
      </p:gr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6705600" y="9540678"/>
            <a:ext cx="859536" cy="1157802"/>
            <a:chOff x="0" y="0"/>
            <a:chExt cx="859536" cy="1157808"/>
          </a:xfrm>
        </p:grpSpPr>
        <p:sp>
          <p:nvSpPr>
            <p:cNvPr name="Freeform 8" id="8"/>
            <p:cNvSpPr/>
            <p:nvPr/>
          </p:nvSpPr>
          <p:spPr>
            <a:xfrm flipH="false" flipV="false" rot="0">
              <a:off x="1016" y="163449"/>
              <a:ext cx="856234" cy="992507"/>
            </a:xfrm>
            <a:custGeom>
              <a:avLst/>
              <a:gdLst/>
              <a:ahLst/>
              <a:cxnLst/>
              <a:rect r="r" b="b" t="t" l="l"/>
              <a:pathLst>
                <a:path h="992507" w="856234">
                  <a:moveTo>
                    <a:pt x="856234" y="0"/>
                  </a:moveTo>
                  <a:lnTo>
                    <a:pt x="0" y="980951"/>
                  </a:lnTo>
                  <a:lnTo>
                    <a:pt x="499999" y="992508"/>
                  </a:lnTo>
                  <a:lnTo>
                    <a:pt x="856234" y="992508"/>
                  </a:lnTo>
                  <a:lnTo>
                    <a:pt x="856234" y="0"/>
                  </a:lnTo>
                  <a:close/>
                </a:path>
              </a:pathLst>
            </a:custGeom>
            <a:solidFill>
              <a:srgbClr val="FF9100"/>
            </a:solidFill>
          </p:spPr>
        </p:sp>
      </p:grpSp>
      <p:grpSp>
        <p:nvGrpSpPr>
          <p:cNvPr name="Group 9" id="9"/>
          <p:cNvGrpSpPr/>
          <p:nvPr/>
        </p:nvGrpSpPr>
        <p:grpSpPr>
          <a:xfrm rot="0">
            <a:off x="2888780" y="1818989"/>
            <a:ext cx="1781842" cy="1657979"/>
            <a:chOff x="0" y="0"/>
            <a:chExt cx="2375789" cy="2210638"/>
          </a:xfrm>
        </p:grpSpPr>
        <p:sp>
          <p:nvSpPr>
            <p:cNvPr name="Freeform 10" id="10"/>
            <p:cNvSpPr/>
            <p:nvPr/>
          </p:nvSpPr>
          <p:spPr>
            <a:xfrm flipH="false" flipV="false" rot="0">
              <a:off x="0" y="0"/>
              <a:ext cx="2375789" cy="2210689"/>
            </a:xfrm>
            <a:custGeom>
              <a:avLst/>
              <a:gdLst/>
              <a:ahLst/>
              <a:cxnLst/>
              <a:rect r="r" b="b" t="t" l="l"/>
              <a:pathLst>
                <a:path h="2210689" w="2375789">
                  <a:moveTo>
                    <a:pt x="0" y="0"/>
                  </a:moveTo>
                  <a:lnTo>
                    <a:pt x="2375789" y="0"/>
                  </a:lnTo>
                  <a:lnTo>
                    <a:pt x="2375789" y="2210689"/>
                  </a:lnTo>
                  <a:lnTo>
                    <a:pt x="0" y="2210689"/>
                  </a:lnTo>
                  <a:lnTo>
                    <a:pt x="0" y="0"/>
                  </a:lnTo>
                  <a:close/>
                </a:path>
              </a:pathLst>
            </a:custGeom>
            <a:blipFill>
              <a:blip r:embed="rId5"/>
              <a:stretch>
                <a:fillRect l="0" t="-7469" r="0" b="1"/>
              </a:stretch>
            </a:blipFill>
          </p:spPr>
        </p:sp>
      </p:grpSp>
      <p:grpSp>
        <p:nvGrpSpPr>
          <p:cNvPr name="Group 11" id="11"/>
          <p:cNvGrpSpPr/>
          <p:nvPr/>
        </p:nvGrpSpPr>
        <p:grpSpPr>
          <a:xfrm rot="0">
            <a:off x="0" y="0"/>
            <a:ext cx="7565136" cy="105527"/>
            <a:chOff x="0" y="0"/>
            <a:chExt cx="7565136" cy="105524"/>
          </a:xfrm>
        </p:grpSpPr>
        <p:sp>
          <p:nvSpPr>
            <p:cNvPr name="Freeform 12" id="12"/>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13" id="13"/>
          <p:cNvGrpSpPr/>
          <p:nvPr/>
        </p:nvGrpSpPr>
        <p:grpSpPr>
          <a:xfrm rot="0">
            <a:off x="0" y="10532631"/>
            <a:ext cx="7086543" cy="165849"/>
            <a:chOff x="0" y="0"/>
            <a:chExt cx="7086536" cy="165849"/>
          </a:xfrm>
        </p:grpSpPr>
        <p:sp>
          <p:nvSpPr>
            <p:cNvPr name="Freeform 14" id="14"/>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15" id="15"/>
          <p:cNvSpPr/>
          <p:nvPr/>
        </p:nvSpPr>
        <p:spPr>
          <a:xfrm flipH="false" flipV="false" rot="0">
            <a:off x="2110292" y="1370543"/>
            <a:ext cx="3437868" cy="2553662"/>
          </a:xfrm>
          <a:custGeom>
            <a:avLst/>
            <a:gdLst/>
            <a:ahLst/>
            <a:cxnLst/>
            <a:rect r="r" b="b" t="t" l="l"/>
            <a:pathLst>
              <a:path h="2553662" w="3437868">
                <a:moveTo>
                  <a:pt x="0" y="0"/>
                </a:moveTo>
                <a:lnTo>
                  <a:pt x="3437868" y="0"/>
                </a:lnTo>
                <a:lnTo>
                  <a:pt x="3437868" y="2553662"/>
                </a:lnTo>
                <a:lnTo>
                  <a:pt x="0" y="2553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2163147" y="702688"/>
            <a:ext cx="3237071" cy="450132"/>
          </a:xfrm>
          <a:custGeom>
            <a:avLst/>
            <a:gdLst/>
            <a:ahLst/>
            <a:cxnLst/>
            <a:rect r="r" b="b" t="t" l="l"/>
            <a:pathLst>
              <a:path h="450132" w="3237071">
                <a:moveTo>
                  <a:pt x="0" y="0"/>
                </a:moveTo>
                <a:lnTo>
                  <a:pt x="3237071" y="0"/>
                </a:lnTo>
                <a:lnTo>
                  <a:pt x="3237071" y="450132"/>
                </a:lnTo>
                <a:lnTo>
                  <a:pt x="0" y="4501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7" id="17"/>
          <p:cNvGrpSpPr/>
          <p:nvPr/>
        </p:nvGrpSpPr>
        <p:grpSpPr>
          <a:xfrm rot="0">
            <a:off x="11182" y="105527"/>
            <a:ext cx="1019556" cy="924268"/>
            <a:chOff x="0" y="0"/>
            <a:chExt cx="1359408" cy="1232357"/>
          </a:xfrm>
        </p:grpSpPr>
        <p:sp>
          <p:nvSpPr>
            <p:cNvPr name="Freeform 18" id="18"/>
            <p:cNvSpPr/>
            <p:nvPr/>
          </p:nvSpPr>
          <p:spPr>
            <a:xfrm flipH="false" flipV="false" rot="0">
              <a:off x="0" y="0"/>
              <a:ext cx="1359408" cy="1232408"/>
            </a:xfrm>
            <a:custGeom>
              <a:avLst/>
              <a:gdLst/>
              <a:ahLst/>
              <a:cxnLst/>
              <a:rect r="r" b="b" t="t" l="l"/>
              <a:pathLst>
                <a:path h="1232408" w="1359408">
                  <a:moveTo>
                    <a:pt x="0" y="0"/>
                  </a:moveTo>
                  <a:lnTo>
                    <a:pt x="1359408" y="0"/>
                  </a:lnTo>
                  <a:lnTo>
                    <a:pt x="1359408" y="1232408"/>
                  </a:lnTo>
                  <a:lnTo>
                    <a:pt x="0" y="1232408"/>
                  </a:lnTo>
                  <a:lnTo>
                    <a:pt x="0" y="0"/>
                  </a:lnTo>
                  <a:close/>
                </a:path>
              </a:pathLst>
            </a:custGeom>
            <a:blipFill>
              <a:blip r:embed="rId10"/>
              <a:stretch>
                <a:fillRect l="0" t="0" r="0" b="4"/>
              </a:stretch>
            </a:blipFill>
          </p:spPr>
        </p:sp>
      </p:grpSp>
      <p:grpSp>
        <p:nvGrpSpPr>
          <p:cNvPr name="Group 19" id="19"/>
          <p:cNvGrpSpPr/>
          <p:nvPr/>
        </p:nvGrpSpPr>
        <p:grpSpPr>
          <a:xfrm rot="0">
            <a:off x="2109492" y="1757829"/>
            <a:ext cx="3023997" cy="60484"/>
            <a:chOff x="0" y="0"/>
            <a:chExt cx="3023997" cy="60477"/>
          </a:xfrm>
        </p:grpSpPr>
        <p:sp>
          <p:nvSpPr>
            <p:cNvPr name="Freeform 20" id="2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1" id="21"/>
          <p:cNvGrpSpPr/>
          <p:nvPr/>
        </p:nvGrpSpPr>
        <p:grpSpPr>
          <a:xfrm rot="0">
            <a:off x="0" y="0"/>
            <a:ext cx="7562850" cy="105489"/>
            <a:chOff x="0" y="0"/>
            <a:chExt cx="7562850" cy="105486"/>
          </a:xfrm>
        </p:grpSpPr>
        <p:sp>
          <p:nvSpPr>
            <p:cNvPr name="Freeform 22" id="22"/>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23" id="23"/>
          <p:cNvGrpSpPr/>
          <p:nvPr/>
        </p:nvGrpSpPr>
        <p:grpSpPr>
          <a:xfrm rot="0">
            <a:off x="-63503" y="9473127"/>
            <a:ext cx="7689847" cy="1286951"/>
            <a:chOff x="0" y="0"/>
            <a:chExt cx="7689850" cy="1286954"/>
          </a:xfrm>
        </p:grpSpPr>
        <p:sp>
          <p:nvSpPr>
            <p:cNvPr name="Freeform 24" id="24"/>
            <p:cNvSpPr/>
            <p:nvPr/>
          </p:nvSpPr>
          <p:spPr>
            <a:xfrm flipH="false" flipV="false" rot="0">
              <a:off x="6507734" y="63500"/>
              <a:ext cx="1118616" cy="1159893"/>
            </a:xfrm>
            <a:custGeom>
              <a:avLst/>
              <a:gdLst/>
              <a:ahLst/>
              <a:cxnLst/>
              <a:rect r="r" b="b" t="t" l="l"/>
              <a:pathLst>
                <a:path h="1159893" w="1118616">
                  <a:moveTo>
                    <a:pt x="0" y="0"/>
                  </a:moveTo>
                  <a:lnTo>
                    <a:pt x="0" y="1159893"/>
                  </a:lnTo>
                  <a:lnTo>
                    <a:pt x="1118616" y="1159893"/>
                  </a:lnTo>
                  <a:lnTo>
                    <a:pt x="1118616" y="0"/>
                  </a:lnTo>
                  <a:close/>
                </a:path>
              </a:pathLst>
            </a:custGeom>
            <a:solidFill>
              <a:srgbClr val="000000">
                <a:alpha val="0"/>
              </a:srgbClr>
            </a:solidFill>
          </p:spPr>
        </p:sp>
        <p:sp>
          <p:nvSpPr>
            <p:cNvPr name="Freeform 25" id="25"/>
            <p:cNvSpPr/>
            <p:nvPr/>
          </p:nvSpPr>
          <p:spPr>
            <a:xfrm flipH="false" flipV="false" rot="0">
              <a:off x="63500" y="1055499"/>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26" id="26"/>
          <p:cNvSpPr txBox="true"/>
          <p:nvPr/>
        </p:nvSpPr>
        <p:spPr>
          <a:xfrm rot="0">
            <a:off x="2829554" y="1439285"/>
            <a:ext cx="1890246"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G80 MS CHAIN</a:t>
            </a:r>
          </a:p>
        </p:txBody>
      </p:sp>
      <p:sp>
        <p:nvSpPr>
          <p:cNvPr name="TextBox 27" id="27"/>
          <p:cNvSpPr txBox="true"/>
          <p:nvPr/>
        </p:nvSpPr>
        <p:spPr>
          <a:xfrm rot="0">
            <a:off x="7050453" y="10145220"/>
            <a:ext cx="47468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25</a:t>
            </a:r>
          </a:p>
        </p:txBody>
      </p:sp>
      <p:sp>
        <p:nvSpPr>
          <p:cNvPr name="TextBox 28" id="28"/>
          <p:cNvSpPr txBox="true"/>
          <p:nvPr/>
        </p:nvSpPr>
        <p:spPr>
          <a:xfrm rot="0">
            <a:off x="2460022" y="813425"/>
            <a:ext cx="2695518"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LIFTING MARINE HARDWARE</a:t>
            </a:r>
          </a:p>
        </p:txBody>
      </p:sp>
      <p:sp>
        <p:nvSpPr>
          <p:cNvPr name="TextBox 29" id="29"/>
          <p:cNvSpPr txBox="true"/>
          <p:nvPr/>
        </p:nvSpPr>
        <p:spPr>
          <a:xfrm rot="0">
            <a:off x="3220374" y="3507943"/>
            <a:ext cx="1241946"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G80</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1012136" y="1839935"/>
            <a:ext cx="1743732" cy="1638919"/>
            <a:chOff x="0" y="0"/>
            <a:chExt cx="2324976" cy="2185226"/>
          </a:xfrm>
        </p:grpSpPr>
        <p:sp>
          <p:nvSpPr>
            <p:cNvPr name="Freeform 10" id="10"/>
            <p:cNvSpPr/>
            <p:nvPr/>
          </p:nvSpPr>
          <p:spPr>
            <a:xfrm flipH="false" flipV="false" rot="0">
              <a:off x="0" y="0"/>
              <a:ext cx="2324989" cy="2185162"/>
            </a:xfrm>
            <a:custGeom>
              <a:avLst/>
              <a:gdLst/>
              <a:ahLst/>
              <a:cxnLst/>
              <a:rect r="r" b="b" t="t" l="l"/>
              <a:pathLst>
                <a:path h="2185162" w="2324989">
                  <a:moveTo>
                    <a:pt x="0" y="0"/>
                  </a:moveTo>
                  <a:lnTo>
                    <a:pt x="2324989" y="0"/>
                  </a:lnTo>
                  <a:lnTo>
                    <a:pt x="2324989" y="2185162"/>
                  </a:lnTo>
                  <a:lnTo>
                    <a:pt x="0" y="2185162"/>
                  </a:lnTo>
                  <a:lnTo>
                    <a:pt x="0" y="0"/>
                  </a:lnTo>
                  <a:close/>
                </a:path>
              </a:pathLst>
            </a:custGeom>
            <a:blipFill>
              <a:blip r:embed="rId12"/>
              <a:stretch>
                <a:fillRect l="-380" t="-306" r="-291" b="-302"/>
              </a:stretch>
            </a:blipFill>
          </p:spPr>
        </p:sp>
      </p:grpSp>
      <p:grpSp>
        <p:nvGrpSpPr>
          <p:cNvPr name="Group 11" id="11"/>
          <p:cNvGrpSpPr/>
          <p:nvPr/>
        </p:nvGrpSpPr>
        <p:grpSpPr>
          <a:xfrm rot="0">
            <a:off x="4772768" y="1839935"/>
            <a:ext cx="1753257" cy="1657979"/>
            <a:chOff x="0" y="0"/>
            <a:chExt cx="2337676" cy="2210638"/>
          </a:xfrm>
        </p:grpSpPr>
        <p:sp>
          <p:nvSpPr>
            <p:cNvPr name="Freeform 12" id="12"/>
            <p:cNvSpPr/>
            <p:nvPr/>
          </p:nvSpPr>
          <p:spPr>
            <a:xfrm flipH="false" flipV="false" rot="0">
              <a:off x="0" y="0"/>
              <a:ext cx="2337689" cy="2210689"/>
            </a:xfrm>
            <a:custGeom>
              <a:avLst/>
              <a:gdLst/>
              <a:ahLst/>
              <a:cxnLst/>
              <a:rect r="r" b="b" t="t" l="l"/>
              <a:pathLst>
                <a:path h="2210689" w="2337689">
                  <a:moveTo>
                    <a:pt x="0" y="0"/>
                  </a:moveTo>
                  <a:lnTo>
                    <a:pt x="2337689" y="0"/>
                  </a:lnTo>
                  <a:lnTo>
                    <a:pt x="2337689" y="2210689"/>
                  </a:lnTo>
                  <a:lnTo>
                    <a:pt x="0" y="2210689"/>
                  </a:lnTo>
                  <a:lnTo>
                    <a:pt x="0" y="0"/>
                  </a:lnTo>
                  <a:close/>
                </a:path>
              </a:pathLst>
            </a:custGeom>
            <a:blipFill>
              <a:blip r:embed="rId13"/>
              <a:stretch>
                <a:fillRect l="-377" t="-8" r="-287" b="-144"/>
              </a:stretch>
            </a:blipFill>
          </p:spPr>
        </p:sp>
      </p:grpSp>
      <p:grpSp>
        <p:nvGrpSpPr>
          <p:cNvPr name="Group 13" id="13"/>
          <p:cNvGrpSpPr/>
          <p:nvPr/>
        </p:nvGrpSpPr>
        <p:grpSpPr>
          <a:xfrm rot="0">
            <a:off x="551936" y="4688129"/>
            <a:ext cx="2668010" cy="1524572"/>
            <a:chOff x="0" y="0"/>
            <a:chExt cx="3557346" cy="2032762"/>
          </a:xfrm>
        </p:grpSpPr>
        <p:sp>
          <p:nvSpPr>
            <p:cNvPr name="Freeform 14" id="14"/>
            <p:cNvSpPr/>
            <p:nvPr/>
          </p:nvSpPr>
          <p:spPr>
            <a:xfrm flipH="false" flipV="false" rot="0">
              <a:off x="0" y="0"/>
              <a:ext cx="3557397" cy="2032762"/>
            </a:xfrm>
            <a:custGeom>
              <a:avLst/>
              <a:gdLst/>
              <a:ahLst/>
              <a:cxnLst/>
              <a:rect r="r" b="b" t="t" l="l"/>
              <a:pathLst>
                <a:path h="2032762" w="3557397">
                  <a:moveTo>
                    <a:pt x="0" y="0"/>
                  </a:moveTo>
                  <a:lnTo>
                    <a:pt x="3557397" y="0"/>
                  </a:lnTo>
                  <a:lnTo>
                    <a:pt x="3557397" y="2032762"/>
                  </a:lnTo>
                  <a:lnTo>
                    <a:pt x="0" y="2032762"/>
                  </a:lnTo>
                  <a:lnTo>
                    <a:pt x="0" y="0"/>
                  </a:lnTo>
                  <a:close/>
                </a:path>
              </a:pathLst>
            </a:custGeom>
            <a:blipFill>
              <a:blip r:embed="rId14"/>
              <a:stretch>
                <a:fillRect l="0" t="0" r="1" b="-317"/>
              </a:stretch>
            </a:blipFill>
          </p:spPr>
        </p:sp>
      </p:grpSp>
      <p:grpSp>
        <p:nvGrpSpPr>
          <p:cNvPr name="Group 15" id="15"/>
          <p:cNvGrpSpPr/>
          <p:nvPr/>
        </p:nvGrpSpPr>
        <p:grpSpPr>
          <a:xfrm rot="0">
            <a:off x="4617568" y="4640456"/>
            <a:ext cx="1981943" cy="1686563"/>
            <a:chOff x="0" y="0"/>
            <a:chExt cx="2642591" cy="2248751"/>
          </a:xfrm>
        </p:grpSpPr>
        <p:sp>
          <p:nvSpPr>
            <p:cNvPr name="Freeform 16" id="16"/>
            <p:cNvSpPr/>
            <p:nvPr/>
          </p:nvSpPr>
          <p:spPr>
            <a:xfrm flipH="false" flipV="false" rot="0">
              <a:off x="0" y="0"/>
              <a:ext cx="2642616" cy="2248789"/>
            </a:xfrm>
            <a:custGeom>
              <a:avLst/>
              <a:gdLst/>
              <a:ahLst/>
              <a:cxnLst/>
              <a:rect r="r" b="b" t="t" l="l"/>
              <a:pathLst>
                <a:path h="2248789" w="2642616">
                  <a:moveTo>
                    <a:pt x="0" y="0"/>
                  </a:moveTo>
                  <a:lnTo>
                    <a:pt x="2642616" y="0"/>
                  </a:lnTo>
                  <a:lnTo>
                    <a:pt x="2642616" y="2248789"/>
                  </a:lnTo>
                  <a:lnTo>
                    <a:pt x="0" y="2248789"/>
                  </a:lnTo>
                  <a:lnTo>
                    <a:pt x="0" y="0"/>
                  </a:lnTo>
                  <a:close/>
                </a:path>
              </a:pathLst>
            </a:custGeom>
            <a:blipFill>
              <a:blip r:embed="rId15"/>
              <a:stretch>
                <a:fillRect l="0" t="-210" r="0" b="-164"/>
              </a:stretch>
            </a:blipFill>
          </p:spPr>
        </p:sp>
      </p:grpSp>
      <p:grpSp>
        <p:nvGrpSpPr>
          <p:cNvPr name="Group 17" id="17"/>
          <p:cNvGrpSpPr/>
          <p:nvPr/>
        </p:nvGrpSpPr>
        <p:grpSpPr>
          <a:xfrm rot="-5400000">
            <a:off x="1065924" y="6750253"/>
            <a:ext cx="1600800" cy="3058668"/>
            <a:chOff x="0" y="0"/>
            <a:chExt cx="2134400" cy="4078224"/>
          </a:xfrm>
        </p:grpSpPr>
        <p:sp>
          <p:nvSpPr>
            <p:cNvPr name="Freeform 18" id="18"/>
            <p:cNvSpPr/>
            <p:nvPr/>
          </p:nvSpPr>
          <p:spPr>
            <a:xfrm flipH="false" flipV="false" rot="0">
              <a:off x="0" y="0"/>
              <a:ext cx="2134362" cy="4078224"/>
            </a:xfrm>
            <a:custGeom>
              <a:avLst/>
              <a:gdLst/>
              <a:ahLst/>
              <a:cxnLst/>
              <a:rect r="r" b="b" t="t" l="l"/>
              <a:pathLst>
                <a:path h="4078224" w="2134362">
                  <a:moveTo>
                    <a:pt x="0" y="0"/>
                  </a:moveTo>
                  <a:lnTo>
                    <a:pt x="2134362" y="0"/>
                  </a:lnTo>
                  <a:lnTo>
                    <a:pt x="2134362" y="4078224"/>
                  </a:lnTo>
                  <a:lnTo>
                    <a:pt x="0" y="4078224"/>
                  </a:lnTo>
                  <a:lnTo>
                    <a:pt x="0" y="0"/>
                  </a:lnTo>
                  <a:close/>
                </a:path>
              </a:pathLst>
            </a:custGeom>
            <a:blipFill>
              <a:blip r:embed="rId16"/>
              <a:stretch>
                <a:fillRect l="-451" t="0" r="-340" b="0"/>
              </a:stretch>
            </a:blipFill>
          </p:spPr>
        </p:sp>
      </p:grpSp>
      <p:grpSp>
        <p:nvGrpSpPr>
          <p:cNvPr name="Group 19" id="19"/>
          <p:cNvGrpSpPr/>
          <p:nvPr/>
        </p:nvGrpSpPr>
        <p:grpSpPr>
          <a:xfrm rot="0">
            <a:off x="4548559" y="7429595"/>
            <a:ext cx="2201104" cy="1648444"/>
            <a:chOff x="0" y="0"/>
            <a:chExt cx="2934805" cy="2197926"/>
          </a:xfrm>
        </p:grpSpPr>
        <p:sp>
          <p:nvSpPr>
            <p:cNvPr name="Freeform 20" id="20"/>
            <p:cNvSpPr/>
            <p:nvPr/>
          </p:nvSpPr>
          <p:spPr>
            <a:xfrm flipH="false" flipV="false" rot="0">
              <a:off x="0" y="0"/>
              <a:ext cx="2934843" cy="2197989"/>
            </a:xfrm>
            <a:custGeom>
              <a:avLst/>
              <a:gdLst/>
              <a:ahLst/>
              <a:cxnLst/>
              <a:rect r="r" b="b" t="t" l="l"/>
              <a:pathLst>
                <a:path h="2197989" w="2934843">
                  <a:moveTo>
                    <a:pt x="0" y="0"/>
                  </a:moveTo>
                  <a:lnTo>
                    <a:pt x="2934843" y="0"/>
                  </a:lnTo>
                  <a:lnTo>
                    <a:pt x="2934843" y="2197989"/>
                  </a:lnTo>
                  <a:lnTo>
                    <a:pt x="0" y="2197989"/>
                  </a:lnTo>
                  <a:lnTo>
                    <a:pt x="0" y="0"/>
                  </a:lnTo>
                  <a:close/>
                </a:path>
              </a:pathLst>
            </a:custGeom>
            <a:blipFill>
              <a:blip r:embed="rId17"/>
              <a:stretch>
                <a:fillRect l="-44" t="-346" r="-222" b="-171"/>
              </a:stretch>
            </a:blipFill>
          </p:spPr>
        </p:sp>
      </p:grpSp>
      <p:grpSp>
        <p:nvGrpSpPr>
          <p:cNvPr name="Group 21" id="21"/>
          <p:cNvGrpSpPr/>
          <p:nvPr/>
        </p:nvGrpSpPr>
        <p:grpSpPr>
          <a:xfrm rot="0">
            <a:off x="149219" y="1759706"/>
            <a:ext cx="3023997" cy="60484"/>
            <a:chOff x="0" y="0"/>
            <a:chExt cx="3023997" cy="60477"/>
          </a:xfrm>
        </p:grpSpPr>
        <p:sp>
          <p:nvSpPr>
            <p:cNvPr name="Freeform 22" id="2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3" id="23"/>
          <p:cNvGrpSpPr/>
          <p:nvPr/>
        </p:nvGrpSpPr>
        <p:grpSpPr>
          <a:xfrm rot="0">
            <a:off x="149219" y="4559198"/>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7347252"/>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63503" y="-63503"/>
            <a:ext cx="7692133" cy="1471565"/>
            <a:chOff x="0" y="0"/>
            <a:chExt cx="7692136" cy="1471562"/>
          </a:xfrm>
        </p:grpSpPr>
        <p:sp>
          <p:nvSpPr>
            <p:cNvPr name="Freeform 28" id="28"/>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29" id="29"/>
            <p:cNvSpPr/>
            <p:nvPr/>
          </p:nvSpPr>
          <p:spPr>
            <a:xfrm flipH="false" flipV="false" rot="0">
              <a:off x="63373" y="160781"/>
              <a:ext cx="829282" cy="1247263"/>
            </a:xfrm>
            <a:custGeom>
              <a:avLst/>
              <a:gdLst/>
              <a:ahLst/>
              <a:cxnLst/>
              <a:rect r="r" b="b" t="t" l="l"/>
              <a:pathLst>
                <a:path h="1247263" w="829282">
                  <a:moveTo>
                    <a:pt x="271399" y="244475"/>
                  </a:moveTo>
                  <a:cubicBezTo>
                    <a:pt x="268859" y="244475"/>
                    <a:pt x="266446" y="244983"/>
                    <a:pt x="264287" y="246126"/>
                  </a:cubicBezTo>
                  <a:cubicBezTo>
                    <a:pt x="255143" y="250698"/>
                    <a:pt x="247904" y="263906"/>
                    <a:pt x="245110" y="281431"/>
                  </a:cubicBezTo>
                  <a:cubicBezTo>
                    <a:pt x="244348" y="286004"/>
                    <a:pt x="244094" y="290067"/>
                    <a:pt x="244094" y="300354"/>
                  </a:cubicBezTo>
                  <a:cubicBezTo>
                    <a:pt x="244094" y="325500"/>
                    <a:pt x="246507" y="337311"/>
                    <a:pt x="260223" y="379094"/>
                  </a:cubicBezTo>
                  <a:cubicBezTo>
                    <a:pt x="275717" y="426338"/>
                    <a:pt x="284480" y="448690"/>
                    <a:pt x="306959" y="497331"/>
                  </a:cubicBezTo>
                  <a:cubicBezTo>
                    <a:pt x="331089" y="549528"/>
                    <a:pt x="336423" y="561593"/>
                    <a:pt x="347091" y="588516"/>
                  </a:cubicBezTo>
                  <a:cubicBezTo>
                    <a:pt x="348488" y="592072"/>
                    <a:pt x="349885" y="595501"/>
                    <a:pt x="351155" y="598930"/>
                  </a:cubicBezTo>
                  <a:lnTo>
                    <a:pt x="377190" y="598930"/>
                  </a:lnTo>
                  <a:cubicBezTo>
                    <a:pt x="373761" y="589786"/>
                    <a:pt x="369951" y="580135"/>
                    <a:pt x="365760" y="569975"/>
                  </a:cubicBezTo>
                  <a:cubicBezTo>
                    <a:pt x="356362" y="546734"/>
                    <a:pt x="350393" y="533399"/>
                    <a:pt x="336296" y="503173"/>
                  </a:cubicBezTo>
                  <a:cubicBezTo>
                    <a:pt x="324358" y="477519"/>
                    <a:pt x="317881" y="463168"/>
                    <a:pt x="311531" y="448182"/>
                  </a:cubicBezTo>
                  <a:cubicBezTo>
                    <a:pt x="283337" y="382142"/>
                    <a:pt x="270129" y="331596"/>
                    <a:pt x="270129" y="290322"/>
                  </a:cubicBezTo>
                  <a:cubicBezTo>
                    <a:pt x="270129" y="275336"/>
                    <a:pt x="271653" y="271526"/>
                    <a:pt x="280543" y="263398"/>
                  </a:cubicBezTo>
                  <a:cubicBezTo>
                    <a:pt x="286258" y="258191"/>
                    <a:pt x="286893" y="252984"/>
                    <a:pt x="282321" y="248666"/>
                  </a:cubicBezTo>
                  <a:cubicBezTo>
                    <a:pt x="279654" y="246126"/>
                    <a:pt x="275463" y="244729"/>
                    <a:pt x="271399" y="244729"/>
                  </a:cubicBezTo>
                  <a:close/>
                  <a:moveTo>
                    <a:pt x="173609" y="67310"/>
                  </a:moveTo>
                  <a:cubicBezTo>
                    <a:pt x="165735" y="67310"/>
                    <a:pt x="157988" y="68072"/>
                    <a:pt x="150495" y="69596"/>
                  </a:cubicBezTo>
                  <a:cubicBezTo>
                    <a:pt x="133096" y="73152"/>
                    <a:pt x="118364" y="80772"/>
                    <a:pt x="106934" y="92202"/>
                  </a:cubicBezTo>
                  <a:cubicBezTo>
                    <a:pt x="93091" y="106045"/>
                    <a:pt x="85217" y="123698"/>
                    <a:pt x="82931" y="146558"/>
                  </a:cubicBezTo>
                  <a:cubicBezTo>
                    <a:pt x="82169" y="153924"/>
                    <a:pt x="82677" y="174498"/>
                    <a:pt x="83693" y="182753"/>
                  </a:cubicBezTo>
                  <a:cubicBezTo>
                    <a:pt x="88392" y="218440"/>
                    <a:pt x="101092" y="257683"/>
                    <a:pt x="129413" y="324992"/>
                  </a:cubicBezTo>
                  <a:cubicBezTo>
                    <a:pt x="175641" y="434720"/>
                    <a:pt x="189738" y="467359"/>
                    <a:pt x="210439" y="512317"/>
                  </a:cubicBezTo>
                  <a:cubicBezTo>
                    <a:pt x="225679" y="545337"/>
                    <a:pt x="239776" y="574039"/>
                    <a:pt x="253111" y="598930"/>
                  </a:cubicBezTo>
                  <a:lnTo>
                    <a:pt x="280797" y="598930"/>
                  </a:lnTo>
                  <a:cubicBezTo>
                    <a:pt x="264414" y="569467"/>
                    <a:pt x="247015" y="534161"/>
                    <a:pt x="227838" y="492124"/>
                  </a:cubicBezTo>
                  <a:cubicBezTo>
                    <a:pt x="205232" y="442213"/>
                    <a:pt x="197866" y="425195"/>
                    <a:pt x="152654" y="317880"/>
                  </a:cubicBezTo>
                  <a:cubicBezTo>
                    <a:pt x="124587" y="251333"/>
                    <a:pt x="112141" y="213106"/>
                    <a:pt x="107823" y="180848"/>
                  </a:cubicBezTo>
                  <a:cubicBezTo>
                    <a:pt x="106553" y="171958"/>
                    <a:pt x="106299" y="156083"/>
                    <a:pt x="106934" y="148590"/>
                  </a:cubicBezTo>
                  <a:cubicBezTo>
                    <a:pt x="108966" y="129159"/>
                    <a:pt x="116332" y="114173"/>
                    <a:pt x="128905" y="104902"/>
                  </a:cubicBezTo>
                  <a:cubicBezTo>
                    <a:pt x="140716" y="96012"/>
                    <a:pt x="156337" y="91440"/>
                    <a:pt x="173228" y="91440"/>
                  </a:cubicBezTo>
                  <a:cubicBezTo>
                    <a:pt x="188976" y="91440"/>
                    <a:pt x="205867" y="95377"/>
                    <a:pt x="221869" y="103251"/>
                  </a:cubicBezTo>
                  <a:cubicBezTo>
                    <a:pt x="234061" y="109220"/>
                    <a:pt x="244221" y="116713"/>
                    <a:pt x="254635" y="127127"/>
                  </a:cubicBezTo>
                  <a:cubicBezTo>
                    <a:pt x="280289" y="153035"/>
                    <a:pt x="300482" y="190119"/>
                    <a:pt x="338455" y="281051"/>
                  </a:cubicBezTo>
                  <a:cubicBezTo>
                    <a:pt x="355727" y="322579"/>
                    <a:pt x="365633" y="347471"/>
                    <a:pt x="381889" y="391286"/>
                  </a:cubicBezTo>
                  <a:cubicBezTo>
                    <a:pt x="387731" y="406780"/>
                    <a:pt x="398272" y="435228"/>
                    <a:pt x="405511" y="454659"/>
                  </a:cubicBezTo>
                  <a:cubicBezTo>
                    <a:pt x="425323" y="507745"/>
                    <a:pt x="440944" y="551941"/>
                    <a:pt x="456692" y="598930"/>
                  </a:cubicBezTo>
                  <a:lnTo>
                    <a:pt x="482219" y="598930"/>
                  </a:lnTo>
                  <a:cubicBezTo>
                    <a:pt x="465963" y="550163"/>
                    <a:pt x="447929" y="498728"/>
                    <a:pt x="430403" y="451865"/>
                  </a:cubicBezTo>
                  <a:cubicBezTo>
                    <a:pt x="426466" y="441324"/>
                    <a:pt x="417322" y="416940"/>
                    <a:pt x="410210" y="397636"/>
                  </a:cubicBezTo>
                  <a:cubicBezTo>
                    <a:pt x="390398" y="344296"/>
                    <a:pt x="383032" y="325627"/>
                    <a:pt x="366903" y="286257"/>
                  </a:cubicBezTo>
                  <a:cubicBezTo>
                    <a:pt x="332359" y="202311"/>
                    <a:pt x="311658" y="160274"/>
                    <a:pt x="291084" y="132588"/>
                  </a:cubicBezTo>
                  <a:cubicBezTo>
                    <a:pt x="281559" y="119761"/>
                    <a:pt x="269621" y="106807"/>
                    <a:pt x="259842" y="99060"/>
                  </a:cubicBezTo>
                  <a:cubicBezTo>
                    <a:pt x="234442" y="78486"/>
                    <a:pt x="203454" y="67310"/>
                    <a:pt x="173355" y="67310"/>
                  </a:cubicBezTo>
                  <a:close/>
                  <a:moveTo>
                    <a:pt x="163195" y="0"/>
                  </a:moveTo>
                  <a:cubicBezTo>
                    <a:pt x="159385" y="0"/>
                    <a:pt x="156210" y="0"/>
                    <a:pt x="154813" y="127"/>
                  </a:cubicBezTo>
                  <a:cubicBezTo>
                    <a:pt x="124333" y="2794"/>
                    <a:pt x="96520" y="10414"/>
                    <a:pt x="72263" y="22479"/>
                  </a:cubicBezTo>
                  <a:cubicBezTo>
                    <a:pt x="53467" y="31877"/>
                    <a:pt x="40259" y="41910"/>
                    <a:pt x="28321" y="55753"/>
                  </a:cubicBezTo>
                  <a:cubicBezTo>
                    <a:pt x="9271" y="77978"/>
                    <a:pt x="127" y="103124"/>
                    <a:pt x="0" y="135509"/>
                  </a:cubicBezTo>
                  <a:lnTo>
                    <a:pt x="127" y="135509"/>
                  </a:lnTo>
                  <a:lnTo>
                    <a:pt x="127" y="137922"/>
                  </a:lnTo>
                  <a:cubicBezTo>
                    <a:pt x="127" y="146431"/>
                    <a:pt x="889" y="155448"/>
                    <a:pt x="2032" y="164973"/>
                  </a:cubicBezTo>
                  <a:cubicBezTo>
                    <a:pt x="5080" y="189611"/>
                    <a:pt x="13081" y="217678"/>
                    <a:pt x="28575" y="258953"/>
                  </a:cubicBezTo>
                  <a:cubicBezTo>
                    <a:pt x="36322" y="279654"/>
                    <a:pt x="45339" y="301370"/>
                    <a:pt x="65786" y="348995"/>
                  </a:cubicBezTo>
                  <a:lnTo>
                    <a:pt x="69215" y="356869"/>
                  </a:lnTo>
                  <a:lnTo>
                    <a:pt x="65024" y="360806"/>
                  </a:lnTo>
                  <a:cubicBezTo>
                    <a:pt x="57150" y="368045"/>
                    <a:pt x="49784" y="377951"/>
                    <a:pt x="45339" y="386587"/>
                  </a:cubicBezTo>
                  <a:cubicBezTo>
                    <a:pt x="41148" y="394969"/>
                    <a:pt x="37846" y="407415"/>
                    <a:pt x="36576" y="419226"/>
                  </a:cubicBezTo>
                  <a:cubicBezTo>
                    <a:pt x="35814" y="426719"/>
                    <a:pt x="36195" y="445515"/>
                    <a:pt x="37465" y="454532"/>
                  </a:cubicBezTo>
                  <a:cubicBezTo>
                    <a:pt x="42037" y="490219"/>
                    <a:pt x="53086" y="532256"/>
                    <a:pt x="72263" y="586103"/>
                  </a:cubicBezTo>
                  <a:cubicBezTo>
                    <a:pt x="73787" y="590421"/>
                    <a:pt x="75311" y="594739"/>
                    <a:pt x="76835" y="599057"/>
                  </a:cubicBezTo>
                  <a:lnTo>
                    <a:pt x="102616" y="599057"/>
                  </a:lnTo>
                  <a:cubicBezTo>
                    <a:pt x="79502" y="536574"/>
                    <a:pt x="66802" y="490854"/>
                    <a:pt x="61468" y="451992"/>
                  </a:cubicBezTo>
                  <a:cubicBezTo>
                    <a:pt x="60198" y="442594"/>
                    <a:pt x="60198" y="422147"/>
                    <a:pt x="61468" y="415162"/>
                  </a:cubicBezTo>
                  <a:cubicBezTo>
                    <a:pt x="62738" y="408685"/>
                    <a:pt x="65659" y="400049"/>
                    <a:pt x="67945" y="395858"/>
                  </a:cubicBezTo>
                  <a:cubicBezTo>
                    <a:pt x="70612" y="391032"/>
                    <a:pt x="78359" y="380999"/>
                    <a:pt x="79375" y="380999"/>
                  </a:cubicBezTo>
                  <a:cubicBezTo>
                    <a:pt x="79375" y="380999"/>
                    <a:pt x="79375" y="380999"/>
                    <a:pt x="79502" y="380999"/>
                  </a:cubicBezTo>
                  <a:cubicBezTo>
                    <a:pt x="79756" y="381253"/>
                    <a:pt x="93218" y="411352"/>
                    <a:pt x="102743" y="433196"/>
                  </a:cubicBezTo>
                  <a:cubicBezTo>
                    <a:pt x="109093" y="447674"/>
                    <a:pt x="142748" y="527049"/>
                    <a:pt x="149352" y="543051"/>
                  </a:cubicBezTo>
                  <a:cubicBezTo>
                    <a:pt x="151765" y="549020"/>
                    <a:pt x="158242" y="564641"/>
                    <a:pt x="163576" y="577722"/>
                  </a:cubicBezTo>
                  <a:cubicBezTo>
                    <a:pt x="166243" y="584072"/>
                    <a:pt x="169164" y="591310"/>
                    <a:pt x="172339" y="599057"/>
                  </a:cubicBezTo>
                  <a:lnTo>
                    <a:pt x="198628" y="599057"/>
                  </a:lnTo>
                  <a:cubicBezTo>
                    <a:pt x="193421" y="586357"/>
                    <a:pt x="188341" y="574038"/>
                    <a:pt x="183769" y="562990"/>
                  </a:cubicBezTo>
                  <a:cubicBezTo>
                    <a:pt x="171577" y="532891"/>
                    <a:pt x="168021" y="524636"/>
                    <a:pt x="147447" y="476122"/>
                  </a:cubicBezTo>
                  <a:cubicBezTo>
                    <a:pt x="129286" y="433450"/>
                    <a:pt x="127889" y="430148"/>
                    <a:pt x="112395" y="394842"/>
                  </a:cubicBezTo>
                  <a:cubicBezTo>
                    <a:pt x="79121" y="319658"/>
                    <a:pt x="61087" y="276987"/>
                    <a:pt x="50800" y="249047"/>
                  </a:cubicBezTo>
                  <a:cubicBezTo>
                    <a:pt x="33147" y="201676"/>
                    <a:pt x="26162" y="173863"/>
                    <a:pt x="24765" y="145542"/>
                  </a:cubicBezTo>
                  <a:cubicBezTo>
                    <a:pt x="23368" y="117221"/>
                    <a:pt x="28448" y="96647"/>
                    <a:pt x="41402" y="78740"/>
                  </a:cubicBezTo>
                  <a:cubicBezTo>
                    <a:pt x="53848" y="61468"/>
                    <a:pt x="71120" y="48641"/>
                    <a:pt x="95123" y="38989"/>
                  </a:cubicBezTo>
                  <a:cubicBezTo>
                    <a:pt x="114681" y="31115"/>
                    <a:pt x="132588" y="26924"/>
                    <a:pt x="157353" y="24511"/>
                  </a:cubicBezTo>
                  <a:cubicBezTo>
                    <a:pt x="158496" y="24384"/>
                    <a:pt x="161036" y="24384"/>
                    <a:pt x="164338" y="24384"/>
                  </a:cubicBezTo>
                  <a:cubicBezTo>
                    <a:pt x="174879" y="24384"/>
                    <a:pt x="192786" y="24892"/>
                    <a:pt x="197358" y="25527"/>
                  </a:cubicBezTo>
                  <a:cubicBezTo>
                    <a:pt x="228727" y="29591"/>
                    <a:pt x="255270" y="39624"/>
                    <a:pt x="282829" y="57658"/>
                  </a:cubicBezTo>
                  <a:cubicBezTo>
                    <a:pt x="300863" y="69596"/>
                    <a:pt x="314706" y="82677"/>
                    <a:pt x="330454" y="102870"/>
                  </a:cubicBezTo>
                  <a:cubicBezTo>
                    <a:pt x="336550" y="110744"/>
                    <a:pt x="347980" y="127889"/>
                    <a:pt x="353822" y="138176"/>
                  </a:cubicBezTo>
                  <a:cubicBezTo>
                    <a:pt x="366014" y="159385"/>
                    <a:pt x="386207" y="203962"/>
                    <a:pt x="403479" y="247269"/>
                  </a:cubicBezTo>
                  <a:cubicBezTo>
                    <a:pt x="418719" y="285622"/>
                    <a:pt x="470408" y="423290"/>
                    <a:pt x="497205" y="496569"/>
                  </a:cubicBezTo>
                  <a:cubicBezTo>
                    <a:pt x="512191" y="537463"/>
                    <a:pt x="523621" y="570355"/>
                    <a:pt x="533019" y="599184"/>
                  </a:cubicBezTo>
                  <a:lnTo>
                    <a:pt x="558546" y="599184"/>
                  </a:lnTo>
                  <a:cubicBezTo>
                    <a:pt x="542925" y="550036"/>
                    <a:pt x="509778" y="458215"/>
                    <a:pt x="461264" y="329818"/>
                  </a:cubicBezTo>
                  <a:cubicBezTo>
                    <a:pt x="456057" y="315975"/>
                    <a:pt x="451739" y="304545"/>
                    <a:pt x="451866" y="304291"/>
                  </a:cubicBezTo>
                  <a:cubicBezTo>
                    <a:pt x="451866" y="303910"/>
                    <a:pt x="459486" y="298449"/>
                    <a:pt x="463042" y="296290"/>
                  </a:cubicBezTo>
                  <a:cubicBezTo>
                    <a:pt x="467106" y="293877"/>
                    <a:pt x="471678" y="292607"/>
                    <a:pt x="476250" y="292607"/>
                  </a:cubicBezTo>
                  <a:cubicBezTo>
                    <a:pt x="478409" y="292607"/>
                    <a:pt x="480441" y="292861"/>
                    <a:pt x="482600" y="293369"/>
                  </a:cubicBezTo>
                  <a:cubicBezTo>
                    <a:pt x="497078" y="297179"/>
                    <a:pt x="512191" y="311530"/>
                    <a:pt x="530479" y="338835"/>
                  </a:cubicBezTo>
                  <a:cubicBezTo>
                    <a:pt x="543306" y="358139"/>
                    <a:pt x="552196" y="375665"/>
                    <a:pt x="567436" y="410971"/>
                  </a:cubicBezTo>
                  <a:cubicBezTo>
                    <a:pt x="583565" y="448690"/>
                    <a:pt x="589280" y="463930"/>
                    <a:pt x="611251" y="528319"/>
                  </a:cubicBezTo>
                  <a:cubicBezTo>
                    <a:pt x="622808" y="562355"/>
                    <a:pt x="629158" y="580897"/>
                    <a:pt x="634873" y="599057"/>
                  </a:cubicBezTo>
                  <a:lnTo>
                    <a:pt x="660273" y="599057"/>
                  </a:lnTo>
                  <a:cubicBezTo>
                    <a:pt x="653288" y="576706"/>
                    <a:pt x="646430" y="556386"/>
                    <a:pt x="632206" y="514603"/>
                  </a:cubicBezTo>
                  <a:cubicBezTo>
                    <a:pt x="613537" y="459612"/>
                    <a:pt x="605155" y="437260"/>
                    <a:pt x="588899" y="399668"/>
                  </a:cubicBezTo>
                  <a:cubicBezTo>
                    <a:pt x="571754" y="359663"/>
                    <a:pt x="559816" y="337311"/>
                    <a:pt x="543687" y="315213"/>
                  </a:cubicBezTo>
                  <a:cubicBezTo>
                    <a:pt x="523875" y="287908"/>
                    <a:pt x="507746" y="274828"/>
                    <a:pt x="487807" y="269621"/>
                  </a:cubicBezTo>
                  <a:cubicBezTo>
                    <a:pt x="484124" y="268731"/>
                    <a:pt x="479806" y="268224"/>
                    <a:pt x="475488" y="268224"/>
                  </a:cubicBezTo>
                  <a:cubicBezTo>
                    <a:pt x="471551" y="268224"/>
                    <a:pt x="467741" y="268605"/>
                    <a:pt x="464820" y="269367"/>
                  </a:cubicBezTo>
                  <a:cubicBezTo>
                    <a:pt x="459613" y="270763"/>
                    <a:pt x="452247" y="274320"/>
                    <a:pt x="447040" y="277749"/>
                  </a:cubicBezTo>
                  <a:cubicBezTo>
                    <a:pt x="444627" y="279399"/>
                    <a:pt x="443611" y="279908"/>
                    <a:pt x="443103" y="279908"/>
                  </a:cubicBezTo>
                  <a:cubicBezTo>
                    <a:pt x="442849" y="279908"/>
                    <a:pt x="442722" y="279781"/>
                    <a:pt x="442468" y="279527"/>
                  </a:cubicBezTo>
                  <a:cubicBezTo>
                    <a:pt x="442214" y="279019"/>
                    <a:pt x="439039" y="270763"/>
                    <a:pt x="435356" y="261239"/>
                  </a:cubicBezTo>
                  <a:cubicBezTo>
                    <a:pt x="411988" y="200406"/>
                    <a:pt x="388366" y="147955"/>
                    <a:pt x="372237" y="121031"/>
                  </a:cubicBezTo>
                  <a:cubicBezTo>
                    <a:pt x="357886" y="96901"/>
                    <a:pt x="345440" y="80645"/>
                    <a:pt x="328168" y="63373"/>
                  </a:cubicBezTo>
                  <a:cubicBezTo>
                    <a:pt x="310388" y="45593"/>
                    <a:pt x="294259" y="34163"/>
                    <a:pt x="269875" y="22098"/>
                  </a:cubicBezTo>
                  <a:cubicBezTo>
                    <a:pt x="246888" y="10668"/>
                    <a:pt x="226568" y="4699"/>
                    <a:pt x="200152" y="1270"/>
                  </a:cubicBezTo>
                  <a:cubicBezTo>
                    <a:pt x="195453" y="635"/>
                    <a:pt x="175768" y="127"/>
                    <a:pt x="163830" y="127"/>
                  </a:cubicBezTo>
                  <a:close/>
                  <a:moveTo>
                    <a:pt x="253619" y="599184"/>
                  </a:moveTo>
                  <a:cubicBezTo>
                    <a:pt x="264668" y="619758"/>
                    <a:pt x="275209" y="637665"/>
                    <a:pt x="285369" y="653413"/>
                  </a:cubicBezTo>
                  <a:cubicBezTo>
                    <a:pt x="291338" y="662557"/>
                    <a:pt x="297053" y="670939"/>
                    <a:pt x="302768" y="678559"/>
                  </a:cubicBezTo>
                  <a:cubicBezTo>
                    <a:pt x="315849" y="696212"/>
                    <a:pt x="332740" y="714881"/>
                    <a:pt x="344043" y="724279"/>
                  </a:cubicBezTo>
                  <a:cubicBezTo>
                    <a:pt x="357759" y="735836"/>
                    <a:pt x="369824" y="741551"/>
                    <a:pt x="379730" y="741551"/>
                  </a:cubicBezTo>
                  <a:cubicBezTo>
                    <a:pt x="386080" y="741551"/>
                    <a:pt x="391541" y="739265"/>
                    <a:pt x="396240" y="734566"/>
                  </a:cubicBezTo>
                  <a:cubicBezTo>
                    <a:pt x="403225" y="727454"/>
                    <a:pt x="406400" y="715008"/>
                    <a:pt x="405130" y="698498"/>
                  </a:cubicBezTo>
                  <a:cubicBezTo>
                    <a:pt x="404114" y="686179"/>
                    <a:pt x="401193" y="671320"/>
                    <a:pt x="396113" y="653286"/>
                  </a:cubicBezTo>
                  <a:cubicBezTo>
                    <a:pt x="391668" y="637665"/>
                    <a:pt x="385572" y="619631"/>
                    <a:pt x="377698" y="599057"/>
                  </a:cubicBezTo>
                  <a:lnTo>
                    <a:pt x="351155" y="599057"/>
                  </a:lnTo>
                  <a:cubicBezTo>
                    <a:pt x="359537" y="620393"/>
                    <a:pt x="365760" y="637919"/>
                    <a:pt x="370332" y="653286"/>
                  </a:cubicBezTo>
                  <a:cubicBezTo>
                    <a:pt x="374269" y="666494"/>
                    <a:pt x="377190" y="678051"/>
                    <a:pt x="379222" y="689100"/>
                  </a:cubicBezTo>
                  <a:cubicBezTo>
                    <a:pt x="380365" y="695577"/>
                    <a:pt x="380746" y="710944"/>
                    <a:pt x="379857" y="714119"/>
                  </a:cubicBezTo>
                  <a:cubicBezTo>
                    <a:pt x="379349" y="715770"/>
                    <a:pt x="378714" y="716659"/>
                    <a:pt x="377444" y="716659"/>
                  </a:cubicBezTo>
                  <a:cubicBezTo>
                    <a:pt x="376301" y="716659"/>
                    <a:pt x="374777" y="716024"/>
                    <a:pt x="372364" y="714754"/>
                  </a:cubicBezTo>
                  <a:cubicBezTo>
                    <a:pt x="360426" y="708531"/>
                    <a:pt x="341884" y="690370"/>
                    <a:pt x="324612" y="667764"/>
                  </a:cubicBezTo>
                  <a:cubicBezTo>
                    <a:pt x="321183" y="663192"/>
                    <a:pt x="317627" y="658493"/>
                    <a:pt x="314071" y="653286"/>
                  </a:cubicBezTo>
                  <a:cubicBezTo>
                    <a:pt x="303403" y="637919"/>
                    <a:pt x="292354" y="620012"/>
                    <a:pt x="280797" y="599057"/>
                  </a:cubicBezTo>
                  <a:close/>
                  <a:moveTo>
                    <a:pt x="199898" y="599057"/>
                  </a:moveTo>
                  <a:cubicBezTo>
                    <a:pt x="206883" y="616075"/>
                    <a:pt x="215011" y="635252"/>
                    <a:pt x="222631" y="653286"/>
                  </a:cubicBezTo>
                  <a:cubicBezTo>
                    <a:pt x="231267" y="673606"/>
                    <a:pt x="239268" y="692402"/>
                    <a:pt x="244348" y="704086"/>
                  </a:cubicBezTo>
                  <a:cubicBezTo>
                    <a:pt x="257683" y="734185"/>
                    <a:pt x="275844" y="772539"/>
                    <a:pt x="287528" y="794891"/>
                  </a:cubicBezTo>
                  <a:cubicBezTo>
                    <a:pt x="317246" y="851787"/>
                    <a:pt x="345440" y="891537"/>
                    <a:pt x="376428" y="920620"/>
                  </a:cubicBezTo>
                  <a:cubicBezTo>
                    <a:pt x="405257" y="947671"/>
                    <a:pt x="434086" y="961260"/>
                    <a:pt x="462280" y="961260"/>
                  </a:cubicBezTo>
                  <a:cubicBezTo>
                    <a:pt x="471805" y="961260"/>
                    <a:pt x="481203" y="959736"/>
                    <a:pt x="490601" y="956688"/>
                  </a:cubicBezTo>
                  <a:cubicBezTo>
                    <a:pt x="506095" y="951608"/>
                    <a:pt x="521208" y="942591"/>
                    <a:pt x="533146" y="931161"/>
                  </a:cubicBezTo>
                  <a:cubicBezTo>
                    <a:pt x="561467" y="904110"/>
                    <a:pt x="572135" y="865376"/>
                    <a:pt x="566039" y="811401"/>
                  </a:cubicBezTo>
                  <a:cubicBezTo>
                    <a:pt x="562483" y="779778"/>
                    <a:pt x="552069" y="733296"/>
                    <a:pt x="538607" y="688211"/>
                  </a:cubicBezTo>
                  <a:cubicBezTo>
                    <a:pt x="535178" y="677035"/>
                    <a:pt x="531622" y="665351"/>
                    <a:pt x="527812" y="653159"/>
                  </a:cubicBezTo>
                  <a:cubicBezTo>
                    <a:pt x="522351" y="635760"/>
                    <a:pt x="516382" y="617472"/>
                    <a:pt x="510286" y="598930"/>
                  </a:cubicBezTo>
                  <a:lnTo>
                    <a:pt x="456946" y="598930"/>
                  </a:lnTo>
                  <a:cubicBezTo>
                    <a:pt x="459486" y="606677"/>
                    <a:pt x="462153" y="614551"/>
                    <a:pt x="464820" y="622552"/>
                  </a:cubicBezTo>
                  <a:cubicBezTo>
                    <a:pt x="468376" y="633474"/>
                    <a:pt x="471678" y="643634"/>
                    <a:pt x="474726" y="653032"/>
                  </a:cubicBezTo>
                  <a:cubicBezTo>
                    <a:pt x="490220" y="701673"/>
                    <a:pt x="498729" y="732153"/>
                    <a:pt x="505333" y="762506"/>
                  </a:cubicBezTo>
                  <a:cubicBezTo>
                    <a:pt x="518033" y="820545"/>
                    <a:pt x="519176" y="854073"/>
                    <a:pt x="509270" y="882012"/>
                  </a:cubicBezTo>
                  <a:cubicBezTo>
                    <a:pt x="503555" y="898268"/>
                    <a:pt x="492125" y="912619"/>
                    <a:pt x="476885" y="922779"/>
                  </a:cubicBezTo>
                  <a:cubicBezTo>
                    <a:pt x="463042" y="931923"/>
                    <a:pt x="448818" y="936622"/>
                    <a:pt x="434467" y="936622"/>
                  </a:cubicBezTo>
                  <a:cubicBezTo>
                    <a:pt x="427990" y="936622"/>
                    <a:pt x="421513" y="935733"/>
                    <a:pt x="415036" y="933828"/>
                  </a:cubicBezTo>
                  <a:cubicBezTo>
                    <a:pt x="379603" y="923414"/>
                    <a:pt x="339471" y="883028"/>
                    <a:pt x="301752" y="819783"/>
                  </a:cubicBezTo>
                  <a:cubicBezTo>
                    <a:pt x="285115" y="791970"/>
                    <a:pt x="262382" y="746631"/>
                    <a:pt x="241427" y="699387"/>
                  </a:cubicBezTo>
                  <a:cubicBezTo>
                    <a:pt x="236601" y="688592"/>
                    <a:pt x="229489" y="671955"/>
                    <a:pt x="221488" y="653032"/>
                  </a:cubicBezTo>
                  <a:cubicBezTo>
                    <a:pt x="214249" y="636014"/>
                    <a:pt x="206248" y="616964"/>
                    <a:pt x="198755" y="598803"/>
                  </a:cubicBezTo>
                  <a:close/>
                  <a:moveTo>
                    <a:pt x="725424" y="828546"/>
                  </a:moveTo>
                  <a:cubicBezTo>
                    <a:pt x="725805" y="828546"/>
                    <a:pt x="727456" y="831086"/>
                    <a:pt x="733298" y="840865"/>
                  </a:cubicBezTo>
                  <a:cubicBezTo>
                    <a:pt x="751332" y="870329"/>
                    <a:pt x="763778" y="893443"/>
                    <a:pt x="772795" y="913762"/>
                  </a:cubicBezTo>
                  <a:cubicBezTo>
                    <a:pt x="794766" y="963292"/>
                    <a:pt x="806958" y="1015997"/>
                    <a:pt x="804545" y="1051557"/>
                  </a:cubicBezTo>
                  <a:cubicBezTo>
                    <a:pt x="801624" y="1094610"/>
                    <a:pt x="786257" y="1129916"/>
                    <a:pt x="757809" y="1158491"/>
                  </a:cubicBezTo>
                  <a:cubicBezTo>
                    <a:pt x="742188" y="1174112"/>
                    <a:pt x="725551" y="1185795"/>
                    <a:pt x="704469" y="1196082"/>
                  </a:cubicBezTo>
                  <a:cubicBezTo>
                    <a:pt x="667258" y="1214116"/>
                    <a:pt x="632714" y="1222879"/>
                    <a:pt x="598170" y="1222879"/>
                  </a:cubicBezTo>
                  <a:cubicBezTo>
                    <a:pt x="589661" y="1222879"/>
                    <a:pt x="581279" y="1222371"/>
                    <a:pt x="572770" y="1221355"/>
                  </a:cubicBezTo>
                  <a:cubicBezTo>
                    <a:pt x="538226" y="1217037"/>
                    <a:pt x="502158" y="1201289"/>
                    <a:pt x="476377" y="1178938"/>
                  </a:cubicBezTo>
                  <a:cubicBezTo>
                    <a:pt x="469265" y="1172842"/>
                    <a:pt x="458851" y="1162047"/>
                    <a:pt x="453517" y="1155316"/>
                  </a:cubicBezTo>
                  <a:cubicBezTo>
                    <a:pt x="436118" y="1133472"/>
                    <a:pt x="421894" y="1101849"/>
                    <a:pt x="414401" y="1068575"/>
                  </a:cubicBezTo>
                  <a:cubicBezTo>
                    <a:pt x="411607" y="1056383"/>
                    <a:pt x="406781" y="1028062"/>
                    <a:pt x="407289" y="1027681"/>
                  </a:cubicBezTo>
                  <a:cubicBezTo>
                    <a:pt x="407416" y="1027681"/>
                    <a:pt x="407797" y="1027681"/>
                    <a:pt x="408686" y="1027681"/>
                  </a:cubicBezTo>
                  <a:cubicBezTo>
                    <a:pt x="410464" y="1027681"/>
                    <a:pt x="413766" y="1027808"/>
                    <a:pt x="417322" y="1027935"/>
                  </a:cubicBezTo>
                  <a:cubicBezTo>
                    <a:pt x="420243" y="1028062"/>
                    <a:pt x="424180" y="1028062"/>
                    <a:pt x="427736" y="1028062"/>
                  </a:cubicBezTo>
                  <a:cubicBezTo>
                    <a:pt x="430530" y="1028062"/>
                    <a:pt x="433197" y="1028062"/>
                    <a:pt x="435102" y="1027935"/>
                  </a:cubicBezTo>
                  <a:cubicBezTo>
                    <a:pt x="438023" y="1027808"/>
                    <a:pt x="440055" y="1027681"/>
                    <a:pt x="441452" y="1027681"/>
                  </a:cubicBezTo>
                  <a:cubicBezTo>
                    <a:pt x="444246" y="1027681"/>
                    <a:pt x="444627" y="1027935"/>
                    <a:pt x="444627" y="1028697"/>
                  </a:cubicBezTo>
                  <a:cubicBezTo>
                    <a:pt x="444627" y="1030348"/>
                    <a:pt x="449834" y="1043175"/>
                    <a:pt x="453898" y="1051557"/>
                  </a:cubicBezTo>
                  <a:cubicBezTo>
                    <a:pt x="462153" y="1068702"/>
                    <a:pt x="471551" y="1083942"/>
                    <a:pt x="481203" y="1096134"/>
                  </a:cubicBezTo>
                  <a:cubicBezTo>
                    <a:pt x="487172" y="1103627"/>
                    <a:pt x="500126" y="1116581"/>
                    <a:pt x="507111" y="1122042"/>
                  </a:cubicBezTo>
                  <a:cubicBezTo>
                    <a:pt x="536067" y="1144902"/>
                    <a:pt x="571373" y="1157348"/>
                    <a:pt x="607949" y="1157348"/>
                  </a:cubicBezTo>
                  <a:cubicBezTo>
                    <a:pt x="609600" y="1157348"/>
                    <a:pt x="611251" y="1157348"/>
                    <a:pt x="612902" y="1157221"/>
                  </a:cubicBezTo>
                  <a:cubicBezTo>
                    <a:pt x="643890" y="1156332"/>
                    <a:pt x="672719" y="1146426"/>
                    <a:pt x="696087" y="1128773"/>
                  </a:cubicBezTo>
                  <a:cubicBezTo>
                    <a:pt x="721995" y="1109215"/>
                    <a:pt x="739140" y="1080259"/>
                    <a:pt x="747141" y="1041905"/>
                  </a:cubicBezTo>
                  <a:cubicBezTo>
                    <a:pt x="753618" y="1010917"/>
                    <a:pt x="752602" y="967864"/>
                    <a:pt x="743966" y="916048"/>
                  </a:cubicBezTo>
                  <a:cubicBezTo>
                    <a:pt x="740664" y="896490"/>
                    <a:pt x="734568" y="867662"/>
                    <a:pt x="727710" y="838960"/>
                  </a:cubicBezTo>
                  <a:cubicBezTo>
                    <a:pt x="726440" y="833626"/>
                    <a:pt x="725424" y="829054"/>
                    <a:pt x="725424" y="828800"/>
                  </a:cubicBezTo>
                  <a:cubicBezTo>
                    <a:pt x="725424" y="828673"/>
                    <a:pt x="725424" y="828546"/>
                    <a:pt x="725551" y="828546"/>
                  </a:cubicBezTo>
                  <a:close/>
                  <a:moveTo>
                    <a:pt x="76962" y="598803"/>
                  </a:moveTo>
                  <a:cubicBezTo>
                    <a:pt x="83566" y="617091"/>
                    <a:pt x="90424" y="635125"/>
                    <a:pt x="97536" y="653032"/>
                  </a:cubicBezTo>
                  <a:cubicBezTo>
                    <a:pt x="116713" y="701419"/>
                    <a:pt x="137414" y="748282"/>
                    <a:pt x="159258" y="792478"/>
                  </a:cubicBezTo>
                  <a:cubicBezTo>
                    <a:pt x="209550" y="894205"/>
                    <a:pt x="254762" y="954402"/>
                    <a:pt x="306705" y="989454"/>
                  </a:cubicBezTo>
                  <a:cubicBezTo>
                    <a:pt x="329311" y="1004694"/>
                    <a:pt x="353314" y="1015743"/>
                    <a:pt x="378206" y="1022347"/>
                  </a:cubicBezTo>
                  <a:cubicBezTo>
                    <a:pt x="381508" y="1023236"/>
                    <a:pt x="381508" y="1023363"/>
                    <a:pt x="384048" y="1037714"/>
                  </a:cubicBezTo>
                  <a:cubicBezTo>
                    <a:pt x="390017" y="1072131"/>
                    <a:pt x="392557" y="1083307"/>
                    <a:pt x="397891" y="1099436"/>
                  </a:cubicBezTo>
                  <a:cubicBezTo>
                    <a:pt x="413004" y="1145283"/>
                    <a:pt x="434848" y="1177541"/>
                    <a:pt x="467995" y="1203321"/>
                  </a:cubicBezTo>
                  <a:cubicBezTo>
                    <a:pt x="494411" y="1223895"/>
                    <a:pt x="529971" y="1239262"/>
                    <a:pt x="563245" y="1244469"/>
                  </a:cubicBezTo>
                  <a:cubicBezTo>
                    <a:pt x="575310" y="1246374"/>
                    <a:pt x="587121" y="1247263"/>
                    <a:pt x="598932" y="1247263"/>
                  </a:cubicBezTo>
                  <a:cubicBezTo>
                    <a:pt x="631190" y="1247263"/>
                    <a:pt x="663194" y="1240151"/>
                    <a:pt x="699389" y="1225292"/>
                  </a:cubicBezTo>
                  <a:cubicBezTo>
                    <a:pt x="708787" y="1221355"/>
                    <a:pt x="729742" y="1210814"/>
                    <a:pt x="736600" y="1206496"/>
                  </a:cubicBezTo>
                  <a:cubicBezTo>
                    <a:pt x="779653" y="1179319"/>
                    <a:pt x="808482" y="1142235"/>
                    <a:pt x="821309" y="1097785"/>
                  </a:cubicBezTo>
                  <a:cubicBezTo>
                    <a:pt x="832612" y="1058542"/>
                    <a:pt x="831977" y="1020823"/>
                    <a:pt x="818896" y="971166"/>
                  </a:cubicBezTo>
                  <a:cubicBezTo>
                    <a:pt x="804418" y="915794"/>
                    <a:pt x="779907" y="865757"/>
                    <a:pt x="731520" y="792859"/>
                  </a:cubicBezTo>
                  <a:cubicBezTo>
                    <a:pt x="720344" y="776095"/>
                    <a:pt x="718439" y="773428"/>
                    <a:pt x="713867" y="768856"/>
                  </a:cubicBezTo>
                  <a:lnTo>
                    <a:pt x="708787" y="763776"/>
                  </a:lnTo>
                  <a:lnTo>
                    <a:pt x="704723" y="749171"/>
                  </a:lnTo>
                  <a:cubicBezTo>
                    <a:pt x="699008" y="728724"/>
                    <a:pt x="693801" y="710563"/>
                    <a:pt x="678561" y="659890"/>
                  </a:cubicBezTo>
                  <a:cubicBezTo>
                    <a:pt x="677799" y="657477"/>
                    <a:pt x="677164" y="655064"/>
                    <a:pt x="676402" y="652778"/>
                  </a:cubicBezTo>
                  <a:cubicBezTo>
                    <a:pt x="669290" y="629156"/>
                    <a:pt x="664591" y="613408"/>
                    <a:pt x="659892" y="598549"/>
                  </a:cubicBezTo>
                  <a:lnTo>
                    <a:pt x="634492" y="598549"/>
                  </a:lnTo>
                  <a:cubicBezTo>
                    <a:pt x="639445" y="613916"/>
                    <a:pt x="644017" y="628902"/>
                    <a:pt x="651129" y="652778"/>
                  </a:cubicBezTo>
                  <a:cubicBezTo>
                    <a:pt x="652272" y="656461"/>
                    <a:pt x="653415" y="660398"/>
                    <a:pt x="654685" y="664589"/>
                  </a:cubicBezTo>
                  <a:cubicBezTo>
                    <a:pt x="681482" y="754378"/>
                    <a:pt x="688086" y="778254"/>
                    <a:pt x="701294" y="832737"/>
                  </a:cubicBezTo>
                  <a:cubicBezTo>
                    <a:pt x="717423" y="899411"/>
                    <a:pt x="724027" y="935987"/>
                    <a:pt x="726567" y="973071"/>
                  </a:cubicBezTo>
                  <a:cubicBezTo>
                    <a:pt x="727329" y="985517"/>
                    <a:pt x="726948" y="1015362"/>
                    <a:pt x="725805" y="1023490"/>
                  </a:cubicBezTo>
                  <a:cubicBezTo>
                    <a:pt x="721741" y="1052319"/>
                    <a:pt x="712724" y="1075560"/>
                    <a:pt x="698754" y="1092705"/>
                  </a:cubicBezTo>
                  <a:cubicBezTo>
                    <a:pt x="694182" y="1098293"/>
                    <a:pt x="684911" y="1107056"/>
                    <a:pt x="679323" y="1110866"/>
                  </a:cubicBezTo>
                  <a:cubicBezTo>
                    <a:pt x="658749" y="1125471"/>
                    <a:pt x="633857" y="1132837"/>
                    <a:pt x="608203" y="1132837"/>
                  </a:cubicBezTo>
                  <a:cubicBezTo>
                    <a:pt x="587756" y="1132837"/>
                    <a:pt x="566928" y="1128138"/>
                    <a:pt x="547497" y="1118486"/>
                  </a:cubicBezTo>
                  <a:cubicBezTo>
                    <a:pt x="525780" y="1107691"/>
                    <a:pt x="509651" y="1093848"/>
                    <a:pt x="494665" y="1073147"/>
                  </a:cubicBezTo>
                  <a:cubicBezTo>
                    <a:pt x="487045" y="1062479"/>
                    <a:pt x="475996" y="1042413"/>
                    <a:pt x="471297" y="1030602"/>
                  </a:cubicBezTo>
                  <a:cubicBezTo>
                    <a:pt x="468503" y="1023744"/>
                    <a:pt x="468503" y="1023744"/>
                    <a:pt x="472567" y="1023236"/>
                  </a:cubicBezTo>
                  <a:cubicBezTo>
                    <a:pt x="476631" y="1022728"/>
                    <a:pt x="490347" y="1018918"/>
                    <a:pt x="498094" y="1016378"/>
                  </a:cubicBezTo>
                  <a:cubicBezTo>
                    <a:pt x="540004" y="1002535"/>
                    <a:pt x="570738" y="979675"/>
                    <a:pt x="588010" y="949576"/>
                  </a:cubicBezTo>
                  <a:cubicBezTo>
                    <a:pt x="606425" y="917572"/>
                    <a:pt x="612267" y="875663"/>
                    <a:pt x="606933" y="815338"/>
                  </a:cubicBezTo>
                  <a:cubicBezTo>
                    <a:pt x="602996" y="771269"/>
                    <a:pt x="591439" y="713611"/>
                    <a:pt x="574548" y="652778"/>
                  </a:cubicBezTo>
                  <a:cubicBezTo>
                    <a:pt x="569595" y="634871"/>
                    <a:pt x="564261" y="616710"/>
                    <a:pt x="558419" y="598549"/>
                  </a:cubicBezTo>
                  <a:lnTo>
                    <a:pt x="532765" y="598549"/>
                  </a:lnTo>
                  <a:cubicBezTo>
                    <a:pt x="539115" y="617980"/>
                    <a:pt x="544449" y="635633"/>
                    <a:pt x="549275" y="652778"/>
                  </a:cubicBezTo>
                  <a:cubicBezTo>
                    <a:pt x="552323" y="663573"/>
                    <a:pt x="555117" y="674241"/>
                    <a:pt x="557784" y="684909"/>
                  </a:cubicBezTo>
                  <a:cubicBezTo>
                    <a:pt x="572262" y="742186"/>
                    <a:pt x="579374" y="781429"/>
                    <a:pt x="583184" y="823847"/>
                  </a:cubicBezTo>
                  <a:cubicBezTo>
                    <a:pt x="584454" y="838325"/>
                    <a:pt x="584454" y="871852"/>
                    <a:pt x="583184" y="882774"/>
                  </a:cubicBezTo>
                  <a:cubicBezTo>
                    <a:pt x="579247" y="916175"/>
                    <a:pt x="569087" y="939797"/>
                    <a:pt x="550799" y="958212"/>
                  </a:cubicBezTo>
                  <a:cubicBezTo>
                    <a:pt x="528193" y="980945"/>
                    <a:pt x="490474" y="997328"/>
                    <a:pt x="448310" y="1002535"/>
                  </a:cubicBezTo>
                  <a:cubicBezTo>
                    <a:pt x="444881" y="1002916"/>
                    <a:pt x="436753" y="1003170"/>
                    <a:pt x="426720" y="1003170"/>
                  </a:cubicBezTo>
                  <a:cubicBezTo>
                    <a:pt x="408940" y="1003170"/>
                    <a:pt x="400304" y="1002281"/>
                    <a:pt x="393573" y="999995"/>
                  </a:cubicBezTo>
                  <a:cubicBezTo>
                    <a:pt x="391541" y="999360"/>
                    <a:pt x="388874" y="998725"/>
                    <a:pt x="387477" y="998725"/>
                  </a:cubicBezTo>
                  <a:cubicBezTo>
                    <a:pt x="383032" y="998725"/>
                    <a:pt x="366903" y="993518"/>
                    <a:pt x="354965" y="988311"/>
                  </a:cubicBezTo>
                  <a:cubicBezTo>
                    <a:pt x="336296" y="980056"/>
                    <a:pt x="318135" y="968753"/>
                    <a:pt x="301371" y="954783"/>
                  </a:cubicBezTo>
                  <a:cubicBezTo>
                    <a:pt x="292862" y="947671"/>
                    <a:pt x="273939" y="928621"/>
                    <a:pt x="265811" y="918969"/>
                  </a:cubicBezTo>
                  <a:cubicBezTo>
                    <a:pt x="231394" y="877568"/>
                    <a:pt x="198882" y="821815"/>
                    <a:pt x="159893" y="737106"/>
                  </a:cubicBezTo>
                  <a:cubicBezTo>
                    <a:pt x="147066" y="709420"/>
                    <a:pt x="137414" y="686687"/>
                    <a:pt x="123698" y="652651"/>
                  </a:cubicBezTo>
                  <a:cubicBezTo>
                    <a:pt x="115951" y="633220"/>
                    <a:pt x="108966" y="615186"/>
                    <a:pt x="102743" y="598422"/>
                  </a:cubicBezTo>
                  <a:close/>
                </a:path>
              </a:pathLst>
            </a:custGeom>
            <a:solidFill>
              <a:srgbClr val="000000"/>
            </a:solidFill>
          </p:spPr>
        </p:sp>
        <p:sp>
          <p:nvSpPr>
            <p:cNvPr name="Freeform 30" id="30"/>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31" id="31"/>
            <p:cNvSpPr/>
            <p:nvPr/>
          </p:nvSpPr>
          <p:spPr>
            <a:xfrm flipH="false" flipV="false" rot="0">
              <a:off x="63500" y="160146"/>
              <a:ext cx="828929" cy="1246501"/>
            </a:xfrm>
            <a:custGeom>
              <a:avLst/>
              <a:gdLst/>
              <a:ahLst/>
              <a:cxnLst/>
              <a:rect r="r" b="b" t="t" l="l"/>
              <a:pathLst>
                <a:path h="1246501" w="828929">
                  <a:moveTo>
                    <a:pt x="0" y="1246501"/>
                  </a:moveTo>
                  <a:lnTo>
                    <a:pt x="828929" y="1246501"/>
                  </a:lnTo>
                  <a:lnTo>
                    <a:pt x="828929" y="0"/>
                  </a:lnTo>
                  <a:lnTo>
                    <a:pt x="0" y="0"/>
                  </a:lnTo>
                  <a:close/>
                </a:path>
              </a:pathLst>
            </a:custGeom>
            <a:solidFill>
              <a:srgbClr val="000000">
                <a:alpha val="0"/>
              </a:srgbClr>
            </a:solidFill>
          </p:spPr>
        </p:sp>
      </p:grpSp>
      <p:grpSp>
        <p:nvGrpSpPr>
          <p:cNvPr name="Group 32" id="32"/>
          <p:cNvGrpSpPr/>
          <p:nvPr/>
        </p:nvGrpSpPr>
        <p:grpSpPr>
          <a:xfrm rot="0">
            <a:off x="3928043" y="1759706"/>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4559198"/>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928043" y="7347252"/>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63503" y="9484871"/>
            <a:ext cx="7689847" cy="1277112"/>
            <a:chOff x="0" y="0"/>
            <a:chExt cx="7689850" cy="1277112"/>
          </a:xfrm>
        </p:grpSpPr>
        <p:sp>
          <p:nvSpPr>
            <p:cNvPr name="Freeform 39" id="39"/>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40" id="40"/>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1" id="41"/>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2" id="42"/>
          <p:cNvSpPr txBox="true"/>
          <p:nvPr/>
        </p:nvSpPr>
        <p:spPr>
          <a:xfrm rot="0">
            <a:off x="2903696" y="754085"/>
            <a:ext cx="1790376"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CLIPS &amp; PINS</a:t>
            </a:r>
          </a:p>
        </p:txBody>
      </p:sp>
      <p:sp>
        <p:nvSpPr>
          <p:cNvPr name="TextBox 43" id="43"/>
          <p:cNvSpPr txBox="true"/>
          <p:nvPr/>
        </p:nvSpPr>
        <p:spPr>
          <a:xfrm rot="0">
            <a:off x="1294057" y="6271289"/>
            <a:ext cx="117103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a:t>
            </a:r>
          </a:p>
        </p:txBody>
      </p:sp>
      <p:sp>
        <p:nvSpPr>
          <p:cNvPr name="TextBox 44" id="44"/>
          <p:cNvSpPr txBox="true"/>
          <p:nvPr/>
        </p:nvSpPr>
        <p:spPr>
          <a:xfrm rot="0">
            <a:off x="1044673" y="9061818"/>
            <a:ext cx="167993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304 </a:t>
            </a:r>
          </a:p>
        </p:txBody>
      </p:sp>
      <p:sp>
        <p:nvSpPr>
          <p:cNvPr name="TextBox 45" id="45"/>
          <p:cNvSpPr txBox="true"/>
          <p:nvPr/>
        </p:nvSpPr>
        <p:spPr>
          <a:xfrm rot="0">
            <a:off x="1073553" y="3480787"/>
            <a:ext cx="1621136"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304</a:t>
            </a:r>
          </a:p>
        </p:txBody>
      </p:sp>
      <p:sp>
        <p:nvSpPr>
          <p:cNvPr name="TextBox 46" id="46"/>
          <p:cNvSpPr txBox="true"/>
          <p:nvPr/>
        </p:nvSpPr>
        <p:spPr>
          <a:xfrm rot="0">
            <a:off x="5074310" y="9061818"/>
            <a:ext cx="117103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a:t>
            </a:r>
          </a:p>
        </p:txBody>
      </p:sp>
      <p:sp>
        <p:nvSpPr>
          <p:cNvPr name="TextBox 47" id="47"/>
          <p:cNvSpPr txBox="true"/>
          <p:nvPr/>
        </p:nvSpPr>
        <p:spPr>
          <a:xfrm rot="0">
            <a:off x="4824927" y="6271289"/>
            <a:ext cx="167993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304 </a:t>
            </a:r>
          </a:p>
        </p:txBody>
      </p:sp>
      <p:sp>
        <p:nvSpPr>
          <p:cNvPr name="TextBox 48" id="48"/>
          <p:cNvSpPr txBox="true"/>
          <p:nvPr/>
        </p:nvSpPr>
        <p:spPr>
          <a:xfrm rot="0">
            <a:off x="4853807" y="3480787"/>
            <a:ext cx="1621126"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304</a:t>
            </a:r>
          </a:p>
        </p:txBody>
      </p:sp>
      <p:sp>
        <p:nvSpPr>
          <p:cNvPr name="TextBox 49" id="49"/>
          <p:cNvSpPr txBox="true"/>
          <p:nvPr/>
        </p:nvSpPr>
        <p:spPr>
          <a:xfrm rot="0">
            <a:off x="240859" y="1420425"/>
            <a:ext cx="331122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CIRCLIP EXTERNAL - DIN471</a:t>
            </a:r>
          </a:p>
        </p:txBody>
      </p:sp>
      <p:sp>
        <p:nvSpPr>
          <p:cNvPr name="TextBox 50" id="50"/>
          <p:cNvSpPr txBox="true"/>
          <p:nvPr/>
        </p:nvSpPr>
        <p:spPr>
          <a:xfrm rot="0">
            <a:off x="4006958" y="1403909"/>
            <a:ext cx="3307785"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CIRCLIP INTERNAL - DIN472</a:t>
            </a:r>
          </a:p>
        </p:txBody>
      </p:sp>
      <p:sp>
        <p:nvSpPr>
          <p:cNvPr name="TextBox 51" id="51"/>
          <p:cNvSpPr txBox="true"/>
          <p:nvPr/>
        </p:nvSpPr>
        <p:spPr>
          <a:xfrm rot="0">
            <a:off x="581987" y="6992712"/>
            <a:ext cx="262368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SPRING TENSION PIN</a:t>
            </a:r>
          </a:p>
        </p:txBody>
      </p:sp>
      <p:sp>
        <p:nvSpPr>
          <p:cNvPr name="TextBox 52" id="52"/>
          <p:cNvSpPr txBox="true"/>
          <p:nvPr/>
        </p:nvSpPr>
        <p:spPr>
          <a:xfrm rot="0">
            <a:off x="519608" y="4201992"/>
            <a:ext cx="275114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SNAP RING EXTERNAL</a:t>
            </a:r>
          </a:p>
        </p:txBody>
      </p:sp>
      <p:sp>
        <p:nvSpPr>
          <p:cNvPr name="TextBox 53" id="53"/>
          <p:cNvSpPr txBox="true"/>
          <p:nvPr/>
        </p:nvSpPr>
        <p:spPr>
          <a:xfrm rot="0">
            <a:off x="5173685" y="4183132"/>
            <a:ext cx="96853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E CLIPS </a:t>
            </a:r>
          </a:p>
        </p:txBody>
      </p:sp>
      <p:sp>
        <p:nvSpPr>
          <p:cNvPr name="TextBox 54" id="54"/>
          <p:cNvSpPr txBox="true"/>
          <p:nvPr/>
        </p:nvSpPr>
        <p:spPr>
          <a:xfrm rot="0">
            <a:off x="4967659" y="6973662"/>
            <a:ext cx="1368723"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SPIRAL PIN</a:t>
            </a:r>
          </a:p>
        </p:txBody>
      </p:sp>
      <p:sp>
        <p:nvSpPr>
          <p:cNvPr name="TextBox 55" id="55"/>
          <p:cNvSpPr txBox="true"/>
          <p:nvPr/>
        </p:nvSpPr>
        <p:spPr>
          <a:xfrm rot="0">
            <a:off x="7052948" y="10145220"/>
            <a:ext cx="46963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26</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2206095" y="654225"/>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2" id="12"/>
          <p:cNvGrpSpPr/>
          <p:nvPr/>
        </p:nvGrpSpPr>
        <p:grpSpPr>
          <a:xfrm rot="0">
            <a:off x="527390" y="1849460"/>
            <a:ext cx="2648950" cy="1657979"/>
            <a:chOff x="0" y="0"/>
            <a:chExt cx="3531934" cy="2210638"/>
          </a:xfrm>
        </p:grpSpPr>
        <p:sp>
          <p:nvSpPr>
            <p:cNvPr name="Freeform 13" id="13"/>
            <p:cNvSpPr/>
            <p:nvPr/>
          </p:nvSpPr>
          <p:spPr>
            <a:xfrm flipH="false" flipV="false" rot="0">
              <a:off x="0" y="0"/>
              <a:ext cx="3531870" cy="2210689"/>
            </a:xfrm>
            <a:custGeom>
              <a:avLst/>
              <a:gdLst/>
              <a:ahLst/>
              <a:cxnLst/>
              <a:rect r="r" b="b" t="t" l="l"/>
              <a:pathLst>
                <a:path h="2210689" w="3531870">
                  <a:moveTo>
                    <a:pt x="0" y="0"/>
                  </a:moveTo>
                  <a:lnTo>
                    <a:pt x="3531870" y="0"/>
                  </a:lnTo>
                  <a:lnTo>
                    <a:pt x="3531870" y="2210689"/>
                  </a:lnTo>
                  <a:lnTo>
                    <a:pt x="0" y="2210689"/>
                  </a:lnTo>
                  <a:lnTo>
                    <a:pt x="0" y="0"/>
                  </a:lnTo>
                  <a:close/>
                </a:path>
              </a:pathLst>
            </a:custGeom>
            <a:blipFill>
              <a:blip r:embed="rId17"/>
              <a:stretch>
                <a:fillRect l="-137" t="-425" r="-35" b="-222"/>
              </a:stretch>
            </a:blipFill>
          </p:spPr>
        </p:sp>
      </p:grpSp>
      <p:grpSp>
        <p:nvGrpSpPr>
          <p:cNvPr name="Group 14" id="14"/>
          <p:cNvGrpSpPr/>
          <p:nvPr/>
        </p:nvGrpSpPr>
        <p:grpSpPr>
          <a:xfrm rot="0">
            <a:off x="3969744" y="1912696"/>
            <a:ext cx="3296898" cy="1419758"/>
            <a:chOff x="0" y="0"/>
            <a:chExt cx="4395864" cy="1893011"/>
          </a:xfrm>
        </p:grpSpPr>
        <p:sp>
          <p:nvSpPr>
            <p:cNvPr name="Freeform 15" id="15"/>
            <p:cNvSpPr/>
            <p:nvPr/>
          </p:nvSpPr>
          <p:spPr>
            <a:xfrm flipH="false" flipV="false" rot="0">
              <a:off x="0" y="0"/>
              <a:ext cx="4395851" cy="1893062"/>
            </a:xfrm>
            <a:custGeom>
              <a:avLst/>
              <a:gdLst/>
              <a:ahLst/>
              <a:cxnLst/>
              <a:rect r="r" b="b" t="t" l="l"/>
              <a:pathLst>
                <a:path h="1893062" w="4395851">
                  <a:moveTo>
                    <a:pt x="0" y="0"/>
                  </a:moveTo>
                  <a:lnTo>
                    <a:pt x="4395851" y="0"/>
                  </a:lnTo>
                  <a:lnTo>
                    <a:pt x="4395851" y="1893062"/>
                  </a:lnTo>
                  <a:lnTo>
                    <a:pt x="0" y="1893062"/>
                  </a:lnTo>
                  <a:lnTo>
                    <a:pt x="0" y="0"/>
                  </a:lnTo>
                  <a:close/>
                </a:path>
              </a:pathLst>
            </a:custGeom>
            <a:blipFill>
              <a:blip r:embed="rId18"/>
              <a:stretch>
                <a:fillRect l="0" t="-9" r="0" b="-305"/>
              </a:stretch>
            </a:blipFill>
          </p:spPr>
        </p:sp>
      </p:grpSp>
      <p:grpSp>
        <p:nvGrpSpPr>
          <p:cNvPr name="Group 16" id="16"/>
          <p:cNvGrpSpPr/>
          <p:nvPr/>
        </p:nvGrpSpPr>
        <p:grpSpPr>
          <a:xfrm rot="0">
            <a:off x="792813" y="4650000"/>
            <a:ext cx="1981943" cy="1677029"/>
            <a:chOff x="0" y="0"/>
            <a:chExt cx="2642591" cy="2236038"/>
          </a:xfrm>
        </p:grpSpPr>
        <p:sp>
          <p:nvSpPr>
            <p:cNvPr name="Freeform 17" id="17"/>
            <p:cNvSpPr/>
            <p:nvPr/>
          </p:nvSpPr>
          <p:spPr>
            <a:xfrm flipH="false" flipV="false" rot="0">
              <a:off x="0" y="0"/>
              <a:ext cx="2642616" cy="2236089"/>
            </a:xfrm>
            <a:custGeom>
              <a:avLst/>
              <a:gdLst/>
              <a:ahLst/>
              <a:cxnLst/>
              <a:rect r="r" b="b" t="t" l="l"/>
              <a:pathLst>
                <a:path h="2236089" w="2642616">
                  <a:moveTo>
                    <a:pt x="0" y="0"/>
                  </a:moveTo>
                  <a:lnTo>
                    <a:pt x="2642616" y="0"/>
                  </a:lnTo>
                  <a:lnTo>
                    <a:pt x="2642616" y="2236089"/>
                  </a:lnTo>
                  <a:lnTo>
                    <a:pt x="0" y="2236089"/>
                  </a:lnTo>
                  <a:lnTo>
                    <a:pt x="0" y="0"/>
                  </a:lnTo>
                  <a:close/>
                </a:path>
              </a:pathLst>
            </a:custGeom>
            <a:blipFill>
              <a:blip r:embed="rId19"/>
              <a:stretch>
                <a:fillRect l="0" t="-293" r="0" b="-159"/>
              </a:stretch>
            </a:blipFill>
          </p:spPr>
        </p:sp>
      </p:grpSp>
      <p:grpSp>
        <p:nvGrpSpPr>
          <p:cNvPr name="Group 18" id="18"/>
          <p:cNvGrpSpPr/>
          <p:nvPr/>
        </p:nvGrpSpPr>
        <p:grpSpPr>
          <a:xfrm rot="0">
            <a:off x="4998291" y="4664297"/>
            <a:ext cx="1295886" cy="1648444"/>
            <a:chOff x="0" y="0"/>
            <a:chExt cx="1727848" cy="2197926"/>
          </a:xfrm>
        </p:grpSpPr>
        <p:sp>
          <p:nvSpPr>
            <p:cNvPr name="Freeform 19" id="19"/>
            <p:cNvSpPr/>
            <p:nvPr/>
          </p:nvSpPr>
          <p:spPr>
            <a:xfrm flipH="false" flipV="false" rot="0">
              <a:off x="0" y="0"/>
              <a:ext cx="1727835" cy="2197989"/>
            </a:xfrm>
            <a:custGeom>
              <a:avLst/>
              <a:gdLst/>
              <a:ahLst/>
              <a:cxnLst/>
              <a:rect r="r" b="b" t="t" l="l"/>
              <a:pathLst>
                <a:path h="2197989" w="1727835">
                  <a:moveTo>
                    <a:pt x="0" y="0"/>
                  </a:moveTo>
                  <a:lnTo>
                    <a:pt x="1727835" y="0"/>
                  </a:lnTo>
                  <a:lnTo>
                    <a:pt x="1727835" y="2197989"/>
                  </a:lnTo>
                  <a:lnTo>
                    <a:pt x="0" y="2197989"/>
                  </a:lnTo>
                  <a:lnTo>
                    <a:pt x="0" y="0"/>
                  </a:lnTo>
                  <a:close/>
                </a:path>
              </a:pathLst>
            </a:custGeom>
            <a:blipFill>
              <a:blip r:embed="rId20"/>
              <a:stretch>
                <a:fillRect l="-125" t="-333" r="-260" b="-140"/>
              </a:stretch>
            </a:blipFill>
          </p:spPr>
        </p:sp>
      </p:grpSp>
      <p:grpSp>
        <p:nvGrpSpPr>
          <p:cNvPr name="Group 20" id="20"/>
          <p:cNvGrpSpPr/>
          <p:nvPr/>
        </p:nvGrpSpPr>
        <p:grpSpPr>
          <a:xfrm rot="0">
            <a:off x="660206" y="7448645"/>
            <a:ext cx="2248748" cy="1619860"/>
            <a:chOff x="0" y="0"/>
            <a:chExt cx="2998330" cy="2159813"/>
          </a:xfrm>
        </p:grpSpPr>
        <p:sp>
          <p:nvSpPr>
            <p:cNvPr name="Freeform 21" id="21"/>
            <p:cNvSpPr/>
            <p:nvPr/>
          </p:nvSpPr>
          <p:spPr>
            <a:xfrm flipH="false" flipV="false" rot="0">
              <a:off x="0" y="0"/>
              <a:ext cx="2998343" cy="2159762"/>
            </a:xfrm>
            <a:custGeom>
              <a:avLst/>
              <a:gdLst/>
              <a:ahLst/>
              <a:cxnLst/>
              <a:rect r="r" b="b" t="t" l="l"/>
              <a:pathLst>
                <a:path h="2159762" w="2998343">
                  <a:moveTo>
                    <a:pt x="0" y="0"/>
                  </a:moveTo>
                  <a:lnTo>
                    <a:pt x="2998343" y="0"/>
                  </a:lnTo>
                  <a:lnTo>
                    <a:pt x="2998343" y="2159762"/>
                  </a:lnTo>
                  <a:lnTo>
                    <a:pt x="0" y="2159762"/>
                  </a:lnTo>
                  <a:lnTo>
                    <a:pt x="0" y="0"/>
                  </a:lnTo>
                  <a:close/>
                </a:path>
              </a:pathLst>
            </a:custGeom>
            <a:blipFill>
              <a:blip r:embed="rId21"/>
              <a:stretch>
                <a:fillRect l="0" t="0" r="0" b="-2"/>
              </a:stretch>
            </a:blipFill>
          </p:spPr>
        </p:sp>
      </p:grpSp>
      <p:grpSp>
        <p:nvGrpSpPr>
          <p:cNvPr name="Group 22" id="22"/>
          <p:cNvGrpSpPr/>
          <p:nvPr/>
        </p:nvGrpSpPr>
        <p:grpSpPr>
          <a:xfrm rot="0">
            <a:off x="4470378" y="7448645"/>
            <a:ext cx="2334501" cy="1619860"/>
            <a:chOff x="0" y="0"/>
            <a:chExt cx="3112668" cy="2159813"/>
          </a:xfrm>
        </p:grpSpPr>
        <p:sp>
          <p:nvSpPr>
            <p:cNvPr name="Freeform 23" id="23"/>
            <p:cNvSpPr/>
            <p:nvPr/>
          </p:nvSpPr>
          <p:spPr>
            <a:xfrm flipH="false" flipV="false" rot="0">
              <a:off x="0" y="0"/>
              <a:ext cx="3112643" cy="2159762"/>
            </a:xfrm>
            <a:custGeom>
              <a:avLst/>
              <a:gdLst/>
              <a:ahLst/>
              <a:cxnLst/>
              <a:rect r="r" b="b" t="t" l="l"/>
              <a:pathLst>
                <a:path h="2159762" w="3112643">
                  <a:moveTo>
                    <a:pt x="0" y="0"/>
                  </a:moveTo>
                  <a:lnTo>
                    <a:pt x="3112643" y="0"/>
                  </a:lnTo>
                  <a:lnTo>
                    <a:pt x="3112643" y="2159762"/>
                  </a:lnTo>
                  <a:lnTo>
                    <a:pt x="0" y="2159762"/>
                  </a:lnTo>
                  <a:lnTo>
                    <a:pt x="0" y="0"/>
                  </a:lnTo>
                  <a:close/>
                </a:path>
              </a:pathLst>
            </a:custGeom>
            <a:blipFill>
              <a:blip r:embed="rId22"/>
              <a:stretch>
                <a:fillRect l="0" t="0" r="0" b="-2"/>
              </a:stretch>
            </a:blipFill>
          </p:spPr>
        </p:sp>
      </p:grpSp>
      <p:grpSp>
        <p:nvGrpSpPr>
          <p:cNvPr name="Group 24" id="24"/>
          <p:cNvGrpSpPr/>
          <p:nvPr/>
        </p:nvGrpSpPr>
        <p:grpSpPr>
          <a:xfrm rot="0">
            <a:off x="149219" y="1759706"/>
            <a:ext cx="3023997" cy="60484"/>
            <a:chOff x="0" y="0"/>
            <a:chExt cx="3023997" cy="60477"/>
          </a:xfrm>
        </p:grpSpPr>
        <p:sp>
          <p:nvSpPr>
            <p:cNvPr name="Freeform 25" id="2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6" id="26"/>
          <p:cNvGrpSpPr/>
          <p:nvPr/>
        </p:nvGrpSpPr>
        <p:grpSpPr>
          <a:xfrm rot="0">
            <a:off x="149219" y="4559198"/>
            <a:ext cx="3023997" cy="60484"/>
            <a:chOff x="0" y="0"/>
            <a:chExt cx="3023997" cy="60477"/>
          </a:xfrm>
        </p:grpSpPr>
        <p:sp>
          <p:nvSpPr>
            <p:cNvPr name="Freeform 27" id="2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8" id="28"/>
          <p:cNvGrpSpPr/>
          <p:nvPr/>
        </p:nvGrpSpPr>
        <p:grpSpPr>
          <a:xfrm rot="0">
            <a:off x="149219" y="7347252"/>
            <a:ext cx="3023997" cy="60484"/>
            <a:chOff x="0" y="0"/>
            <a:chExt cx="3023997" cy="60477"/>
          </a:xfrm>
        </p:grpSpPr>
        <p:sp>
          <p:nvSpPr>
            <p:cNvPr name="Freeform 29" id="2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0" id="30"/>
          <p:cNvGrpSpPr/>
          <p:nvPr/>
        </p:nvGrpSpPr>
        <p:grpSpPr>
          <a:xfrm rot="0">
            <a:off x="-63503" y="-63503"/>
            <a:ext cx="7692133" cy="1471565"/>
            <a:chOff x="0" y="0"/>
            <a:chExt cx="7692136" cy="1471562"/>
          </a:xfrm>
        </p:grpSpPr>
        <p:sp>
          <p:nvSpPr>
            <p:cNvPr name="Freeform 31" id="31"/>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FF9100"/>
            </a:solidFill>
          </p:spPr>
        </p:sp>
        <p:sp>
          <p:nvSpPr>
            <p:cNvPr name="Freeform 32" id="32"/>
            <p:cNvSpPr/>
            <p:nvPr/>
          </p:nvSpPr>
          <p:spPr>
            <a:xfrm flipH="false" flipV="false" rot="0">
              <a:off x="63373" y="160781"/>
              <a:ext cx="829282" cy="1247263"/>
            </a:xfrm>
            <a:custGeom>
              <a:avLst/>
              <a:gdLst/>
              <a:ahLst/>
              <a:cxnLst/>
              <a:rect r="r" b="b" t="t" l="l"/>
              <a:pathLst>
                <a:path h="1247263" w="829282">
                  <a:moveTo>
                    <a:pt x="271399" y="244475"/>
                  </a:moveTo>
                  <a:cubicBezTo>
                    <a:pt x="268859" y="244475"/>
                    <a:pt x="266446" y="244983"/>
                    <a:pt x="264287" y="246126"/>
                  </a:cubicBezTo>
                  <a:cubicBezTo>
                    <a:pt x="255143" y="250698"/>
                    <a:pt x="247904" y="263906"/>
                    <a:pt x="245110" y="281431"/>
                  </a:cubicBezTo>
                  <a:cubicBezTo>
                    <a:pt x="244348" y="286004"/>
                    <a:pt x="244094" y="290067"/>
                    <a:pt x="244094" y="300354"/>
                  </a:cubicBezTo>
                  <a:cubicBezTo>
                    <a:pt x="244094" y="325500"/>
                    <a:pt x="246507" y="337311"/>
                    <a:pt x="260223" y="379094"/>
                  </a:cubicBezTo>
                  <a:cubicBezTo>
                    <a:pt x="275717" y="426338"/>
                    <a:pt x="284480" y="448690"/>
                    <a:pt x="306959" y="497331"/>
                  </a:cubicBezTo>
                  <a:cubicBezTo>
                    <a:pt x="331089" y="549528"/>
                    <a:pt x="336423" y="561593"/>
                    <a:pt x="347091" y="588516"/>
                  </a:cubicBezTo>
                  <a:cubicBezTo>
                    <a:pt x="348488" y="592072"/>
                    <a:pt x="349885" y="595501"/>
                    <a:pt x="351155" y="598930"/>
                  </a:cubicBezTo>
                  <a:lnTo>
                    <a:pt x="377190" y="598930"/>
                  </a:lnTo>
                  <a:cubicBezTo>
                    <a:pt x="373761" y="589786"/>
                    <a:pt x="369951" y="580135"/>
                    <a:pt x="365760" y="569975"/>
                  </a:cubicBezTo>
                  <a:cubicBezTo>
                    <a:pt x="356362" y="546734"/>
                    <a:pt x="350393" y="533399"/>
                    <a:pt x="336296" y="503173"/>
                  </a:cubicBezTo>
                  <a:cubicBezTo>
                    <a:pt x="324358" y="477519"/>
                    <a:pt x="317881" y="463168"/>
                    <a:pt x="311531" y="448182"/>
                  </a:cubicBezTo>
                  <a:cubicBezTo>
                    <a:pt x="283337" y="382142"/>
                    <a:pt x="270129" y="331596"/>
                    <a:pt x="270129" y="290322"/>
                  </a:cubicBezTo>
                  <a:cubicBezTo>
                    <a:pt x="270129" y="275336"/>
                    <a:pt x="271653" y="271526"/>
                    <a:pt x="280543" y="263398"/>
                  </a:cubicBezTo>
                  <a:cubicBezTo>
                    <a:pt x="286258" y="258191"/>
                    <a:pt x="286893" y="252984"/>
                    <a:pt x="282321" y="248666"/>
                  </a:cubicBezTo>
                  <a:cubicBezTo>
                    <a:pt x="279654" y="246126"/>
                    <a:pt x="275463" y="244729"/>
                    <a:pt x="271399" y="244729"/>
                  </a:cubicBezTo>
                  <a:close/>
                  <a:moveTo>
                    <a:pt x="173609" y="67310"/>
                  </a:moveTo>
                  <a:cubicBezTo>
                    <a:pt x="165735" y="67310"/>
                    <a:pt x="157988" y="68072"/>
                    <a:pt x="150495" y="69596"/>
                  </a:cubicBezTo>
                  <a:cubicBezTo>
                    <a:pt x="133096" y="73152"/>
                    <a:pt x="118364" y="80772"/>
                    <a:pt x="106934" y="92202"/>
                  </a:cubicBezTo>
                  <a:cubicBezTo>
                    <a:pt x="93091" y="106045"/>
                    <a:pt x="85217" y="123698"/>
                    <a:pt x="82931" y="146558"/>
                  </a:cubicBezTo>
                  <a:cubicBezTo>
                    <a:pt x="82169" y="153924"/>
                    <a:pt x="82677" y="174498"/>
                    <a:pt x="83693" y="182753"/>
                  </a:cubicBezTo>
                  <a:cubicBezTo>
                    <a:pt x="88392" y="218440"/>
                    <a:pt x="101092" y="257683"/>
                    <a:pt x="129413" y="324992"/>
                  </a:cubicBezTo>
                  <a:cubicBezTo>
                    <a:pt x="175641" y="434720"/>
                    <a:pt x="189738" y="467359"/>
                    <a:pt x="210439" y="512317"/>
                  </a:cubicBezTo>
                  <a:cubicBezTo>
                    <a:pt x="225679" y="545337"/>
                    <a:pt x="239776" y="574039"/>
                    <a:pt x="253111" y="598930"/>
                  </a:cubicBezTo>
                  <a:lnTo>
                    <a:pt x="280797" y="598930"/>
                  </a:lnTo>
                  <a:cubicBezTo>
                    <a:pt x="264414" y="569467"/>
                    <a:pt x="247015" y="534161"/>
                    <a:pt x="227838" y="492124"/>
                  </a:cubicBezTo>
                  <a:cubicBezTo>
                    <a:pt x="205232" y="442213"/>
                    <a:pt x="197866" y="425195"/>
                    <a:pt x="152654" y="317880"/>
                  </a:cubicBezTo>
                  <a:cubicBezTo>
                    <a:pt x="124587" y="251333"/>
                    <a:pt x="112141" y="213106"/>
                    <a:pt x="107823" y="180848"/>
                  </a:cubicBezTo>
                  <a:cubicBezTo>
                    <a:pt x="106553" y="171958"/>
                    <a:pt x="106299" y="156083"/>
                    <a:pt x="106934" y="148590"/>
                  </a:cubicBezTo>
                  <a:cubicBezTo>
                    <a:pt x="108966" y="129159"/>
                    <a:pt x="116332" y="114173"/>
                    <a:pt x="128905" y="104902"/>
                  </a:cubicBezTo>
                  <a:cubicBezTo>
                    <a:pt x="140716" y="96012"/>
                    <a:pt x="156337" y="91440"/>
                    <a:pt x="173228" y="91440"/>
                  </a:cubicBezTo>
                  <a:cubicBezTo>
                    <a:pt x="188976" y="91440"/>
                    <a:pt x="205867" y="95377"/>
                    <a:pt x="221869" y="103251"/>
                  </a:cubicBezTo>
                  <a:cubicBezTo>
                    <a:pt x="234061" y="109220"/>
                    <a:pt x="244221" y="116713"/>
                    <a:pt x="254635" y="127127"/>
                  </a:cubicBezTo>
                  <a:cubicBezTo>
                    <a:pt x="280289" y="153035"/>
                    <a:pt x="300482" y="190119"/>
                    <a:pt x="338455" y="281051"/>
                  </a:cubicBezTo>
                  <a:cubicBezTo>
                    <a:pt x="355727" y="322579"/>
                    <a:pt x="365633" y="347471"/>
                    <a:pt x="381889" y="391286"/>
                  </a:cubicBezTo>
                  <a:cubicBezTo>
                    <a:pt x="387731" y="406780"/>
                    <a:pt x="398272" y="435228"/>
                    <a:pt x="405511" y="454659"/>
                  </a:cubicBezTo>
                  <a:cubicBezTo>
                    <a:pt x="425323" y="507745"/>
                    <a:pt x="440944" y="551941"/>
                    <a:pt x="456692" y="598930"/>
                  </a:cubicBezTo>
                  <a:lnTo>
                    <a:pt x="482219" y="598930"/>
                  </a:lnTo>
                  <a:cubicBezTo>
                    <a:pt x="465963" y="550163"/>
                    <a:pt x="447929" y="498728"/>
                    <a:pt x="430403" y="451865"/>
                  </a:cubicBezTo>
                  <a:cubicBezTo>
                    <a:pt x="426466" y="441324"/>
                    <a:pt x="417322" y="416940"/>
                    <a:pt x="410210" y="397636"/>
                  </a:cubicBezTo>
                  <a:cubicBezTo>
                    <a:pt x="390398" y="344296"/>
                    <a:pt x="383032" y="325627"/>
                    <a:pt x="366903" y="286257"/>
                  </a:cubicBezTo>
                  <a:cubicBezTo>
                    <a:pt x="332359" y="202311"/>
                    <a:pt x="311658" y="160274"/>
                    <a:pt x="291084" y="132588"/>
                  </a:cubicBezTo>
                  <a:cubicBezTo>
                    <a:pt x="281559" y="119761"/>
                    <a:pt x="269621" y="106807"/>
                    <a:pt x="259842" y="99060"/>
                  </a:cubicBezTo>
                  <a:cubicBezTo>
                    <a:pt x="234442" y="78486"/>
                    <a:pt x="203454" y="67310"/>
                    <a:pt x="173355" y="67310"/>
                  </a:cubicBezTo>
                  <a:close/>
                  <a:moveTo>
                    <a:pt x="163195" y="0"/>
                  </a:moveTo>
                  <a:cubicBezTo>
                    <a:pt x="159385" y="0"/>
                    <a:pt x="156210" y="0"/>
                    <a:pt x="154813" y="127"/>
                  </a:cubicBezTo>
                  <a:cubicBezTo>
                    <a:pt x="124333" y="2794"/>
                    <a:pt x="96520" y="10414"/>
                    <a:pt x="72263" y="22479"/>
                  </a:cubicBezTo>
                  <a:cubicBezTo>
                    <a:pt x="53467" y="31877"/>
                    <a:pt x="40259" y="41910"/>
                    <a:pt x="28321" y="55753"/>
                  </a:cubicBezTo>
                  <a:cubicBezTo>
                    <a:pt x="9271" y="77978"/>
                    <a:pt x="127" y="103124"/>
                    <a:pt x="0" y="135509"/>
                  </a:cubicBezTo>
                  <a:lnTo>
                    <a:pt x="127" y="135509"/>
                  </a:lnTo>
                  <a:lnTo>
                    <a:pt x="127" y="137922"/>
                  </a:lnTo>
                  <a:cubicBezTo>
                    <a:pt x="127" y="146431"/>
                    <a:pt x="889" y="155448"/>
                    <a:pt x="2032" y="164973"/>
                  </a:cubicBezTo>
                  <a:cubicBezTo>
                    <a:pt x="5080" y="189611"/>
                    <a:pt x="13081" y="217678"/>
                    <a:pt x="28575" y="258953"/>
                  </a:cubicBezTo>
                  <a:cubicBezTo>
                    <a:pt x="36322" y="279654"/>
                    <a:pt x="45339" y="301370"/>
                    <a:pt x="65786" y="348995"/>
                  </a:cubicBezTo>
                  <a:lnTo>
                    <a:pt x="69215" y="356869"/>
                  </a:lnTo>
                  <a:lnTo>
                    <a:pt x="65024" y="360806"/>
                  </a:lnTo>
                  <a:cubicBezTo>
                    <a:pt x="57150" y="368045"/>
                    <a:pt x="49784" y="377951"/>
                    <a:pt x="45339" y="386587"/>
                  </a:cubicBezTo>
                  <a:cubicBezTo>
                    <a:pt x="41148" y="394969"/>
                    <a:pt x="37846" y="407415"/>
                    <a:pt x="36576" y="419226"/>
                  </a:cubicBezTo>
                  <a:cubicBezTo>
                    <a:pt x="35814" y="426719"/>
                    <a:pt x="36195" y="445515"/>
                    <a:pt x="37465" y="454532"/>
                  </a:cubicBezTo>
                  <a:cubicBezTo>
                    <a:pt x="42037" y="490219"/>
                    <a:pt x="53086" y="532256"/>
                    <a:pt x="72263" y="586103"/>
                  </a:cubicBezTo>
                  <a:cubicBezTo>
                    <a:pt x="73787" y="590421"/>
                    <a:pt x="75311" y="594739"/>
                    <a:pt x="76835" y="599057"/>
                  </a:cubicBezTo>
                  <a:lnTo>
                    <a:pt x="102616" y="599057"/>
                  </a:lnTo>
                  <a:cubicBezTo>
                    <a:pt x="79502" y="536574"/>
                    <a:pt x="66802" y="490854"/>
                    <a:pt x="61468" y="451992"/>
                  </a:cubicBezTo>
                  <a:cubicBezTo>
                    <a:pt x="60198" y="442594"/>
                    <a:pt x="60198" y="422147"/>
                    <a:pt x="61468" y="415162"/>
                  </a:cubicBezTo>
                  <a:cubicBezTo>
                    <a:pt x="62738" y="408685"/>
                    <a:pt x="65659" y="400049"/>
                    <a:pt x="67945" y="395858"/>
                  </a:cubicBezTo>
                  <a:cubicBezTo>
                    <a:pt x="70612" y="391032"/>
                    <a:pt x="78359" y="380999"/>
                    <a:pt x="79375" y="380999"/>
                  </a:cubicBezTo>
                  <a:cubicBezTo>
                    <a:pt x="79375" y="380999"/>
                    <a:pt x="79375" y="380999"/>
                    <a:pt x="79502" y="380999"/>
                  </a:cubicBezTo>
                  <a:cubicBezTo>
                    <a:pt x="79756" y="381253"/>
                    <a:pt x="93218" y="411352"/>
                    <a:pt x="102743" y="433196"/>
                  </a:cubicBezTo>
                  <a:cubicBezTo>
                    <a:pt x="109093" y="447674"/>
                    <a:pt x="142748" y="527049"/>
                    <a:pt x="149352" y="543051"/>
                  </a:cubicBezTo>
                  <a:cubicBezTo>
                    <a:pt x="151765" y="549020"/>
                    <a:pt x="158242" y="564641"/>
                    <a:pt x="163576" y="577722"/>
                  </a:cubicBezTo>
                  <a:cubicBezTo>
                    <a:pt x="166243" y="584072"/>
                    <a:pt x="169164" y="591310"/>
                    <a:pt x="172339" y="599057"/>
                  </a:cubicBezTo>
                  <a:lnTo>
                    <a:pt x="198628" y="599057"/>
                  </a:lnTo>
                  <a:cubicBezTo>
                    <a:pt x="193421" y="586357"/>
                    <a:pt x="188341" y="574038"/>
                    <a:pt x="183769" y="562990"/>
                  </a:cubicBezTo>
                  <a:cubicBezTo>
                    <a:pt x="171577" y="532891"/>
                    <a:pt x="168021" y="524636"/>
                    <a:pt x="147447" y="476122"/>
                  </a:cubicBezTo>
                  <a:cubicBezTo>
                    <a:pt x="129286" y="433450"/>
                    <a:pt x="127889" y="430148"/>
                    <a:pt x="112395" y="394842"/>
                  </a:cubicBezTo>
                  <a:cubicBezTo>
                    <a:pt x="79121" y="319658"/>
                    <a:pt x="61087" y="276987"/>
                    <a:pt x="50800" y="249047"/>
                  </a:cubicBezTo>
                  <a:cubicBezTo>
                    <a:pt x="33147" y="201676"/>
                    <a:pt x="26162" y="173863"/>
                    <a:pt x="24765" y="145542"/>
                  </a:cubicBezTo>
                  <a:cubicBezTo>
                    <a:pt x="23368" y="117221"/>
                    <a:pt x="28448" y="96647"/>
                    <a:pt x="41402" y="78740"/>
                  </a:cubicBezTo>
                  <a:cubicBezTo>
                    <a:pt x="53848" y="61468"/>
                    <a:pt x="71120" y="48641"/>
                    <a:pt x="95123" y="38989"/>
                  </a:cubicBezTo>
                  <a:cubicBezTo>
                    <a:pt x="114681" y="31115"/>
                    <a:pt x="132588" y="26924"/>
                    <a:pt x="157353" y="24511"/>
                  </a:cubicBezTo>
                  <a:cubicBezTo>
                    <a:pt x="158496" y="24384"/>
                    <a:pt x="161036" y="24384"/>
                    <a:pt x="164338" y="24384"/>
                  </a:cubicBezTo>
                  <a:cubicBezTo>
                    <a:pt x="174879" y="24384"/>
                    <a:pt x="192786" y="24892"/>
                    <a:pt x="197358" y="25527"/>
                  </a:cubicBezTo>
                  <a:cubicBezTo>
                    <a:pt x="228727" y="29591"/>
                    <a:pt x="255270" y="39624"/>
                    <a:pt x="282829" y="57658"/>
                  </a:cubicBezTo>
                  <a:cubicBezTo>
                    <a:pt x="300863" y="69596"/>
                    <a:pt x="314706" y="82677"/>
                    <a:pt x="330454" y="102870"/>
                  </a:cubicBezTo>
                  <a:cubicBezTo>
                    <a:pt x="336550" y="110744"/>
                    <a:pt x="347980" y="127889"/>
                    <a:pt x="353822" y="138176"/>
                  </a:cubicBezTo>
                  <a:cubicBezTo>
                    <a:pt x="366014" y="159385"/>
                    <a:pt x="386207" y="203962"/>
                    <a:pt x="403479" y="247269"/>
                  </a:cubicBezTo>
                  <a:cubicBezTo>
                    <a:pt x="418719" y="285622"/>
                    <a:pt x="470408" y="423290"/>
                    <a:pt x="497205" y="496569"/>
                  </a:cubicBezTo>
                  <a:cubicBezTo>
                    <a:pt x="512191" y="537463"/>
                    <a:pt x="523621" y="570355"/>
                    <a:pt x="533019" y="599184"/>
                  </a:cubicBezTo>
                  <a:lnTo>
                    <a:pt x="558546" y="599184"/>
                  </a:lnTo>
                  <a:cubicBezTo>
                    <a:pt x="542925" y="550036"/>
                    <a:pt x="509778" y="458215"/>
                    <a:pt x="461264" y="329818"/>
                  </a:cubicBezTo>
                  <a:cubicBezTo>
                    <a:pt x="456057" y="315975"/>
                    <a:pt x="451739" y="304545"/>
                    <a:pt x="451866" y="304291"/>
                  </a:cubicBezTo>
                  <a:cubicBezTo>
                    <a:pt x="451866" y="303910"/>
                    <a:pt x="459486" y="298449"/>
                    <a:pt x="463042" y="296290"/>
                  </a:cubicBezTo>
                  <a:cubicBezTo>
                    <a:pt x="467106" y="293877"/>
                    <a:pt x="471678" y="292607"/>
                    <a:pt x="476250" y="292607"/>
                  </a:cubicBezTo>
                  <a:cubicBezTo>
                    <a:pt x="478409" y="292607"/>
                    <a:pt x="480441" y="292861"/>
                    <a:pt x="482600" y="293369"/>
                  </a:cubicBezTo>
                  <a:cubicBezTo>
                    <a:pt x="497078" y="297179"/>
                    <a:pt x="512191" y="311530"/>
                    <a:pt x="530479" y="338835"/>
                  </a:cubicBezTo>
                  <a:cubicBezTo>
                    <a:pt x="543306" y="358139"/>
                    <a:pt x="552196" y="375665"/>
                    <a:pt x="567436" y="410971"/>
                  </a:cubicBezTo>
                  <a:cubicBezTo>
                    <a:pt x="583565" y="448690"/>
                    <a:pt x="589280" y="463930"/>
                    <a:pt x="611251" y="528319"/>
                  </a:cubicBezTo>
                  <a:cubicBezTo>
                    <a:pt x="622808" y="562355"/>
                    <a:pt x="629158" y="580897"/>
                    <a:pt x="634873" y="599057"/>
                  </a:cubicBezTo>
                  <a:lnTo>
                    <a:pt x="660273" y="599057"/>
                  </a:lnTo>
                  <a:cubicBezTo>
                    <a:pt x="653288" y="576706"/>
                    <a:pt x="646430" y="556386"/>
                    <a:pt x="632206" y="514603"/>
                  </a:cubicBezTo>
                  <a:cubicBezTo>
                    <a:pt x="613537" y="459612"/>
                    <a:pt x="605155" y="437260"/>
                    <a:pt x="588899" y="399668"/>
                  </a:cubicBezTo>
                  <a:cubicBezTo>
                    <a:pt x="571754" y="359663"/>
                    <a:pt x="559816" y="337311"/>
                    <a:pt x="543687" y="315213"/>
                  </a:cubicBezTo>
                  <a:cubicBezTo>
                    <a:pt x="523875" y="287908"/>
                    <a:pt x="507746" y="274828"/>
                    <a:pt x="487807" y="269621"/>
                  </a:cubicBezTo>
                  <a:cubicBezTo>
                    <a:pt x="484124" y="268731"/>
                    <a:pt x="479806" y="268224"/>
                    <a:pt x="475488" y="268224"/>
                  </a:cubicBezTo>
                  <a:cubicBezTo>
                    <a:pt x="471551" y="268224"/>
                    <a:pt x="467741" y="268605"/>
                    <a:pt x="464820" y="269367"/>
                  </a:cubicBezTo>
                  <a:cubicBezTo>
                    <a:pt x="459613" y="270763"/>
                    <a:pt x="452247" y="274320"/>
                    <a:pt x="447040" y="277749"/>
                  </a:cubicBezTo>
                  <a:cubicBezTo>
                    <a:pt x="444627" y="279399"/>
                    <a:pt x="443611" y="279908"/>
                    <a:pt x="443103" y="279908"/>
                  </a:cubicBezTo>
                  <a:cubicBezTo>
                    <a:pt x="442849" y="279908"/>
                    <a:pt x="442722" y="279781"/>
                    <a:pt x="442468" y="279527"/>
                  </a:cubicBezTo>
                  <a:cubicBezTo>
                    <a:pt x="442214" y="279019"/>
                    <a:pt x="439039" y="270763"/>
                    <a:pt x="435356" y="261239"/>
                  </a:cubicBezTo>
                  <a:cubicBezTo>
                    <a:pt x="411988" y="200406"/>
                    <a:pt x="388366" y="147955"/>
                    <a:pt x="372237" y="121031"/>
                  </a:cubicBezTo>
                  <a:cubicBezTo>
                    <a:pt x="357886" y="96901"/>
                    <a:pt x="345440" y="80645"/>
                    <a:pt x="328168" y="63373"/>
                  </a:cubicBezTo>
                  <a:cubicBezTo>
                    <a:pt x="310388" y="45593"/>
                    <a:pt x="294259" y="34163"/>
                    <a:pt x="269875" y="22098"/>
                  </a:cubicBezTo>
                  <a:cubicBezTo>
                    <a:pt x="246888" y="10668"/>
                    <a:pt x="226568" y="4699"/>
                    <a:pt x="200152" y="1270"/>
                  </a:cubicBezTo>
                  <a:cubicBezTo>
                    <a:pt x="195453" y="635"/>
                    <a:pt x="175768" y="127"/>
                    <a:pt x="163830" y="127"/>
                  </a:cubicBezTo>
                  <a:close/>
                  <a:moveTo>
                    <a:pt x="253619" y="599184"/>
                  </a:moveTo>
                  <a:cubicBezTo>
                    <a:pt x="264668" y="619758"/>
                    <a:pt x="275209" y="637665"/>
                    <a:pt x="285369" y="653413"/>
                  </a:cubicBezTo>
                  <a:cubicBezTo>
                    <a:pt x="291338" y="662557"/>
                    <a:pt x="297053" y="670939"/>
                    <a:pt x="302768" y="678559"/>
                  </a:cubicBezTo>
                  <a:cubicBezTo>
                    <a:pt x="315849" y="696212"/>
                    <a:pt x="332740" y="714881"/>
                    <a:pt x="344043" y="724279"/>
                  </a:cubicBezTo>
                  <a:cubicBezTo>
                    <a:pt x="357759" y="735836"/>
                    <a:pt x="369824" y="741551"/>
                    <a:pt x="379730" y="741551"/>
                  </a:cubicBezTo>
                  <a:cubicBezTo>
                    <a:pt x="386080" y="741551"/>
                    <a:pt x="391541" y="739265"/>
                    <a:pt x="396240" y="734566"/>
                  </a:cubicBezTo>
                  <a:cubicBezTo>
                    <a:pt x="403225" y="727454"/>
                    <a:pt x="406400" y="715008"/>
                    <a:pt x="405130" y="698498"/>
                  </a:cubicBezTo>
                  <a:cubicBezTo>
                    <a:pt x="404114" y="686179"/>
                    <a:pt x="401193" y="671320"/>
                    <a:pt x="396113" y="653286"/>
                  </a:cubicBezTo>
                  <a:cubicBezTo>
                    <a:pt x="391668" y="637665"/>
                    <a:pt x="385572" y="619631"/>
                    <a:pt x="377698" y="599057"/>
                  </a:cubicBezTo>
                  <a:lnTo>
                    <a:pt x="351155" y="599057"/>
                  </a:lnTo>
                  <a:cubicBezTo>
                    <a:pt x="359537" y="620393"/>
                    <a:pt x="365760" y="637919"/>
                    <a:pt x="370332" y="653286"/>
                  </a:cubicBezTo>
                  <a:cubicBezTo>
                    <a:pt x="374269" y="666494"/>
                    <a:pt x="377190" y="678051"/>
                    <a:pt x="379222" y="689100"/>
                  </a:cubicBezTo>
                  <a:cubicBezTo>
                    <a:pt x="380365" y="695577"/>
                    <a:pt x="380746" y="710944"/>
                    <a:pt x="379857" y="714119"/>
                  </a:cubicBezTo>
                  <a:cubicBezTo>
                    <a:pt x="379349" y="715770"/>
                    <a:pt x="378714" y="716659"/>
                    <a:pt x="377444" y="716659"/>
                  </a:cubicBezTo>
                  <a:cubicBezTo>
                    <a:pt x="376301" y="716659"/>
                    <a:pt x="374777" y="716024"/>
                    <a:pt x="372364" y="714754"/>
                  </a:cubicBezTo>
                  <a:cubicBezTo>
                    <a:pt x="360426" y="708531"/>
                    <a:pt x="341884" y="690370"/>
                    <a:pt x="324612" y="667764"/>
                  </a:cubicBezTo>
                  <a:cubicBezTo>
                    <a:pt x="321183" y="663192"/>
                    <a:pt x="317627" y="658493"/>
                    <a:pt x="314071" y="653286"/>
                  </a:cubicBezTo>
                  <a:cubicBezTo>
                    <a:pt x="303403" y="637919"/>
                    <a:pt x="292354" y="620012"/>
                    <a:pt x="280797" y="599057"/>
                  </a:cubicBezTo>
                  <a:close/>
                  <a:moveTo>
                    <a:pt x="199898" y="599057"/>
                  </a:moveTo>
                  <a:cubicBezTo>
                    <a:pt x="206883" y="616075"/>
                    <a:pt x="215011" y="635252"/>
                    <a:pt x="222631" y="653286"/>
                  </a:cubicBezTo>
                  <a:cubicBezTo>
                    <a:pt x="231267" y="673606"/>
                    <a:pt x="239268" y="692402"/>
                    <a:pt x="244348" y="704086"/>
                  </a:cubicBezTo>
                  <a:cubicBezTo>
                    <a:pt x="257683" y="734185"/>
                    <a:pt x="275844" y="772539"/>
                    <a:pt x="287528" y="794891"/>
                  </a:cubicBezTo>
                  <a:cubicBezTo>
                    <a:pt x="317246" y="851787"/>
                    <a:pt x="345440" y="891537"/>
                    <a:pt x="376428" y="920620"/>
                  </a:cubicBezTo>
                  <a:cubicBezTo>
                    <a:pt x="405257" y="947671"/>
                    <a:pt x="434086" y="961260"/>
                    <a:pt x="462280" y="961260"/>
                  </a:cubicBezTo>
                  <a:cubicBezTo>
                    <a:pt x="471805" y="961260"/>
                    <a:pt x="481203" y="959736"/>
                    <a:pt x="490601" y="956688"/>
                  </a:cubicBezTo>
                  <a:cubicBezTo>
                    <a:pt x="506095" y="951608"/>
                    <a:pt x="521208" y="942591"/>
                    <a:pt x="533146" y="931161"/>
                  </a:cubicBezTo>
                  <a:cubicBezTo>
                    <a:pt x="561467" y="904110"/>
                    <a:pt x="572135" y="865376"/>
                    <a:pt x="566039" y="811401"/>
                  </a:cubicBezTo>
                  <a:cubicBezTo>
                    <a:pt x="562483" y="779778"/>
                    <a:pt x="552069" y="733296"/>
                    <a:pt x="538607" y="688211"/>
                  </a:cubicBezTo>
                  <a:cubicBezTo>
                    <a:pt x="535178" y="677035"/>
                    <a:pt x="531622" y="665351"/>
                    <a:pt x="527812" y="653159"/>
                  </a:cubicBezTo>
                  <a:cubicBezTo>
                    <a:pt x="522351" y="635760"/>
                    <a:pt x="516382" y="617472"/>
                    <a:pt x="510286" y="598930"/>
                  </a:cubicBezTo>
                  <a:lnTo>
                    <a:pt x="456946" y="598930"/>
                  </a:lnTo>
                  <a:cubicBezTo>
                    <a:pt x="459486" y="606677"/>
                    <a:pt x="462153" y="614551"/>
                    <a:pt x="464820" y="622552"/>
                  </a:cubicBezTo>
                  <a:cubicBezTo>
                    <a:pt x="468376" y="633474"/>
                    <a:pt x="471678" y="643634"/>
                    <a:pt x="474726" y="653032"/>
                  </a:cubicBezTo>
                  <a:cubicBezTo>
                    <a:pt x="490220" y="701673"/>
                    <a:pt x="498729" y="732153"/>
                    <a:pt x="505333" y="762506"/>
                  </a:cubicBezTo>
                  <a:cubicBezTo>
                    <a:pt x="518033" y="820545"/>
                    <a:pt x="519176" y="854073"/>
                    <a:pt x="509270" y="882012"/>
                  </a:cubicBezTo>
                  <a:cubicBezTo>
                    <a:pt x="503555" y="898268"/>
                    <a:pt x="492125" y="912619"/>
                    <a:pt x="476885" y="922779"/>
                  </a:cubicBezTo>
                  <a:cubicBezTo>
                    <a:pt x="463042" y="931923"/>
                    <a:pt x="448818" y="936622"/>
                    <a:pt x="434467" y="936622"/>
                  </a:cubicBezTo>
                  <a:cubicBezTo>
                    <a:pt x="427990" y="936622"/>
                    <a:pt x="421513" y="935733"/>
                    <a:pt x="415036" y="933828"/>
                  </a:cubicBezTo>
                  <a:cubicBezTo>
                    <a:pt x="379603" y="923414"/>
                    <a:pt x="339471" y="883028"/>
                    <a:pt x="301752" y="819783"/>
                  </a:cubicBezTo>
                  <a:cubicBezTo>
                    <a:pt x="285115" y="791970"/>
                    <a:pt x="262382" y="746631"/>
                    <a:pt x="241427" y="699387"/>
                  </a:cubicBezTo>
                  <a:cubicBezTo>
                    <a:pt x="236601" y="688592"/>
                    <a:pt x="229489" y="671955"/>
                    <a:pt x="221488" y="653032"/>
                  </a:cubicBezTo>
                  <a:cubicBezTo>
                    <a:pt x="214249" y="636014"/>
                    <a:pt x="206248" y="616964"/>
                    <a:pt x="198755" y="598803"/>
                  </a:cubicBezTo>
                  <a:close/>
                  <a:moveTo>
                    <a:pt x="725424" y="828546"/>
                  </a:moveTo>
                  <a:cubicBezTo>
                    <a:pt x="725805" y="828546"/>
                    <a:pt x="727456" y="831086"/>
                    <a:pt x="733298" y="840865"/>
                  </a:cubicBezTo>
                  <a:cubicBezTo>
                    <a:pt x="751332" y="870329"/>
                    <a:pt x="763778" y="893443"/>
                    <a:pt x="772795" y="913762"/>
                  </a:cubicBezTo>
                  <a:cubicBezTo>
                    <a:pt x="794766" y="963292"/>
                    <a:pt x="806958" y="1015997"/>
                    <a:pt x="804545" y="1051557"/>
                  </a:cubicBezTo>
                  <a:cubicBezTo>
                    <a:pt x="801624" y="1094610"/>
                    <a:pt x="786257" y="1129916"/>
                    <a:pt x="757809" y="1158491"/>
                  </a:cubicBezTo>
                  <a:cubicBezTo>
                    <a:pt x="742188" y="1174112"/>
                    <a:pt x="725551" y="1185795"/>
                    <a:pt x="704469" y="1196082"/>
                  </a:cubicBezTo>
                  <a:cubicBezTo>
                    <a:pt x="667258" y="1214116"/>
                    <a:pt x="632714" y="1222879"/>
                    <a:pt x="598170" y="1222879"/>
                  </a:cubicBezTo>
                  <a:cubicBezTo>
                    <a:pt x="589661" y="1222879"/>
                    <a:pt x="581279" y="1222371"/>
                    <a:pt x="572770" y="1221355"/>
                  </a:cubicBezTo>
                  <a:cubicBezTo>
                    <a:pt x="538226" y="1217037"/>
                    <a:pt x="502158" y="1201289"/>
                    <a:pt x="476377" y="1178938"/>
                  </a:cubicBezTo>
                  <a:cubicBezTo>
                    <a:pt x="469265" y="1172842"/>
                    <a:pt x="458851" y="1162047"/>
                    <a:pt x="453517" y="1155316"/>
                  </a:cubicBezTo>
                  <a:cubicBezTo>
                    <a:pt x="436118" y="1133472"/>
                    <a:pt x="421894" y="1101849"/>
                    <a:pt x="414401" y="1068575"/>
                  </a:cubicBezTo>
                  <a:cubicBezTo>
                    <a:pt x="411607" y="1056383"/>
                    <a:pt x="406781" y="1028062"/>
                    <a:pt x="407289" y="1027681"/>
                  </a:cubicBezTo>
                  <a:cubicBezTo>
                    <a:pt x="407416" y="1027681"/>
                    <a:pt x="407797" y="1027681"/>
                    <a:pt x="408686" y="1027681"/>
                  </a:cubicBezTo>
                  <a:cubicBezTo>
                    <a:pt x="410464" y="1027681"/>
                    <a:pt x="413766" y="1027808"/>
                    <a:pt x="417322" y="1027935"/>
                  </a:cubicBezTo>
                  <a:cubicBezTo>
                    <a:pt x="420243" y="1028062"/>
                    <a:pt x="424180" y="1028062"/>
                    <a:pt x="427736" y="1028062"/>
                  </a:cubicBezTo>
                  <a:cubicBezTo>
                    <a:pt x="430530" y="1028062"/>
                    <a:pt x="433197" y="1028062"/>
                    <a:pt x="435102" y="1027935"/>
                  </a:cubicBezTo>
                  <a:cubicBezTo>
                    <a:pt x="438023" y="1027808"/>
                    <a:pt x="440055" y="1027681"/>
                    <a:pt x="441452" y="1027681"/>
                  </a:cubicBezTo>
                  <a:cubicBezTo>
                    <a:pt x="444246" y="1027681"/>
                    <a:pt x="444627" y="1027935"/>
                    <a:pt x="444627" y="1028697"/>
                  </a:cubicBezTo>
                  <a:cubicBezTo>
                    <a:pt x="444627" y="1030348"/>
                    <a:pt x="449834" y="1043175"/>
                    <a:pt x="453898" y="1051557"/>
                  </a:cubicBezTo>
                  <a:cubicBezTo>
                    <a:pt x="462153" y="1068702"/>
                    <a:pt x="471551" y="1083942"/>
                    <a:pt x="481203" y="1096134"/>
                  </a:cubicBezTo>
                  <a:cubicBezTo>
                    <a:pt x="487172" y="1103627"/>
                    <a:pt x="500126" y="1116581"/>
                    <a:pt x="507111" y="1122042"/>
                  </a:cubicBezTo>
                  <a:cubicBezTo>
                    <a:pt x="536067" y="1144902"/>
                    <a:pt x="571373" y="1157348"/>
                    <a:pt x="607949" y="1157348"/>
                  </a:cubicBezTo>
                  <a:cubicBezTo>
                    <a:pt x="609600" y="1157348"/>
                    <a:pt x="611251" y="1157348"/>
                    <a:pt x="612902" y="1157221"/>
                  </a:cubicBezTo>
                  <a:cubicBezTo>
                    <a:pt x="643890" y="1156332"/>
                    <a:pt x="672719" y="1146426"/>
                    <a:pt x="696087" y="1128773"/>
                  </a:cubicBezTo>
                  <a:cubicBezTo>
                    <a:pt x="721995" y="1109215"/>
                    <a:pt x="739140" y="1080259"/>
                    <a:pt x="747141" y="1041905"/>
                  </a:cubicBezTo>
                  <a:cubicBezTo>
                    <a:pt x="753618" y="1010917"/>
                    <a:pt x="752602" y="967864"/>
                    <a:pt x="743966" y="916048"/>
                  </a:cubicBezTo>
                  <a:cubicBezTo>
                    <a:pt x="740664" y="896490"/>
                    <a:pt x="734568" y="867662"/>
                    <a:pt x="727710" y="838960"/>
                  </a:cubicBezTo>
                  <a:cubicBezTo>
                    <a:pt x="726440" y="833626"/>
                    <a:pt x="725424" y="829054"/>
                    <a:pt x="725424" y="828800"/>
                  </a:cubicBezTo>
                  <a:cubicBezTo>
                    <a:pt x="725424" y="828673"/>
                    <a:pt x="725424" y="828546"/>
                    <a:pt x="725551" y="828546"/>
                  </a:cubicBezTo>
                  <a:close/>
                  <a:moveTo>
                    <a:pt x="76962" y="598803"/>
                  </a:moveTo>
                  <a:cubicBezTo>
                    <a:pt x="83566" y="617091"/>
                    <a:pt x="90424" y="635125"/>
                    <a:pt x="97536" y="653032"/>
                  </a:cubicBezTo>
                  <a:cubicBezTo>
                    <a:pt x="116713" y="701419"/>
                    <a:pt x="137414" y="748282"/>
                    <a:pt x="159258" y="792478"/>
                  </a:cubicBezTo>
                  <a:cubicBezTo>
                    <a:pt x="209550" y="894205"/>
                    <a:pt x="254762" y="954402"/>
                    <a:pt x="306705" y="989454"/>
                  </a:cubicBezTo>
                  <a:cubicBezTo>
                    <a:pt x="329311" y="1004694"/>
                    <a:pt x="353314" y="1015743"/>
                    <a:pt x="378206" y="1022347"/>
                  </a:cubicBezTo>
                  <a:cubicBezTo>
                    <a:pt x="381508" y="1023236"/>
                    <a:pt x="381508" y="1023363"/>
                    <a:pt x="384048" y="1037714"/>
                  </a:cubicBezTo>
                  <a:cubicBezTo>
                    <a:pt x="390017" y="1072131"/>
                    <a:pt x="392557" y="1083307"/>
                    <a:pt x="397891" y="1099436"/>
                  </a:cubicBezTo>
                  <a:cubicBezTo>
                    <a:pt x="413004" y="1145283"/>
                    <a:pt x="434848" y="1177541"/>
                    <a:pt x="467995" y="1203321"/>
                  </a:cubicBezTo>
                  <a:cubicBezTo>
                    <a:pt x="494411" y="1223895"/>
                    <a:pt x="529971" y="1239262"/>
                    <a:pt x="563245" y="1244469"/>
                  </a:cubicBezTo>
                  <a:cubicBezTo>
                    <a:pt x="575310" y="1246374"/>
                    <a:pt x="587121" y="1247263"/>
                    <a:pt x="598932" y="1247263"/>
                  </a:cubicBezTo>
                  <a:cubicBezTo>
                    <a:pt x="631190" y="1247263"/>
                    <a:pt x="663194" y="1240151"/>
                    <a:pt x="699389" y="1225292"/>
                  </a:cubicBezTo>
                  <a:cubicBezTo>
                    <a:pt x="708787" y="1221355"/>
                    <a:pt x="729742" y="1210814"/>
                    <a:pt x="736600" y="1206496"/>
                  </a:cubicBezTo>
                  <a:cubicBezTo>
                    <a:pt x="779653" y="1179319"/>
                    <a:pt x="808482" y="1142235"/>
                    <a:pt x="821309" y="1097785"/>
                  </a:cubicBezTo>
                  <a:cubicBezTo>
                    <a:pt x="832612" y="1058542"/>
                    <a:pt x="831977" y="1020823"/>
                    <a:pt x="818896" y="971166"/>
                  </a:cubicBezTo>
                  <a:cubicBezTo>
                    <a:pt x="804418" y="915794"/>
                    <a:pt x="779907" y="865757"/>
                    <a:pt x="731520" y="792859"/>
                  </a:cubicBezTo>
                  <a:cubicBezTo>
                    <a:pt x="720344" y="776095"/>
                    <a:pt x="718439" y="773428"/>
                    <a:pt x="713867" y="768856"/>
                  </a:cubicBezTo>
                  <a:lnTo>
                    <a:pt x="708787" y="763776"/>
                  </a:lnTo>
                  <a:lnTo>
                    <a:pt x="704723" y="749171"/>
                  </a:lnTo>
                  <a:cubicBezTo>
                    <a:pt x="699008" y="728724"/>
                    <a:pt x="693801" y="710563"/>
                    <a:pt x="678561" y="659890"/>
                  </a:cubicBezTo>
                  <a:cubicBezTo>
                    <a:pt x="677799" y="657477"/>
                    <a:pt x="677164" y="655064"/>
                    <a:pt x="676402" y="652778"/>
                  </a:cubicBezTo>
                  <a:cubicBezTo>
                    <a:pt x="669290" y="629156"/>
                    <a:pt x="664591" y="613408"/>
                    <a:pt x="659892" y="598549"/>
                  </a:cubicBezTo>
                  <a:lnTo>
                    <a:pt x="634492" y="598549"/>
                  </a:lnTo>
                  <a:cubicBezTo>
                    <a:pt x="639445" y="613916"/>
                    <a:pt x="644017" y="628902"/>
                    <a:pt x="651129" y="652778"/>
                  </a:cubicBezTo>
                  <a:cubicBezTo>
                    <a:pt x="652272" y="656461"/>
                    <a:pt x="653415" y="660398"/>
                    <a:pt x="654685" y="664589"/>
                  </a:cubicBezTo>
                  <a:cubicBezTo>
                    <a:pt x="681482" y="754378"/>
                    <a:pt x="688086" y="778254"/>
                    <a:pt x="701294" y="832737"/>
                  </a:cubicBezTo>
                  <a:cubicBezTo>
                    <a:pt x="717423" y="899411"/>
                    <a:pt x="724027" y="935987"/>
                    <a:pt x="726567" y="973071"/>
                  </a:cubicBezTo>
                  <a:cubicBezTo>
                    <a:pt x="727329" y="985517"/>
                    <a:pt x="726948" y="1015362"/>
                    <a:pt x="725805" y="1023490"/>
                  </a:cubicBezTo>
                  <a:cubicBezTo>
                    <a:pt x="721741" y="1052319"/>
                    <a:pt x="712724" y="1075560"/>
                    <a:pt x="698754" y="1092705"/>
                  </a:cubicBezTo>
                  <a:cubicBezTo>
                    <a:pt x="694182" y="1098293"/>
                    <a:pt x="684911" y="1107056"/>
                    <a:pt x="679323" y="1110866"/>
                  </a:cubicBezTo>
                  <a:cubicBezTo>
                    <a:pt x="658749" y="1125471"/>
                    <a:pt x="633857" y="1132837"/>
                    <a:pt x="608203" y="1132837"/>
                  </a:cubicBezTo>
                  <a:cubicBezTo>
                    <a:pt x="587756" y="1132837"/>
                    <a:pt x="566928" y="1128138"/>
                    <a:pt x="547497" y="1118486"/>
                  </a:cubicBezTo>
                  <a:cubicBezTo>
                    <a:pt x="525780" y="1107691"/>
                    <a:pt x="509651" y="1093848"/>
                    <a:pt x="494665" y="1073147"/>
                  </a:cubicBezTo>
                  <a:cubicBezTo>
                    <a:pt x="487045" y="1062479"/>
                    <a:pt x="475996" y="1042413"/>
                    <a:pt x="471297" y="1030602"/>
                  </a:cubicBezTo>
                  <a:cubicBezTo>
                    <a:pt x="468503" y="1023744"/>
                    <a:pt x="468503" y="1023744"/>
                    <a:pt x="472567" y="1023236"/>
                  </a:cubicBezTo>
                  <a:cubicBezTo>
                    <a:pt x="476631" y="1022728"/>
                    <a:pt x="490347" y="1018918"/>
                    <a:pt x="498094" y="1016378"/>
                  </a:cubicBezTo>
                  <a:cubicBezTo>
                    <a:pt x="540004" y="1002535"/>
                    <a:pt x="570738" y="979675"/>
                    <a:pt x="588010" y="949576"/>
                  </a:cubicBezTo>
                  <a:cubicBezTo>
                    <a:pt x="606425" y="917572"/>
                    <a:pt x="612267" y="875663"/>
                    <a:pt x="606933" y="815338"/>
                  </a:cubicBezTo>
                  <a:cubicBezTo>
                    <a:pt x="602996" y="771269"/>
                    <a:pt x="591439" y="713611"/>
                    <a:pt x="574548" y="652778"/>
                  </a:cubicBezTo>
                  <a:cubicBezTo>
                    <a:pt x="569595" y="634871"/>
                    <a:pt x="564261" y="616710"/>
                    <a:pt x="558419" y="598549"/>
                  </a:cubicBezTo>
                  <a:lnTo>
                    <a:pt x="532765" y="598549"/>
                  </a:lnTo>
                  <a:cubicBezTo>
                    <a:pt x="539115" y="617980"/>
                    <a:pt x="544449" y="635633"/>
                    <a:pt x="549275" y="652778"/>
                  </a:cubicBezTo>
                  <a:cubicBezTo>
                    <a:pt x="552323" y="663573"/>
                    <a:pt x="555117" y="674241"/>
                    <a:pt x="557784" y="684909"/>
                  </a:cubicBezTo>
                  <a:cubicBezTo>
                    <a:pt x="572262" y="742186"/>
                    <a:pt x="579374" y="781429"/>
                    <a:pt x="583184" y="823847"/>
                  </a:cubicBezTo>
                  <a:cubicBezTo>
                    <a:pt x="584454" y="838325"/>
                    <a:pt x="584454" y="871852"/>
                    <a:pt x="583184" y="882774"/>
                  </a:cubicBezTo>
                  <a:cubicBezTo>
                    <a:pt x="579247" y="916175"/>
                    <a:pt x="569087" y="939797"/>
                    <a:pt x="550799" y="958212"/>
                  </a:cubicBezTo>
                  <a:cubicBezTo>
                    <a:pt x="528193" y="980945"/>
                    <a:pt x="490474" y="997328"/>
                    <a:pt x="448310" y="1002535"/>
                  </a:cubicBezTo>
                  <a:cubicBezTo>
                    <a:pt x="444881" y="1002916"/>
                    <a:pt x="436753" y="1003170"/>
                    <a:pt x="426720" y="1003170"/>
                  </a:cubicBezTo>
                  <a:cubicBezTo>
                    <a:pt x="408940" y="1003170"/>
                    <a:pt x="400304" y="1002281"/>
                    <a:pt x="393573" y="999995"/>
                  </a:cubicBezTo>
                  <a:cubicBezTo>
                    <a:pt x="391541" y="999360"/>
                    <a:pt x="388874" y="998725"/>
                    <a:pt x="387477" y="998725"/>
                  </a:cubicBezTo>
                  <a:cubicBezTo>
                    <a:pt x="383032" y="998725"/>
                    <a:pt x="366903" y="993518"/>
                    <a:pt x="354965" y="988311"/>
                  </a:cubicBezTo>
                  <a:cubicBezTo>
                    <a:pt x="336296" y="980056"/>
                    <a:pt x="318135" y="968753"/>
                    <a:pt x="301371" y="954783"/>
                  </a:cubicBezTo>
                  <a:cubicBezTo>
                    <a:pt x="292862" y="947671"/>
                    <a:pt x="273939" y="928621"/>
                    <a:pt x="265811" y="918969"/>
                  </a:cubicBezTo>
                  <a:cubicBezTo>
                    <a:pt x="231394" y="877568"/>
                    <a:pt x="198882" y="821815"/>
                    <a:pt x="159893" y="737106"/>
                  </a:cubicBezTo>
                  <a:cubicBezTo>
                    <a:pt x="147066" y="709420"/>
                    <a:pt x="137414" y="686687"/>
                    <a:pt x="123698" y="652651"/>
                  </a:cubicBezTo>
                  <a:cubicBezTo>
                    <a:pt x="115951" y="633220"/>
                    <a:pt x="108966" y="615186"/>
                    <a:pt x="102743" y="598422"/>
                  </a:cubicBezTo>
                  <a:close/>
                </a:path>
              </a:pathLst>
            </a:custGeom>
            <a:solidFill>
              <a:srgbClr val="000000"/>
            </a:solidFill>
          </p:spPr>
        </p:sp>
        <p:sp>
          <p:nvSpPr>
            <p:cNvPr name="Freeform 33" id="33"/>
            <p:cNvSpPr/>
            <p:nvPr/>
          </p:nvSpPr>
          <p:spPr>
            <a:xfrm flipH="false" flipV="false" rot="0">
              <a:off x="63500" y="63500"/>
              <a:ext cx="7562850" cy="105537"/>
            </a:xfrm>
            <a:custGeom>
              <a:avLst/>
              <a:gdLst/>
              <a:ahLst/>
              <a:cxnLst/>
              <a:rect r="r" b="b" t="t" l="l"/>
              <a:pathLst>
                <a:path h="105537" w="7562850">
                  <a:moveTo>
                    <a:pt x="0" y="0"/>
                  </a:moveTo>
                  <a:lnTo>
                    <a:pt x="0" y="105536"/>
                  </a:lnTo>
                  <a:lnTo>
                    <a:pt x="7562850" y="105536"/>
                  </a:lnTo>
                  <a:lnTo>
                    <a:pt x="7562850" y="0"/>
                  </a:lnTo>
                  <a:close/>
                </a:path>
              </a:pathLst>
            </a:custGeom>
            <a:solidFill>
              <a:srgbClr val="000000">
                <a:alpha val="0"/>
              </a:srgbClr>
            </a:solidFill>
          </p:spPr>
        </p:sp>
        <p:sp>
          <p:nvSpPr>
            <p:cNvPr name="Freeform 34" id="34"/>
            <p:cNvSpPr/>
            <p:nvPr/>
          </p:nvSpPr>
          <p:spPr>
            <a:xfrm flipH="false" flipV="false" rot="0">
              <a:off x="63500" y="160146"/>
              <a:ext cx="828929" cy="1246501"/>
            </a:xfrm>
            <a:custGeom>
              <a:avLst/>
              <a:gdLst/>
              <a:ahLst/>
              <a:cxnLst/>
              <a:rect r="r" b="b" t="t" l="l"/>
              <a:pathLst>
                <a:path h="1246501" w="828929">
                  <a:moveTo>
                    <a:pt x="0" y="1246501"/>
                  </a:moveTo>
                  <a:lnTo>
                    <a:pt x="828929" y="1246501"/>
                  </a:lnTo>
                  <a:lnTo>
                    <a:pt x="828929" y="0"/>
                  </a:lnTo>
                  <a:lnTo>
                    <a:pt x="0" y="0"/>
                  </a:lnTo>
                  <a:close/>
                </a:path>
              </a:pathLst>
            </a:custGeom>
            <a:solidFill>
              <a:srgbClr val="000000">
                <a:alpha val="0"/>
              </a:srgbClr>
            </a:solidFill>
          </p:spPr>
        </p:sp>
      </p:grpSp>
      <p:grpSp>
        <p:nvGrpSpPr>
          <p:cNvPr name="Group 35" id="35"/>
          <p:cNvGrpSpPr/>
          <p:nvPr/>
        </p:nvGrpSpPr>
        <p:grpSpPr>
          <a:xfrm rot="0">
            <a:off x="3928043" y="1759706"/>
            <a:ext cx="3023997" cy="60484"/>
            <a:chOff x="0" y="0"/>
            <a:chExt cx="3023997" cy="60477"/>
          </a:xfrm>
        </p:grpSpPr>
        <p:sp>
          <p:nvSpPr>
            <p:cNvPr name="Freeform 36" id="3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7" id="37"/>
          <p:cNvGrpSpPr/>
          <p:nvPr/>
        </p:nvGrpSpPr>
        <p:grpSpPr>
          <a:xfrm rot="0">
            <a:off x="3928043" y="4559198"/>
            <a:ext cx="3023997" cy="60484"/>
            <a:chOff x="0" y="0"/>
            <a:chExt cx="3023997" cy="60477"/>
          </a:xfrm>
        </p:grpSpPr>
        <p:sp>
          <p:nvSpPr>
            <p:cNvPr name="Freeform 38" id="3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9" id="39"/>
          <p:cNvGrpSpPr/>
          <p:nvPr/>
        </p:nvGrpSpPr>
        <p:grpSpPr>
          <a:xfrm rot="0">
            <a:off x="3928043" y="7347252"/>
            <a:ext cx="3023997" cy="60484"/>
            <a:chOff x="0" y="0"/>
            <a:chExt cx="3023997" cy="60477"/>
          </a:xfrm>
        </p:grpSpPr>
        <p:sp>
          <p:nvSpPr>
            <p:cNvPr name="Freeform 40" id="4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1" id="41"/>
          <p:cNvGrpSpPr/>
          <p:nvPr/>
        </p:nvGrpSpPr>
        <p:grpSpPr>
          <a:xfrm rot="0">
            <a:off x="-63503" y="9484871"/>
            <a:ext cx="7689847" cy="1277112"/>
            <a:chOff x="0" y="0"/>
            <a:chExt cx="7689850" cy="1277112"/>
          </a:xfrm>
        </p:grpSpPr>
        <p:sp>
          <p:nvSpPr>
            <p:cNvPr name="Freeform 42" id="42"/>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43" id="43"/>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4" id="44"/>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5" id="45"/>
          <p:cNvSpPr txBox="true"/>
          <p:nvPr/>
        </p:nvSpPr>
        <p:spPr>
          <a:xfrm rot="0">
            <a:off x="1411072" y="3480787"/>
            <a:ext cx="93234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a:t>
            </a:r>
          </a:p>
        </p:txBody>
      </p:sp>
      <p:sp>
        <p:nvSpPr>
          <p:cNvPr name="TextBox 46" id="46"/>
          <p:cNvSpPr txBox="true"/>
          <p:nvPr/>
        </p:nvSpPr>
        <p:spPr>
          <a:xfrm rot="0">
            <a:off x="1339758" y="9061818"/>
            <a:ext cx="107779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t>
            </a:r>
          </a:p>
        </p:txBody>
      </p:sp>
      <p:sp>
        <p:nvSpPr>
          <p:cNvPr name="TextBox 47" id="47"/>
          <p:cNvSpPr txBox="true"/>
          <p:nvPr/>
        </p:nvSpPr>
        <p:spPr>
          <a:xfrm rot="0">
            <a:off x="1109729" y="6271289"/>
            <a:ext cx="154719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Yellow </a:t>
            </a:r>
          </a:p>
        </p:txBody>
      </p:sp>
      <p:sp>
        <p:nvSpPr>
          <p:cNvPr name="TextBox 48" id="48"/>
          <p:cNvSpPr txBox="true"/>
          <p:nvPr/>
        </p:nvSpPr>
        <p:spPr>
          <a:xfrm rot="0">
            <a:off x="5120021" y="6271289"/>
            <a:ext cx="107779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t>
            </a:r>
          </a:p>
        </p:txBody>
      </p:sp>
      <p:sp>
        <p:nvSpPr>
          <p:cNvPr name="TextBox 49" id="49"/>
          <p:cNvSpPr txBox="true"/>
          <p:nvPr/>
        </p:nvSpPr>
        <p:spPr>
          <a:xfrm rot="0">
            <a:off x="5120021" y="9061818"/>
            <a:ext cx="107779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t>
            </a:r>
          </a:p>
        </p:txBody>
      </p:sp>
      <p:sp>
        <p:nvSpPr>
          <p:cNvPr name="TextBox 50" id="50"/>
          <p:cNvSpPr txBox="true"/>
          <p:nvPr/>
        </p:nvSpPr>
        <p:spPr>
          <a:xfrm rot="0">
            <a:off x="4918872" y="3480787"/>
            <a:ext cx="1488357"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Yellow</a:t>
            </a:r>
          </a:p>
        </p:txBody>
      </p:sp>
      <p:sp>
        <p:nvSpPr>
          <p:cNvPr name="TextBox 51" id="51"/>
          <p:cNvSpPr txBox="true"/>
          <p:nvPr/>
        </p:nvSpPr>
        <p:spPr>
          <a:xfrm rot="0">
            <a:off x="3182779" y="764962"/>
            <a:ext cx="1220924"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CLIPS &amp; PINS</a:t>
            </a:r>
          </a:p>
        </p:txBody>
      </p:sp>
      <p:sp>
        <p:nvSpPr>
          <p:cNvPr name="TextBox 52" id="52"/>
          <p:cNvSpPr txBox="true"/>
          <p:nvPr/>
        </p:nvSpPr>
        <p:spPr>
          <a:xfrm rot="0">
            <a:off x="7072398" y="10145220"/>
            <a:ext cx="42997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27</a:t>
            </a:r>
          </a:p>
        </p:txBody>
      </p:sp>
      <p:sp>
        <p:nvSpPr>
          <p:cNvPr name="TextBox 53" id="53"/>
          <p:cNvSpPr txBox="true"/>
          <p:nvPr/>
        </p:nvSpPr>
        <p:spPr>
          <a:xfrm rot="0">
            <a:off x="1216685" y="4173617"/>
            <a:ext cx="129359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HITCH PIN</a:t>
            </a:r>
          </a:p>
        </p:txBody>
      </p:sp>
      <p:sp>
        <p:nvSpPr>
          <p:cNvPr name="TextBox 54" id="54"/>
          <p:cNvSpPr txBox="true"/>
          <p:nvPr/>
        </p:nvSpPr>
        <p:spPr>
          <a:xfrm rot="0">
            <a:off x="747655" y="1410043"/>
            <a:ext cx="2277437"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SOLID DOWEL PIN </a:t>
            </a:r>
          </a:p>
        </p:txBody>
      </p:sp>
      <p:sp>
        <p:nvSpPr>
          <p:cNvPr name="TextBox 55" id="55"/>
          <p:cNvSpPr txBox="true"/>
          <p:nvPr/>
        </p:nvSpPr>
        <p:spPr>
          <a:xfrm rot="0">
            <a:off x="360902" y="6992712"/>
            <a:ext cx="3074860"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TABLE LOCK PIN ROUND </a:t>
            </a:r>
          </a:p>
        </p:txBody>
      </p:sp>
      <p:sp>
        <p:nvSpPr>
          <p:cNvPr name="TextBox 56" id="56"/>
          <p:cNvSpPr txBox="true"/>
          <p:nvPr/>
        </p:nvSpPr>
        <p:spPr>
          <a:xfrm rot="0">
            <a:off x="4933931" y="1393527"/>
            <a:ext cx="1373905"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CLEVIS PIN</a:t>
            </a:r>
          </a:p>
        </p:txBody>
      </p:sp>
      <p:sp>
        <p:nvSpPr>
          <p:cNvPr name="TextBox 57" id="57"/>
          <p:cNvSpPr txBox="true"/>
          <p:nvPr/>
        </p:nvSpPr>
        <p:spPr>
          <a:xfrm rot="0">
            <a:off x="4448861" y="4183132"/>
            <a:ext cx="2447258"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QUICK RELEASE PIN</a:t>
            </a:r>
          </a:p>
        </p:txBody>
      </p:sp>
      <p:sp>
        <p:nvSpPr>
          <p:cNvPr name="TextBox 58" id="58"/>
          <p:cNvSpPr txBox="true"/>
          <p:nvPr/>
        </p:nvSpPr>
        <p:spPr>
          <a:xfrm rot="0">
            <a:off x="4078519" y="6973662"/>
            <a:ext cx="318253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TABLE LOCK PIN SQUARE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1" id="11"/>
          <p:cNvGrpSpPr/>
          <p:nvPr/>
        </p:nvGrpSpPr>
        <p:grpSpPr>
          <a:xfrm rot="0">
            <a:off x="829256" y="1866814"/>
            <a:ext cx="2134029" cy="1667504"/>
            <a:chOff x="0" y="0"/>
            <a:chExt cx="2845372" cy="2223338"/>
          </a:xfrm>
        </p:grpSpPr>
        <p:sp>
          <p:nvSpPr>
            <p:cNvPr name="Freeform 12" id="12"/>
            <p:cNvSpPr/>
            <p:nvPr/>
          </p:nvSpPr>
          <p:spPr>
            <a:xfrm flipH="false" flipV="false" rot="0">
              <a:off x="0" y="0"/>
              <a:ext cx="2845435" cy="2223389"/>
            </a:xfrm>
            <a:custGeom>
              <a:avLst/>
              <a:gdLst/>
              <a:ahLst/>
              <a:cxnLst/>
              <a:rect r="r" b="b" t="t" l="l"/>
              <a:pathLst>
                <a:path h="2223389" w="2845435">
                  <a:moveTo>
                    <a:pt x="0" y="0"/>
                  </a:moveTo>
                  <a:lnTo>
                    <a:pt x="2845435" y="0"/>
                  </a:lnTo>
                  <a:lnTo>
                    <a:pt x="2845435" y="2223389"/>
                  </a:lnTo>
                  <a:lnTo>
                    <a:pt x="0" y="2223389"/>
                  </a:lnTo>
                  <a:lnTo>
                    <a:pt x="0" y="0"/>
                  </a:lnTo>
                  <a:close/>
                </a:path>
              </a:pathLst>
            </a:custGeom>
            <a:blipFill>
              <a:blip r:embed="rId15"/>
              <a:stretch>
                <a:fillRect l="-200" t="-428" r="2" b="-418"/>
              </a:stretch>
            </a:blipFill>
          </p:spPr>
        </p:sp>
      </p:grpSp>
      <p:grpSp>
        <p:nvGrpSpPr>
          <p:cNvPr name="Group 13" id="13"/>
          <p:cNvGrpSpPr/>
          <p:nvPr/>
        </p:nvGrpSpPr>
        <p:grpSpPr>
          <a:xfrm rot="0">
            <a:off x="4915719" y="1868519"/>
            <a:ext cx="1448343" cy="1610316"/>
            <a:chOff x="0" y="0"/>
            <a:chExt cx="1931124" cy="2147087"/>
          </a:xfrm>
        </p:grpSpPr>
        <p:sp>
          <p:nvSpPr>
            <p:cNvPr name="Freeform 14" id="14"/>
            <p:cNvSpPr/>
            <p:nvPr/>
          </p:nvSpPr>
          <p:spPr>
            <a:xfrm flipH="false" flipV="false" rot="0">
              <a:off x="0" y="0"/>
              <a:ext cx="1931162" cy="2147062"/>
            </a:xfrm>
            <a:custGeom>
              <a:avLst/>
              <a:gdLst/>
              <a:ahLst/>
              <a:cxnLst/>
              <a:rect r="r" b="b" t="t" l="l"/>
              <a:pathLst>
                <a:path h="2147062" w="1931162">
                  <a:moveTo>
                    <a:pt x="0" y="0"/>
                  </a:moveTo>
                  <a:lnTo>
                    <a:pt x="1931162" y="0"/>
                  </a:lnTo>
                  <a:lnTo>
                    <a:pt x="1931162" y="2147062"/>
                  </a:lnTo>
                  <a:lnTo>
                    <a:pt x="0" y="2147062"/>
                  </a:lnTo>
                  <a:lnTo>
                    <a:pt x="0" y="0"/>
                  </a:lnTo>
                  <a:close/>
                </a:path>
              </a:pathLst>
            </a:custGeom>
            <a:blipFill>
              <a:blip r:embed="rId16"/>
              <a:stretch>
                <a:fillRect l="-177" t="0" r="-363" b="-1"/>
              </a:stretch>
            </a:blipFill>
          </p:spPr>
        </p:sp>
      </p:grpSp>
      <p:grpSp>
        <p:nvGrpSpPr>
          <p:cNvPr name="Group 15" id="15"/>
          <p:cNvGrpSpPr/>
          <p:nvPr/>
        </p:nvGrpSpPr>
        <p:grpSpPr>
          <a:xfrm rot="0">
            <a:off x="960463" y="4621425"/>
            <a:ext cx="1686563" cy="1686535"/>
            <a:chOff x="0" y="0"/>
            <a:chExt cx="2248751" cy="2248713"/>
          </a:xfrm>
        </p:grpSpPr>
        <p:sp>
          <p:nvSpPr>
            <p:cNvPr name="Freeform 16" id="16"/>
            <p:cNvSpPr/>
            <p:nvPr/>
          </p:nvSpPr>
          <p:spPr>
            <a:xfrm flipH="false" flipV="false" rot="0">
              <a:off x="0" y="0"/>
              <a:ext cx="2248789" cy="2248662"/>
            </a:xfrm>
            <a:custGeom>
              <a:avLst/>
              <a:gdLst/>
              <a:ahLst/>
              <a:cxnLst/>
              <a:rect r="r" b="b" t="t" l="l"/>
              <a:pathLst>
                <a:path h="2248662" w="2248789">
                  <a:moveTo>
                    <a:pt x="0" y="0"/>
                  </a:moveTo>
                  <a:lnTo>
                    <a:pt x="2248789" y="0"/>
                  </a:lnTo>
                  <a:lnTo>
                    <a:pt x="2248789" y="2248662"/>
                  </a:lnTo>
                  <a:lnTo>
                    <a:pt x="0" y="2248662"/>
                  </a:lnTo>
                  <a:lnTo>
                    <a:pt x="0" y="0"/>
                  </a:lnTo>
                  <a:close/>
                </a:path>
              </a:pathLst>
            </a:custGeom>
            <a:blipFill>
              <a:blip r:embed="rId17"/>
              <a:stretch>
                <a:fillRect l="0" t="0" r="1" b="-3"/>
              </a:stretch>
            </a:blipFill>
          </p:spPr>
        </p:sp>
      </p:grpSp>
      <p:grpSp>
        <p:nvGrpSpPr>
          <p:cNvPr name="Group 17" id="17"/>
          <p:cNvGrpSpPr/>
          <p:nvPr/>
        </p:nvGrpSpPr>
        <p:grpSpPr>
          <a:xfrm rot="0">
            <a:off x="4571638" y="4628721"/>
            <a:ext cx="2153460" cy="1677010"/>
            <a:chOff x="0" y="0"/>
            <a:chExt cx="2871280" cy="2236013"/>
          </a:xfrm>
        </p:grpSpPr>
        <p:sp>
          <p:nvSpPr>
            <p:cNvPr name="Freeform 18" id="18"/>
            <p:cNvSpPr/>
            <p:nvPr/>
          </p:nvSpPr>
          <p:spPr>
            <a:xfrm flipH="false" flipV="false" rot="0">
              <a:off x="0" y="0"/>
              <a:ext cx="2871343" cy="2235962"/>
            </a:xfrm>
            <a:custGeom>
              <a:avLst/>
              <a:gdLst/>
              <a:ahLst/>
              <a:cxnLst/>
              <a:rect r="r" b="b" t="t" l="l"/>
              <a:pathLst>
                <a:path h="2235962" w="2871343">
                  <a:moveTo>
                    <a:pt x="0" y="0"/>
                  </a:moveTo>
                  <a:lnTo>
                    <a:pt x="2871343" y="0"/>
                  </a:lnTo>
                  <a:lnTo>
                    <a:pt x="2871343" y="2235962"/>
                  </a:lnTo>
                  <a:lnTo>
                    <a:pt x="0" y="2235962"/>
                  </a:lnTo>
                  <a:lnTo>
                    <a:pt x="0" y="0"/>
                  </a:lnTo>
                  <a:close/>
                </a:path>
              </a:pathLst>
            </a:custGeom>
            <a:blipFill>
              <a:blip r:embed="rId18"/>
              <a:stretch>
                <a:fillRect l="0" t="-1" r="2" b="-2"/>
              </a:stretch>
            </a:blipFill>
          </p:spPr>
        </p:sp>
      </p:grpSp>
      <p:grpSp>
        <p:nvGrpSpPr>
          <p:cNvPr name="Group 19" id="19"/>
          <p:cNvGrpSpPr/>
          <p:nvPr/>
        </p:nvGrpSpPr>
        <p:grpSpPr>
          <a:xfrm rot="0">
            <a:off x="530162" y="7405373"/>
            <a:ext cx="2725179" cy="1705604"/>
            <a:chOff x="0" y="0"/>
            <a:chExt cx="3633572" cy="2274138"/>
          </a:xfrm>
        </p:grpSpPr>
        <p:sp>
          <p:nvSpPr>
            <p:cNvPr name="Freeform 20" id="20"/>
            <p:cNvSpPr/>
            <p:nvPr/>
          </p:nvSpPr>
          <p:spPr>
            <a:xfrm flipH="false" flipV="false" rot="0">
              <a:off x="0" y="0"/>
              <a:ext cx="3633597" cy="2274189"/>
            </a:xfrm>
            <a:custGeom>
              <a:avLst/>
              <a:gdLst/>
              <a:ahLst/>
              <a:cxnLst/>
              <a:rect r="r" b="b" t="t" l="l"/>
              <a:pathLst>
                <a:path h="2274189" w="3633597">
                  <a:moveTo>
                    <a:pt x="0" y="0"/>
                  </a:moveTo>
                  <a:lnTo>
                    <a:pt x="3633597" y="0"/>
                  </a:lnTo>
                  <a:lnTo>
                    <a:pt x="3633597" y="2274189"/>
                  </a:lnTo>
                  <a:lnTo>
                    <a:pt x="0" y="2274189"/>
                  </a:lnTo>
                  <a:lnTo>
                    <a:pt x="0" y="0"/>
                  </a:lnTo>
                  <a:close/>
                </a:path>
              </a:pathLst>
            </a:custGeom>
            <a:blipFill>
              <a:blip r:embed="rId19"/>
              <a:stretch>
                <a:fillRect l="0" t="0" r="0" b="1"/>
              </a:stretch>
            </a:blipFill>
          </p:spPr>
        </p:sp>
      </p:grpSp>
      <p:grpSp>
        <p:nvGrpSpPr>
          <p:cNvPr name="Group 21" id="21"/>
          <p:cNvGrpSpPr/>
          <p:nvPr/>
        </p:nvGrpSpPr>
        <p:grpSpPr>
          <a:xfrm rot="0">
            <a:off x="4083044" y="7467705"/>
            <a:ext cx="3115847" cy="1553146"/>
            <a:chOff x="0" y="0"/>
            <a:chExt cx="4154462" cy="2070862"/>
          </a:xfrm>
        </p:grpSpPr>
        <p:sp>
          <p:nvSpPr>
            <p:cNvPr name="Freeform 22" id="22"/>
            <p:cNvSpPr/>
            <p:nvPr/>
          </p:nvSpPr>
          <p:spPr>
            <a:xfrm flipH="false" flipV="false" rot="0">
              <a:off x="0" y="0"/>
              <a:ext cx="4154424" cy="2070862"/>
            </a:xfrm>
            <a:custGeom>
              <a:avLst/>
              <a:gdLst/>
              <a:ahLst/>
              <a:cxnLst/>
              <a:rect r="r" b="b" t="t" l="l"/>
              <a:pathLst>
                <a:path h="2070862" w="4154424">
                  <a:moveTo>
                    <a:pt x="0" y="0"/>
                  </a:moveTo>
                  <a:lnTo>
                    <a:pt x="4154424" y="0"/>
                  </a:lnTo>
                  <a:lnTo>
                    <a:pt x="4154424" y="2070862"/>
                  </a:lnTo>
                  <a:lnTo>
                    <a:pt x="0" y="2070862"/>
                  </a:lnTo>
                  <a:lnTo>
                    <a:pt x="0" y="0"/>
                  </a:lnTo>
                  <a:close/>
                </a:path>
              </a:pathLst>
            </a:custGeom>
            <a:blipFill>
              <a:blip r:embed="rId20"/>
              <a:stretch>
                <a:fillRect l="0" t="0" r="0" b="0"/>
              </a:stretch>
            </a:blipFill>
          </p:spPr>
        </p:sp>
      </p:grpSp>
      <p:grpSp>
        <p:nvGrpSpPr>
          <p:cNvPr name="Group 23" id="23"/>
          <p:cNvGrpSpPr/>
          <p:nvPr/>
        </p:nvGrpSpPr>
        <p:grpSpPr>
          <a:xfrm rot="0">
            <a:off x="149219" y="1759706"/>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455919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7347252"/>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9" id="29"/>
          <p:cNvSpPr/>
          <p:nvPr/>
        </p:nvSpPr>
        <p:spPr>
          <a:xfrm flipH="false" flipV="false" rot="0">
            <a:off x="-63503" y="-63503"/>
            <a:ext cx="7692133" cy="1471565"/>
          </a:xfrm>
          <a:custGeom>
            <a:avLst/>
            <a:gdLst/>
            <a:ahLst/>
            <a:cxnLst/>
            <a:rect r="r" b="b" t="t" l="l"/>
            <a:pathLst>
              <a:path h="1471565" w="7692133">
                <a:moveTo>
                  <a:pt x="0" y="0"/>
                </a:moveTo>
                <a:lnTo>
                  <a:pt x="7692133" y="0"/>
                </a:lnTo>
                <a:lnTo>
                  <a:pt x="7692133" y="1471565"/>
                </a:lnTo>
                <a:lnTo>
                  <a:pt x="0" y="147156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30" id="30"/>
          <p:cNvGrpSpPr/>
          <p:nvPr/>
        </p:nvGrpSpPr>
        <p:grpSpPr>
          <a:xfrm rot="0">
            <a:off x="3928043" y="1759706"/>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4559198"/>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734725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63503" y="9484871"/>
            <a:ext cx="7689847" cy="1277112"/>
            <a:chOff x="0" y="0"/>
            <a:chExt cx="7689850" cy="1277112"/>
          </a:xfrm>
        </p:grpSpPr>
        <p:sp>
          <p:nvSpPr>
            <p:cNvPr name="Freeform 37" id="37"/>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8" id="38"/>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9" id="39"/>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0" id="40"/>
          <p:cNvSpPr txBox="true"/>
          <p:nvPr/>
        </p:nvSpPr>
        <p:spPr>
          <a:xfrm rot="0">
            <a:off x="1339758" y="3480787"/>
            <a:ext cx="107779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a:t>
            </a:r>
          </a:p>
        </p:txBody>
      </p:sp>
      <p:sp>
        <p:nvSpPr>
          <p:cNvPr name="TextBox 41" id="41"/>
          <p:cNvSpPr txBox="true"/>
          <p:nvPr/>
        </p:nvSpPr>
        <p:spPr>
          <a:xfrm rot="0">
            <a:off x="1119264" y="9061818"/>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2" id="42"/>
          <p:cNvSpPr txBox="true"/>
          <p:nvPr/>
        </p:nvSpPr>
        <p:spPr>
          <a:xfrm rot="0">
            <a:off x="889083" y="6271289"/>
            <a:ext cx="199723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Yellow, 304</a:t>
            </a:r>
          </a:p>
        </p:txBody>
      </p:sp>
      <p:sp>
        <p:nvSpPr>
          <p:cNvPr name="TextBox 43" id="43"/>
          <p:cNvSpPr txBox="true"/>
          <p:nvPr/>
        </p:nvSpPr>
        <p:spPr>
          <a:xfrm rot="0">
            <a:off x="5148901" y="3480787"/>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4" id="44"/>
          <p:cNvSpPr txBox="true"/>
          <p:nvPr/>
        </p:nvSpPr>
        <p:spPr>
          <a:xfrm rot="0">
            <a:off x="4899517" y="6271289"/>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5" id="45"/>
          <p:cNvSpPr txBox="true"/>
          <p:nvPr/>
        </p:nvSpPr>
        <p:spPr>
          <a:xfrm rot="0">
            <a:off x="4899517" y="9061818"/>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6" id="46"/>
          <p:cNvSpPr txBox="true"/>
          <p:nvPr/>
        </p:nvSpPr>
        <p:spPr>
          <a:xfrm rot="0">
            <a:off x="201882" y="1444009"/>
            <a:ext cx="3506981"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TABLE LOCK PIN SQUARE WITH EYE</a:t>
            </a:r>
          </a:p>
        </p:txBody>
      </p:sp>
      <p:sp>
        <p:nvSpPr>
          <p:cNvPr name="TextBox 47" id="47"/>
          <p:cNvSpPr txBox="true"/>
          <p:nvPr/>
        </p:nvSpPr>
        <p:spPr>
          <a:xfrm rot="0">
            <a:off x="1180805" y="4173617"/>
            <a:ext cx="136691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LYNCH PIN</a:t>
            </a:r>
          </a:p>
        </p:txBody>
      </p:sp>
      <p:sp>
        <p:nvSpPr>
          <p:cNvPr name="TextBox 48" id="48"/>
          <p:cNvSpPr txBox="true"/>
          <p:nvPr/>
        </p:nvSpPr>
        <p:spPr>
          <a:xfrm rot="0">
            <a:off x="5024304" y="1393527"/>
            <a:ext cx="118950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TUBE PIN </a:t>
            </a:r>
          </a:p>
        </p:txBody>
      </p:sp>
      <p:sp>
        <p:nvSpPr>
          <p:cNvPr name="TextBox 49" id="49"/>
          <p:cNvSpPr txBox="true"/>
          <p:nvPr/>
        </p:nvSpPr>
        <p:spPr>
          <a:xfrm rot="0">
            <a:off x="4220251" y="6973662"/>
            <a:ext cx="2893381"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SPLIT PIN / COTTER PIN</a:t>
            </a:r>
          </a:p>
        </p:txBody>
      </p:sp>
      <p:sp>
        <p:nvSpPr>
          <p:cNvPr name="TextBox 50" id="50"/>
          <p:cNvSpPr txBox="true"/>
          <p:nvPr/>
        </p:nvSpPr>
        <p:spPr>
          <a:xfrm rot="0">
            <a:off x="4169759" y="4183132"/>
            <a:ext cx="3016444"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INDUSTRIAL SAFETY PIN</a:t>
            </a:r>
          </a:p>
        </p:txBody>
      </p:sp>
      <p:sp>
        <p:nvSpPr>
          <p:cNvPr name="TextBox 51" id="51"/>
          <p:cNvSpPr txBox="true"/>
          <p:nvPr/>
        </p:nvSpPr>
        <p:spPr>
          <a:xfrm rot="0">
            <a:off x="332308" y="7003075"/>
            <a:ext cx="313300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 PIN / DOUBLE RING R PIN</a:t>
            </a:r>
          </a:p>
        </p:txBody>
      </p:sp>
      <p:sp>
        <p:nvSpPr>
          <p:cNvPr name="TextBox 52" id="52"/>
          <p:cNvSpPr txBox="true"/>
          <p:nvPr/>
        </p:nvSpPr>
        <p:spPr>
          <a:xfrm rot="0">
            <a:off x="7050843" y="10145220"/>
            <a:ext cx="47390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28</a:t>
            </a:r>
          </a:p>
        </p:txBody>
      </p:sp>
      <p:sp>
        <p:nvSpPr>
          <p:cNvPr name="TextBox 53" id="53"/>
          <p:cNvSpPr txBox="true"/>
          <p:nvPr/>
        </p:nvSpPr>
        <p:spPr>
          <a:xfrm rot="0">
            <a:off x="3182779" y="764962"/>
            <a:ext cx="1220924"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CLIPS &amp; PINS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11" y="108728"/>
            <a:ext cx="7260831" cy="3918528"/>
          </a:xfrm>
          <a:custGeom>
            <a:avLst/>
            <a:gdLst/>
            <a:ahLst/>
            <a:cxnLst/>
            <a:rect r="r" b="b" t="t" l="l"/>
            <a:pathLst>
              <a:path h="3918528" w="7260831">
                <a:moveTo>
                  <a:pt x="0" y="0"/>
                </a:moveTo>
                <a:lnTo>
                  <a:pt x="7260831" y="0"/>
                </a:lnTo>
                <a:lnTo>
                  <a:pt x="7260831" y="3918528"/>
                </a:lnTo>
                <a:lnTo>
                  <a:pt x="0" y="39185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629400" y="9552422"/>
            <a:ext cx="935736" cy="1146058"/>
            <a:chOff x="0" y="0"/>
            <a:chExt cx="935736" cy="1146061"/>
          </a:xfrm>
        </p:grpSpPr>
        <p:sp>
          <p:nvSpPr>
            <p:cNvPr name="Freeform 6" id="6"/>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7" id="7"/>
          <p:cNvGrpSpPr/>
          <p:nvPr/>
        </p:nvGrpSpPr>
        <p:grpSpPr>
          <a:xfrm rot="0">
            <a:off x="668579" y="1868519"/>
            <a:ext cx="2363086" cy="1715148"/>
            <a:chOff x="0" y="0"/>
            <a:chExt cx="3150781" cy="2286864"/>
          </a:xfrm>
        </p:grpSpPr>
        <p:sp>
          <p:nvSpPr>
            <p:cNvPr name="Freeform 8" id="8"/>
            <p:cNvSpPr/>
            <p:nvPr/>
          </p:nvSpPr>
          <p:spPr>
            <a:xfrm flipH="false" flipV="false" rot="0">
              <a:off x="0" y="0"/>
              <a:ext cx="3150743" cy="2286889"/>
            </a:xfrm>
            <a:custGeom>
              <a:avLst/>
              <a:gdLst/>
              <a:ahLst/>
              <a:cxnLst/>
              <a:rect r="r" b="b" t="t" l="l"/>
              <a:pathLst>
                <a:path h="2286889" w="3150743">
                  <a:moveTo>
                    <a:pt x="0" y="0"/>
                  </a:moveTo>
                  <a:lnTo>
                    <a:pt x="3150743" y="0"/>
                  </a:lnTo>
                  <a:lnTo>
                    <a:pt x="3150743" y="2286889"/>
                  </a:lnTo>
                  <a:lnTo>
                    <a:pt x="0" y="2286889"/>
                  </a:lnTo>
                  <a:lnTo>
                    <a:pt x="0" y="0"/>
                  </a:lnTo>
                  <a:close/>
                </a:path>
              </a:pathLst>
            </a:custGeom>
            <a:blipFill>
              <a:blip r:embed="rId5"/>
              <a:stretch>
                <a:fillRect l="-1101" t="-5638" r="-915" b="-470"/>
              </a:stretch>
            </a:blipFill>
          </p:spPr>
        </p:sp>
      </p:grpSp>
      <p:grpSp>
        <p:nvGrpSpPr>
          <p:cNvPr name="Group 9" id="9"/>
          <p:cNvGrpSpPr/>
          <p:nvPr/>
        </p:nvGrpSpPr>
        <p:grpSpPr>
          <a:xfrm rot="0">
            <a:off x="4200906" y="1548289"/>
            <a:ext cx="2753763" cy="1877130"/>
            <a:chOff x="0" y="0"/>
            <a:chExt cx="3671684" cy="2502840"/>
          </a:xfrm>
        </p:grpSpPr>
        <p:sp>
          <p:nvSpPr>
            <p:cNvPr name="Freeform 10" id="10"/>
            <p:cNvSpPr/>
            <p:nvPr/>
          </p:nvSpPr>
          <p:spPr>
            <a:xfrm flipH="false" flipV="false" rot="0">
              <a:off x="0" y="0"/>
              <a:ext cx="3671697" cy="2502789"/>
            </a:xfrm>
            <a:custGeom>
              <a:avLst/>
              <a:gdLst/>
              <a:ahLst/>
              <a:cxnLst/>
              <a:rect r="r" b="b" t="t" l="l"/>
              <a:pathLst>
                <a:path h="2502789" w="3671697">
                  <a:moveTo>
                    <a:pt x="0" y="0"/>
                  </a:moveTo>
                  <a:lnTo>
                    <a:pt x="3671697" y="0"/>
                  </a:lnTo>
                  <a:lnTo>
                    <a:pt x="3671697" y="2502789"/>
                  </a:lnTo>
                  <a:lnTo>
                    <a:pt x="0" y="2502789"/>
                  </a:lnTo>
                  <a:lnTo>
                    <a:pt x="0" y="0"/>
                  </a:lnTo>
                  <a:close/>
                </a:path>
              </a:pathLst>
            </a:custGeom>
            <a:blipFill>
              <a:blip r:embed="rId6"/>
              <a:stretch>
                <a:fillRect l="0" t="0" r="0" b="-10154"/>
              </a:stretch>
            </a:blipFill>
          </p:spPr>
        </p:sp>
      </p:grpSp>
      <p:grpSp>
        <p:nvGrpSpPr>
          <p:cNvPr name="Group 11" id="11"/>
          <p:cNvGrpSpPr/>
          <p:nvPr/>
        </p:nvGrpSpPr>
        <p:grpSpPr>
          <a:xfrm rot="0">
            <a:off x="159753" y="4644304"/>
            <a:ext cx="3003699" cy="57169"/>
            <a:chOff x="0" y="0"/>
            <a:chExt cx="3003702" cy="57175"/>
          </a:xfrm>
        </p:grpSpPr>
        <p:sp>
          <p:nvSpPr>
            <p:cNvPr name="Freeform 12" id="12"/>
            <p:cNvSpPr/>
            <p:nvPr/>
          </p:nvSpPr>
          <p:spPr>
            <a:xfrm flipH="false" flipV="false" rot="0">
              <a:off x="0" y="0"/>
              <a:ext cx="3003682" cy="57156"/>
            </a:xfrm>
            <a:custGeom>
              <a:avLst/>
              <a:gdLst/>
              <a:ahLst/>
              <a:cxnLst/>
              <a:rect r="r" b="b" t="t" l="l"/>
              <a:pathLst>
                <a:path h="57156" w="3003682">
                  <a:moveTo>
                    <a:pt x="0" y="0"/>
                  </a:moveTo>
                  <a:lnTo>
                    <a:pt x="0" y="57156"/>
                  </a:lnTo>
                  <a:lnTo>
                    <a:pt x="3003682" y="57156"/>
                  </a:lnTo>
                  <a:lnTo>
                    <a:pt x="3003682" y="0"/>
                  </a:lnTo>
                  <a:close/>
                </a:path>
              </a:pathLst>
            </a:custGeom>
            <a:solidFill>
              <a:srgbClr val="2E7734"/>
            </a:solidFill>
          </p:spPr>
        </p:sp>
      </p:grpSp>
      <p:grpSp>
        <p:nvGrpSpPr>
          <p:cNvPr name="Group 13" id="13"/>
          <p:cNvGrpSpPr/>
          <p:nvPr/>
        </p:nvGrpSpPr>
        <p:grpSpPr>
          <a:xfrm rot="0">
            <a:off x="426444" y="4720342"/>
            <a:ext cx="2601306" cy="1724673"/>
            <a:chOff x="0" y="0"/>
            <a:chExt cx="3468408" cy="2299564"/>
          </a:xfrm>
        </p:grpSpPr>
        <p:sp>
          <p:nvSpPr>
            <p:cNvPr name="Freeform 14" id="14"/>
            <p:cNvSpPr/>
            <p:nvPr/>
          </p:nvSpPr>
          <p:spPr>
            <a:xfrm flipH="false" flipV="false" rot="0">
              <a:off x="0" y="0"/>
              <a:ext cx="3468370" cy="2299589"/>
            </a:xfrm>
            <a:custGeom>
              <a:avLst/>
              <a:gdLst/>
              <a:ahLst/>
              <a:cxnLst/>
              <a:rect r="r" b="b" t="t" l="l"/>
              <a:pathLst>
                <a:path h="2299589" w="3468370">
                  <a:moveTo>
                    <a:pt x="0" y="0"/>
                  </a:moveTo>
                  <a:lnTo>
                    <a:pt x="3468370" y="0"/>
                  </a:lnTo>
                  <a:lnTo>
                    <a:pt x="3468370" y="2299589"/>
                  </a:lnTo>
                  <a:lnTo>
                    <a:pt x="0" y="2299589"/>
                  </a:lnTo>
                  <a:lnTo>
                    <a:pt x="0" y="0"/>
                  </a:lnTo>
                  <a:close/>
                </a:path>
              </a:pathLst>
            </a:custGeom>
            <a:blipFill>
              <a:blip r:embed="rId7"/>
              <a:stretch>
                <a:fillRect l="0" t="-7709" r="-1" b="-5548"/>
              </a:stretch>
            </a:blipFill>
          </p:spPr>
        </p:sp>
      </p:grpSp>
      <p:sp>
        <p:nvSpPr>
          <p:cNvPr name="Freeform 15" id="15"/>
          <p:cNvSpPr/>
          <p:nvPr/>
        </p:nvSpPr>
        <p:spPr>
          <a:xfrm flipH="false" flipV="false" rot="0">
            <a:off x="104584" y="4194600"/>
            <a:ext cx="3437782" cy="2637930"/>
          </a:xfrm>
          <a:custGeom>
            <a:avLst/>
            <a:gdLst/>
            <a:ahLst/>
            <a:cxnLst/>
            <a:rect r="r" b="b" t="t" l="l"/>
            <a:pathLst>
              <a:path h="2637930" w="3437782">
                <a:moveTo>
                  <a:pt x="0" y="0"/>
                </a:moveTo>
                <a:lnTo>
                  <a:pt x="3437783" y="0"/>
                </a:lnTo>
                <a:lnTo>
                  <a:pt x="3437783" y="2637930"/>
                </a:lnTo>
                <a:lnTo>
                  <a:pt x="0" y="26379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41024" y="6959737"/>
            <a:ext cx="3564903" cy="2737828"/>
          </a:xfrm>
          <a:custGeom>
            <a:avLst/>
            <a:gdLst/>
            <a:ahLst/>
            <a:cxnLst/>
            <a:rect r="r" b="b" t="t" l="l"/>
            <a:pathLst>
              <a:path h="2737828" w="3564903">
                <a:moveTo>
                  <a:pt x="0" y="0"/>
                </a:moveTo>
                <a:lnTo>
                  <a:pt x="3564903" y="0"/>
                </a:lnTo>
                <a:lnTo>
                  <a:pt x="3564903" y="2737827"/>
                </a:lnTo>
                <a:lnTo>
                  <a:pt x="0" y="27378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3929577" y="1329947"/>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8">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3856225" y="4125058"/>
            <a:ext cx="3564903" cy="2766422"/>
          </a:xfrm>
          <a:custGeom>
            <a:avLst/>
            <a:gdLst/>
            <a:ahLst/>
            <a:cxnLst/>
            <a:rect r="r" b="b" t="t" l="l"/>
            <a:pathLst>
              <a:path h="2766422" w="3564903">
                <a:moveTo>
                  <a:pt x="0" y="0"/>
                </a:moveTo>
                <a:lnTo>
                  <a:pt x="3564903" y="0"/>
                </a:lnTo>
                <a:lnTo>
                  <a:pt x="3564903" y="2766422"/>
                </a:lnTo>
                <a:lnTo>
                  <a:pt x="0" y="27664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9" id="19"/>
          <p:cNvGrpSpPr/>
          <p:nvPr/>
        </p:nvGrpSpPr>
        <p:grpSpPr>
          <a:xfrm rot="0">
            <a:off x="3939997" y="7428166"/>
            <a:ext cx="3003699" cy="57160"/>
            <a:chOff x="0" y="0"/>
            <a:chExt cx="3003702" cy="57163"/>
          </a:xfrm>
        </p:grpSpPr>
        <p:sp>
          <p:nvSpPr>
            <p:cNvPr name="Freeform 20" id="20"/>
            <p:cNvSpPr/>
            <p:nvPr/>
          </p:nvSpPr>
          <p:spPr>
            <a:xfrm flipH="false" flipV="false" rot="0">
              <a:off x="0" y="0"/>
              <a:ext cx="3003682" cy="57153"/>
            </a:xfrm>
            <a:custGeom>
              <a:avLst/>
              <a:gdLst/>
              <a:ahLst/>
              <a:cxnLst/>
              <a:rect r="r" b="b" t="t" l="l"/>
              <a:pathLst>
                <a:path h="57153" w="3003682">
                  <a:moveTo>
                    <a:pt x="0" y="0"/>
                  </a:moveTo>
                  <a:lnTo>
                    <a:pt x="0" y="57153"/>
                  </a:lnTo>
                  <a:lnTo>
                    <a:pt x="3003682" y="57153"/>
                  </a:lnTo>
                  <a:lnTo>
                    <a:pt x="3003682" y="0"/>
                  </a:lnTo>
                  <a:close/>
                </a:path>
              </a:pathLst>
            </a:custGeom>
            <a:solidFill>
              <a:srgbClr val="2E7734"/>
            </a:solidFill>
          </p:spPr>
        </p:sp>
      </p:grpSp>
      <p:grpSp>
        <p:nvGrpSpPr>
          <p:cNvPr name="Group 21" id="21"/>
          <p:cNvGrpSpPr/>
          <p:nvPr/>
        </p:nvGrpSpPr>
        <p:grpSpPr>
          <a:xfrm rot="0">
            <a:off x="4834709" y="7536304"/>
            <a:ext cx="1543631" cy="1543631"/>
            <a:chOff x="0" y="0"/>
            <a:chExt cx="2058175" cy="2058175"/>
          </a:xfrm>
        </p:grpSpPr>
        <p:sp>
          <p:nvSpPr>
            <p:cNvPr name="Freeform 22" id="22"/>
            <p:cNvSpPr/>
            <p:nvPr/>
          </p:nvSpPr>
          <p:spPr>
            <a:xfrm flipH="false" flipV="false" rot="0">
              <a:off x="0" y="0"/>
              <a:ext cx="2058162" cy="2058162"/>
            </a:xfrm>
            <a:custGeom>
              <a:avLst/>
              <a:gdLst/>
              <a:ahLst/>
              <a:cxnLst/>
              <a:rect r="r" b="b" t="t" l="l"/>
              <a:pathLst>
                <a:path h="2058162" w="2058162">
                  <a:moveTo>
                    <a:pt x="0" y="0"/>
                  </a:moveTo>
                  <a:lnTo>
                    <a:pt x="2058162" y="0"/>
                  </a:lnTo>
                  <a:lnTo>
                    <a:pt x="2058162" y="2058162"/>
                  </a:lnTo>
                  <a:lnTo>
                    <a:pt x="0" y="2058162"/>
                  </a:lnTo>
                  <a:lnTo>
                    <a:pt x="0" y="0"/>
                  </a:lnTo>
                  <a:close/>
                </a:path>
              </a:pathLst>
            </a:custGeom>
            <a:blipFill>
              <a:blip r:embed="rId15"/>
              <a:stretch>
                <a:fillRect l="0" t="0" r="0" b="0"/>
              </a:stretch>
            </a:blipFill>
          </p:spPr>
        </p:sp>
      </p:grpSp>
      <p:grpSp>
        <p:nvGrpSpPr>
          <p:cNvPr name="Group 23" id="23"/>
          <p:cNvGrpSpPr/>
          <p:nvPr/>
        </p:nvGrpSpPr>
        <p:grpSpPr>
          <a:xfrm rot="0">
            <a:off x="984637" y="7585615"/>
            <a:ext cx="1858080" cy="1638910"/>
            <a:chOff x="0" y="0"/>
            <a:chExt cx="2477440" cy="2185213"/>
          </a:xfrm>
        </p:grpSpPr>
        <p:sp>
          <p:nvSpPr>
            <p:cNvPr name="Freeform 24" id="24"/>
            <p:cNvSpPr/>
            <p:nvPr/>
          </p:nvSpPr>
          <p:spPr>
            <a:xfrm flipH="false" flipV="false" rot="0">
              <a:off x="0" y="0"/>
              <a:ext cx="2477389" cy="2185162"/>
            </a:xfrm>
            <a:custGeom>
              <a:avLst/>
              <a:gdLst/>
              <a:ahLst/>
              <a:cxnLst/>
              <a:rect r="r" b="b" t="t" l="l"/>
              <a:pathLst>
                <a:path h="2185162" w="2477389">
                  <a:moveTo>
                    <a:pt x="0" y="0"/>
                  </a:moveTo>
                  <a:lnTo>
                    <a:pt x="2477389" y="0"/>
                  </a:lnTo>
                  <a:lnTo>
                    <a:pt x="2477389" y="2185162"/>
                  </a:lnTo>
                  <a:lnTo>
                    <a:pt x="0" y="2185162"/>
                  </a:lnTo>
                  <a:lnTo>
                    <a:pt x="0" y="0"/>
                  </a:lnTo>
                  <a:close/>
                </a:path>
              </a:pathLst>
            </a:custGeom>
            <a:blipFill>
              <a:blip r:embed="rId16"/>
              <a:stretch>
                <a:fillRect l="0" t="0" r="-2" b="-2"/>
              </a:stretch>
            </a:blipFill>
          </p:spPr>
        </p:sp>
      </p:grpSp>
      <p:grpSp>
        <p:nvGrpSpPr>
          <p:cNvPr name="Group 25" id="25"/>
          <p:cNvGrpSpPr/>
          <p:nvPr/>
        </p:nvGrpSpPr>
        <p:grpSpPr>
          <a:xfrm rot="0">
            <a:off x="4283535" y="4771492"/>
            <a:ext cx="2591772" cy="1572216"/>
            <a:chOff x="0" y="0"/>
            <a:chExt cx="3455695" cy="2096287"/>
          </a:xfrm>
        </p:grpSpPr>
        <p:sp>
          <p:nvSpPr>
            <p:cNvPr name="Freeform 26" id="26"/>
            <p:cNvSpPr/>
            <p:nvPr/>
          </p:nvSpPr>
          <p:spPr>
            <a:xfrm flipH="false" flipV="false" rot="0">
              <a:off x="0" y="0"/>
              <a:ext cx="3455670" cy="2096262"/>
            </a:xfrm>
            <a:custGeom>
              <a:avLst/>
              <a:gdLst/>
              <a:ahLst/>
              <a:cxnLst/>
              <a:rect r="r" b="b" t="t" l="l"/>
              <a:pathLst>
                <a:path h="2096262" w="3455670">
                  <a:moveTo>
                    <a:pt x="0" y="0"/>
                  </a:moveTo>
                  <a:lnTo>
                    <a:pt x="3455670" y="0"/>
                  </a:lnTo>
                  <a:lnTo>
                    <a:pt x="3455670" y="2096262"/>
                  </a:lnTo>
                  <a:lnTo>
                    <a:pt x="0" y="2096262"/>
                  </a:lnTo>
                  <a:lnTo>
                    <a:pt x="0" y="0"/>
                  </a:lnTo>
                  <a:close/>
                </a:path>
              </a:pathLst>
            </a:custGeom>
            <a:blipFill>
              <a:blip r:embed="rId17"/>
              <a:stretch>
                <a:fillRect l="0" t="0" r="0" b="-1"/>
              </a:stretch>
            </a:blipFill>
          </p:spPr>
        </p:sp>
      </p:grpSp>
      <p:grpSp>
        <p:nvGrpSpPr>
          <p:cNvPr name="Group 27" id="27"/>
          <p:cNvGrpSpPr/>
          <p:nvPr/>
        </p:nvGrpSpPr>
        <p:grpSpPr>
          <a:xfrm rot="0">
            <a:off x="149219" y="1759706"/>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4642542"/>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149219" y="7455608"/>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3" id="33"/>
          <p:cNvSpPr/>
          <p:nvPr/>
        </p:nvSpPr>
        <p:spPr>
          <a:xfrm flipH="false" flipV="false" rot="0">
            <a:off x="-63503" y="-63503"/>
            <a:ext cx="7692133" cy="1384411"/>
          </a:xfrm>
          <a:custGeom>
            <a:avLst/>
            <a:gdLst/>
            <a:ahLst/>
            <a:cxnLst/>
            <a:rect r="r" b="b" t="t" l="l"/>
            <a:pathLst>
              <a:path h="1384411" w="7692133">
                <a:moveTo>
                  <a:pt x="0" y="0"/>
                </a:moveTo>
                <a:lnTo>
                  <a:pt x="7692133" y="0"/>
                </a:lnTo>
                <a:lnTo>
                  <a:pt x="7692133" y="1384411"/>
                </a:lnTo>
                <a:lnTo>
                  <a:pt x="0" y="138441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34" id="34"/>
          <p:cNvGrpSpPr/>
          <p:nvPr/>
        </p:nvGrpSpPr>
        <p:grpSpPr>
          <a:xfrm rot="0">
            <a:off x="3928043" y="1759706"/>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928043" y="4642542"/>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8" id="38"/>
          <p:cNvSpPr/>
          <p:nvPr/>
        </p:nvSpPr>
        <p:spPr>
          <a:xfrm flipH="false" flipV="false" rot="0">
            <a:off x="-63503" y="6959737"/>
            <a:ext cx="7689847" cy="3802247"/>
          </a:xfrm>
          <a:custGeom>
            <a:avLst/>
            <a:gdLst/>
            <a:ahLst/>
            <a:cxnLst/>
            <a:rect r="r" b="b" t="t" l="l"/>
            <a:pathLst>
              <a:path h="3802247" w="7689847">
                <a:moveTo>
                  <a:pt x="0" y="0"/>
                </a:moveTo>
                <a:lnTo>
                  <a:pt x="7689847" y="0"/>
                </a:lnTo>
                <a:lnTo>
                  <a:pt x="7689847" y="3802246"/>
                </a:lnTo>
                <a:lnTo>
                  <a:pt x="0" y="380224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39" id="39"/>
          <p:cNvSpPr txBox="true"/>
          <p:nvPr/>
        </p:nvSpPr>
        <p:spPr>
          <a:xfrm rot="0">
            <a:off x="2629605" y="754085"/>
            <a:ext cx="2349351"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BOLTS / SCREWS</a:t>
            </a:r>
          </a:p>
        </p:txBody>
      </p:sp>
      <p:sp>
        <p:nvSpPr>
          <p:cNvPr name="TextBox 40" id="40"/>
          <p:cNvSpPr txBox="true"/>
          <p:nvPr/>
        </p:nvSpPr>
        <p:spPr>
          <a:xfrm rot="0">
            <a:off x="1074506" y="6370101"/>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1" id="41"/>
          <p:cNvSpPr txBox="true"/>
          <p:nvPr/>
        </p:nvSpPr>
        <p:spPr>
          <a:xfrm rot="0">
            <a:off x="997239" y="9151068"/>
            <a:ext cx="168523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a:t>
            </a:r>
          </a:p>
        </p:txBody>
      </p:sp>
      <p:sp>
        <p:nvSpPr>
          <p:cNvPr name="TextBox 42" id="42"/>
          <p:cNvSpPr txBox="true"/>
          <p:nvPr/>
        </p:nvSpPr>
        <p:spPr>
          <a:xfrm rot="0">
            <a:off x="344462" y="3499837"/>
            <a:ext cx="310818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10.9, 12.9, 304, 316 </a:t>
            </a:r>
          </a:p>
        </p:txBody>
      </p:sp>
      <p:sp>
        <p:nvSpPr>
          <p:cNvPr name="TextBox 43" id="43"/>
          <p:cNvSpPr txBox="true"/>
          <p:nvPr/>
        </p:nvSpPr>
        <p:spPr>
          <a:xfrm rot="0">
            <a:off x="5021494" y="6345031"/>
            <a:ext cx="125881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304 </a:t>
            </a:r>
          </a:p>
        </p:txBody>
      </p:sp>
      <p:sp>
        <p:nvSpPr>
          <p:cNvPr name="TextBox 44" id="44"/>
          <p:cNvSpPr txBox="true"/>
          <p:nvPr/>
        </p:nvSpPr>
        <p:spPr>
          <a:xfrm rot="0">
            <a:off x="4899517" y="3505457"/>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5" id="45"/>
          <p:cNvSpPr txBox="true"/>
          <p:nvPr/>
        </p:nvSpPr>
        <p:spPr>
          <a:xfrm rot="0">
            <a:off x="4822241" y="9151068"/>
            <a:ext cx="168523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a:t>
            </a:r>
          </a:p>
        </p:txBody>
      </p:sp>
      <p:sp>
        <p:nvSpPr>
          <p:cNvPr name="TextBox 46" id="46"/>
          <p:cNvSpPr txBox="true"/>
          <p:nvPr/>
        </p:nvSpPr>
        <p:spPr>
          <a:xfrm rot="0">
            <a:off x="956015" y="7118471"/>
            <a:ext cx="179827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ROOFING BOLT</a:t>
            </a:r>
          </a:p>
        </p:txBody>
      </p:sp>
      <p:sp>
        <p:nvSpPr>
          <p:cNvPr name="TextBox 47" id="47"/>
          <p:cNvSpPr txBox="true"/>
          <p:nvPr/>
        </p:nvSpPr>
        <p:spPr>
          <a:xfrm rot="0">
            <a:off x="618944" y="4285297"/>
            <a:ext cx="2457269"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WING BOLT - DIN316</a:t>
            </a:r>
          </a:p>
        </p:txBody>
      </p:sp>
      <p:sp>
        <p:nvSpPr>
          <p:cNvPr name="TextBox 48" id="48"/>
          <p:cNvSpPr txBox="true"/>
          <p:nvPr/>
        </p:nvSpPr>
        <p:spPr>
          <a:xfrm rot="0">
            <a:off x="426444" y="1420425"/>
            <a:ext cx="284979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HEX BOLT - DIN931/933 </a:t>
            </a:r>
          </a:p>
        </p:txBody>
      </p:sp>
      <p:sp>
        <p:nvSpPr>
          <p:cNvPr name="TextBox 49" id="49"/>
          <p:cNvSpPr txBox="true"/>
          <p:nvPr/>
        </p:nvSpPr>
        <p:spPr>
          <a:xfrm rot="0">
            <a:off x="4878143" y="4285297"/>
            <a:ext cx="147628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 SOLT BOLT</a:t>
            </a:r>
          </a:p>
        </p:txBody>
      </p:sp>
      <p:sp>
        <p:nvSpPr>
          <p:cNvPr name="TextBox 50" id="50"/>
          <p:cNvSpPr txBox="true"/>
          <p:nvPr/>
        </p:nvSpPr>
        <p:spPr>
          <a:xfrm rot="0">
            <a:off x="4658563" y="7141969"/>
            <a:ext cx="193563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CARRIAGE BOLT</a:t>
            </a:r>
          </a:p>
        </p:txBody>
      </p:sp>
      <p:sp>
        <p:nvSpPr>
          <p:cNvPr name="TextBox 51" id="51"/>
          <p:cNvSpPr txBox="true"/>
          <p:nvPr/>
        </p:nvSpPr>
        <p:spPr>
          <a:xfrm rot="0">
            <a:off x="4217575" y="1403909"/>
            <a:ext cx="283537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FLANGE BOLT - DIN6921</a:t>
            </a:r>
          </a:p>
        </p:txBody>
      </p:sp>
      <p:sp>
        <p:nvSpPr>
          <p:cNvPr name="TextBox 52" id="52"/>
          <p:cNvSpPr txBox="true"/>
          <p:nvPr/>
        </p:nvSpPr>
        <p:spPr>
          <a:xfrm rot="0">
            <a:off x="7057130" y="10145220"/>
            <a:ext cx="46107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29</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800014" y="1848536"/>
            <a:ext cx="2191579" cy="1648435"/>
            <a:chOff x="0" y="0"/>
            <a:chExt cx="2922105" cy="2197913"/>
          </a:xfrm>
        </p:grpSpPr>
        <p:sp>
          <p:nvSpPr>
            <p:cNvPr name="Freeform 10" id="10"/>
            <p:cNvSpPr/>
            <p:nvPr/>
          </p:nvSpPr>
          <p:spPr>
            <a:xfrm flipH="false" flipV="false" rot="0">
              <a:off x="0" y="0"/>
              <a:ext cx="2922143" cy="2197862"/>
            </a:xfrm>
            <a:custGeom>
              <a:avLst/>
              <a:gdLst/>
              <a:ahLst/>
              <a:cxnLst/>
              <a:rect r="r" b="b" t="t" l="l"/>
              <a:pathLst>
                <a:path h="2197862" w="2922143">
                  <a:moveTo>
                    <a:pt x="0" y="0"/>
                  </a:moveTo>
                  <a:lnTo>
                    <a:pt x="2922143" y="0"/>
                  </a:lnTo>
                  <a:lnTo>
                    <a:pt x="2922143" y="2197862"/>
                  </a:lnTo>
                  <a:lnTo>
                    <a:pt x="0" y="2197862"/>
                  </a:lnTo>
                  <a:lnTo>
                    <a:pt x="0" y="0"/>
                  </a:lnTo>
                  <a:close/>
                </a:path>
              </a:pathLst>
            </a:custGeom>
            <a:blipFill>
              <a:blip r:embed="rId13"/>
              <a:stretch>
                <a:fillRect l="0" t="0" r="1" b="-2"/>
              </a:stretch>
            </a:blipFill>
          </p:spPr>
        </p:sp>
      </p:grpSp>
      <p:grpSp>
        <p:nvGrpSpPr>
          <p:cNvPr name="Group 11" id="11"/>
          <p:cNvGrpSpPr/>
          <p:nvPr/>
        </p:nvGrpSpPr>
        <p:grpSpPr>
          <a:xfrm rot="0">
            <a:off x="4261104" y="1818437"/>
            <a:ext cx="2829992" cy="1677029"/>
            <a:chOff x="0" y="0"/>
            <a:chExt cx="3773322" cy="2236038"/>
          </a:xfrm>
        </p:grpSpPr>
        <p:sp>
          <p:nvSpPr>
            <p:cNvPr name="Freeform 12" id="12"/>
            <p:cNvSpPr/>
            <p:nvPr/>
          </p:nvSpPr>
          <p:spPr>
            <a:xfrm flipH="false" flipV="false" rot="0">
              <a:off x="0" y="0"/>
              <a:ext cx="3773297" cy="2236089"/>
            </a:xfrm>
            <a:custGeom>
              <a:avLst/>
              <a:gdLst/>
              <a:ahLst/>
              <a:cxnLst/>
              <a:rect r="r" b="b" t="t" l="l"/>
              <a:pathLst>
                <a:path h="2236089" w="3773297">
                  <a:moveTo>
                    <a:pt x="0" y="0"/>
                  </a:moveTo>
                  <a:lnTo>
                    <a:pt x="3773297" y="0"/>
                  </a:lnTo>
                  <a:lnTo>
                    <a:pt x="3773297" y="2236089"/>
                  </a:lnTo>
                  <a:lnTo>
                    <a:pt x="0" y="2236089"/>
                  </a:lnTo>
                  <a:lnTo>
                    <a:pt x="0" y="0"/>
                  </a:lnTo>
                  <a:close/>
                </a:path>
              </a:pathLst>
            </a:custGeom>
            <a:blipFill>
              <a:blip r:embed="rId14"/>
              <a:stretch>
                <a:fillRect l="0" t="-14042" r="0" b="-12091"/>
              </a:stretch>
            </a:blipFill>
          </p:spPr>
        </p:sp>
      </p:grpSp>
      <p:grpSp>
        <p:nvGrpSpPr>
          <p:cNvPr name="Group 13" id="13"/>
          <p:cNvGrpSpPr/>
          <p:nvPr/>
        </p:nvGrpSpPr>
        <p:grpSpPr>
          <a:xfrm rot="0">
            <a:off x="420900" y="5174075"/>
            <a:ext cx="2858576" cy="848049"/>
            <a:chOff x="0" y="0"/>
            <a:chExt cx="3811435" cy="1130732"/>
          </a:xfrm>
        </p:grpSpPr>
        <p:sp>
          <p:nvSpPr>
            <p:cNvPr name="Freeform 14" id="14"/>
            <p:cNvSpPr/>
            <p:nvPr/>
          </p:nvSpPr>
          <p:spPr>
            <a:xfrm flipH="false" flipV="false" rot="0">
              <a:off x="0" y="0"/>
              <a:ext cx="3811397" cy="1130681"/>
            </a:xfrm>
            <a:custGeom>
              <a:avLst/>
              <a:gdLst/>
              <a:ahLst/>
              <a:cxnLst/>
              <a:rect r="r" b="b" t="t" l="l"/>
              <a:pathLst>
                <a:path h="1130681" w="3811397">
                  <a:moveTo>
                    <a:pt x="0" y="0"/>
                  </a:moveTo>
                  <a:lnTo>
                    <a:pt x="3811397" y="0"/>
                  </a:lnTo>
                  <a:lnTo>
                    <a:pt x="3811397" y="1130681"/>
                  </a:lnTo>
                  <a:lnTo>
                    <a:pt x="0" y="1130681"/>
                  </a:lnTo>
                  <a:lnTo>
                    <a:pt x="0" y="0"/>
                  </a:lnTo>
                  <a:close/>
                </a:path>
              </a:pathLst>
            </a:custGeom>
            <a:blipFill>
              <a:blip r:embed="rId15"/>
              <a:stretch>
                <a:fillRect l="0" t="0" r="-1" b="-152819"/>
              </a:stretch>
            </a:blipFill>
          </p:spPr>
        </p:sp>
      </p:grpSp>
      <p:grpSp>
        <p:nvGrpSpPr>
          <p:cNvPr name="Group 15" id="15"/>
          <p:cNvGrpSpPr/>
          <p:nvPr/>
        </p:nvGrpSpPr>
        <p:grpSpPr>
          <a:xfrm rot="0">
            <a:off x="4809992" y="4621425"/>
            <a:ext cx="1562691" cy="1562672"/>
            <a:chOff x="0" y="0"/>
            <a:chExt cx="2083587" cy="2083562"/>
          </a:xfrm>
        </p:grpSpPr>
        <p:sp>
          <p:nvSpPr>
            <p:cNvPr name="Freeform 16" id="16"/>
            <p:cNvSpPr/>
            <p:nvPr/>
          </p:nvSpPr>
          <p:spPr>
            <a:xfrm flipH="false" flipV="false" rot="0">
              <a:off x="0" y="0"/>
              <a:ext cx="2083562" cy="2083562"/>
            </a:xfrm>
            <a:custGeom>
              <a:avLst/>
              <a:gdLst/>
              <a:ahLst/>
              <a:cxnLst/>
              <a:rect r="r" b="b" t="t" l="l"/>
              <a:pathLst>
                <a:path h="2083562" w="2083562">
                  <a:moveTo>
                    <a:pt x="0" y="0"/>
                  </a:moveTo>
                  <a:lnTo>
                    <a:pt x="2083562" y="0"/>
                  </a:lnTo>
                  <a:lnTo>
                    <a:pt x="2083562" y="2083562"/>
                  </a:lnTo>
                  <a:lnTo>
                    <a:pt x="0" y="2083562"/>
                  </a:lnTo>
                  <a:lnTo>
                    <a:pt x="0" y="0"/>
                  </a:lnTo>
                  <a:close/>
                </a:path>
              </a:pathLst>
            </a:custGeom>
            <a:blipFill>
              <a:blip r:embed="rId16"/>
              <a:stretch>
                <a:fillRect l="0" t="0" r="-1" b="-1"/>
              </a:stretch>
            </a:blipFill>
          </p:spPr>
        </p:sp>
      </p:grpSp>
      <p:grpSp>
        <p:nvGrpSpPr>
          <p:cNvPr name="Group 17" id="17"/>
          <p:cNvGrpSpPr/>
          <p:nvPr/>
        </p:nvGrpSpPr>
        <p:grpSpPr>
          <a:xfrm rot="0">
            <a:off x="1122483" y="7439101"/>
            <a:ext cx="1400699" cy="1619860"/>
            <a:chOff x="0" y="0"/>
            <a:chExt cx="1867598" cy="2159813"/>
          </a:xfrm>
        </p:grpSpPr>
        <p:sp>
          <p:nvSpPr>
            <p:cNvPr name="Freeform 18" id="18"/>
            <p:cNvSpPr/>
            <p:nvPr/>
          </p:nvSpPr>
          <p:spPr>
            <a:xfrm flipH="false" flipV="false" rot="0">
              <a:off x="0" y="0"/>
              <a:ext cx="1867662" cy="2159762"/>
            </a:xfrm>
            <a:custGeom>
              <a:avLst/>
              <a:gdLst/>
              <a:ahLst/>
              <a:cxnLst/>
              <a:rect r="r" b="b" t="t" l="l"/>
              <a:pathLst>
                <a:path h="2159762" w="1867662">
                  <a:moveTo>
                    <a:pt x="0" y="0"/>
                  </a:moveTo>
                  <a:lnTo>
                    <a:pt x="1867662" y="0"/>
                  </a:lnTo>
                  <a:lnTo>
                    <a:pt x="1867662" y="2159762"/>
                  </a:lnTo>
                  <a:lnTo>
                    <a:pt x="0" y="2159762"/>
                  </a:lnTo>
                  <a:lnTo>
                    <a:pt x="0" y="0"/>
                  </a:lnTo>
                  <a:close/>
                </a:path>
              </a:pathLst>
            </a:custGeom>
            <a:blipFill>
              <a:blip r:embed="rId17"/>
              <a:stretch>
                <a:fillRect l="-456" t="-24" r="-371" b="-52"/>
              </a:stretch>
            </a:blipFill>
          </p:spPr>
        </p:sp>
      </p:grpSp>
      <p:grpSp>
        <p:nvGrpSpPr>
          <p:cNvPr name="Group 19" id="19"/>
          <p:cNvGrpSpPr/>
          <p:nvPr/>
        </p:nvGrpSpPr>
        <p:grpSpPr>
          <a:xfrm rot="0">
            <a:off x="4794104" y="7447559"/>
            <a:ext cx="1610335" cy="1610316"/>
            <a:chOff x="0" y="0"/>
            <a:chExt cx="2147113" cy="2147087"/>
          </a:xfrm>
        </p:grpSpPr>
        <p:sp>
          <p:nvSpPr>
            <p:cNvPr name="Freeform 20" id="20"/>
            <p:cNvSpPr/>
            <p:nvPr/>
          </p:nvSpPr>
          <p:spPr>
            <a:xfrm flipH="false" flipV="false" rot="0">
              <a:off x="0" y="0"/>
              <a:ext cx="2147062" cy="2147062"/>
            </a:xfrm>
            <a:custGeom>
              <a:avLst/>
              <a:gdLst/>
              <a:ahLst/>
              <a:cxnLst/>
              <a:rect r="r" b="b" t="t" l="l"/>
              <a:pathLst>
                <a:path h="2147062" w="2147062">
                  <a:moveTo>
                    <a:pt x="0" y="0"/>
                  </a:moveTo>
                  <a:lnTo>
                    <a:pt x="2147062" y="0"/>
                  </a:lnTo>
                  <a:lnTo>
                    <a:pt x="2147062" y="2147062"/>
                  </a:lnTo>
                  <a:lnTo>
                    <a:pt x="0" y="2147062"/>
                  </a:lnTo>
                  <a:lnTo>
                    <a:pt x="0" y="0"/>
                  </a:lnTo>
                  <a:close/>
                </a:path>
              </a:pathLst>
            </a:custGeom>
            <a:blipFill>
              <a:blip r:embed="rId18"/>
              <a:stretch>
                <a:fillRect l="0" t="0" r="-2" b="-2"/>
              </a:stretch>
            </a:blipFill>
          </p:spPr>
        </p:sp>
      </p:grpSp>
      <p:grpSp>
        <p:nvGrpSpPr>
          <p:cNvPr name="Group 21" id="21"/>
          <p:cNvGrpSpPr/>
          <p:nvPr/>
        </p:nvGrpSpPr>
        <p:grpSpPr>
          <a:xfrm rot="0">
            <a:off x="149219" y="1759706"/>
            <a:ext cx="3023997" cy="60484"/>
            <a:chOff x="0" y="0"/>
            <a:chExt cx="3023997" cy="60477"/>
          </a:xfrm>
        </p:grpSpPr>
        <p:sp>
          <p:nvSpPr>
            <p:cNvPr name="Freeform 22" id="2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3" id="23"/>
          <p:cNvGrpSpPr/>
          <p:nvPr/>
        </p:nvGrpSpPr>
        <p:grpSpPr>
          <a:xfrm rot="0">
            <a:off x="85725" y="4030742"/>
            <a:ext cx="3563636" cy="2764069"/>
            <a:chOff x="0" y="0"/>
            <a:chExt cx="3563633" cy="2764066"/>
          </a:xfrm>
        </p:grpSpPr>
        <p:sp>
          <p:nvSpPr>
            <p:cNvPr name="Freeform 24" id="24"/>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25" id="25"/>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26" id="26"/>
          <p:cNvGrpSpPr/>
          <p:nvPr/>
        </p:nvGrpSpPr>
        <p:grpSpPr>
          <a:xfrm rot="0">
            <a:off x="149219" y="7347252"/>
            <a:ext cx="3023997" cy="60484"/>
            <a:chOff x="0" y="0"/>
            <a:chExt cx="3023997" cy="60477"/>
          </a:xfrm>
        </p:grpSpPr>
        <p:sp>
          <p:nvSpPr>
            <p:cNvPr name="Freeform 27" id="2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8" id="28"/>
          <p:cNvSpPr/>
          <p:nvPr/>
        </p:nvSpPr>
        <p:spPr>
          <a:xfrm flipH="false" flipV="false" rot="0">
            <a:off x="-63503" y="-63503"/>
            <a:ext cx="7692133" cy="1384411"/>
          </a:xfrm>
          <a:custGeom>
            <a:avLst/>
            <a:gdLst/>
            <a:ahLst/>
            <a:cxnLst/>
            <a:rect r="r" b="b" t="t" l="l"/>
            <a:pathLst>
              <a:path h="1384411" w="7692133">
                <a:moveTo>
                  <a:pt x="0" y="0"/>
                </a:moveTo>
                <a:lnTo>
                  <a:pt x="7692133" y="0"/>
                </a:lnTo>
                <a:lnTo>
                  <a:pt x="7692133" y="1384411"/>
                </a:lnTo>
                <a:lnTo>
                  <a:pt x="0" y="138441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9" id="29"/>
          <p:cNvGrpSpPr/>
          <p:nvPr/>
        </p:nvGrpSpPr>
        <p:grpSpPr>
          <a:xfrm rot="0">
            <a:off x="3928043" y="1759706"/>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3928043" y="4559198"/>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3" id="33"/>
          <p:cNvGrpSpPr/>
          <p:nvPr/>
        </p:nvGrpSpPr>
        <p:grpSpPr>
          <a:xfrm rot="0">
            <a:off x="3928043" y="7347252"/>
            <a:ext cx="3023997" cy="60484"/>
            <a:chOff x="0" y="0"/>
            <a:chExt cx="3023997" cy="60477"/>
          </a:xfrm>
        </p:grpSpPr>
        <p:sp>
          <p:nvSpPr>
            <p:cNvPr name="Freeform 34" id="3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5" id="35"/>
          <p:cNvGrpSpPr/>
          <p:nvPr/>
        </p:nvGrpSpPr>
        <p:grpSpPr>
          <a:xfrm rot="0">
            <a:off x="-63503" y="9484871"/>
            <a:ext cx="7689847" cy="1277112"/>
            <a:chOff x="0" y="0"/>
            <a:chExt cx="7689850" cy="1277112"/>
          </a:xfrm>
        </p:grpSpPr>
        <p:sp>
          <p:nvSpPr>
            <p:cNvPr name="Freeform 36" id="36"/>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7" id="37"/>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8" id="38"/>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9" id="39"/>
          <p:cNvSpPr txBox="true"/>
          <p:nvPr/>
        </p:nvSpPr>
        <p:spPr>
          <a:xfrm rot="0">
            <a:off x="1013555" y="9061818"/>
            <a:ext cx="1743256"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12.9, 304 </a:t>
            </a:r>
          </a:p>
        </p:txBody>
      </p:sp>
      <p:sp>
        <p:nvSpPr>
          <p:cNvPr name="TextBox 40" id="40"/>
          <p:cNvSpPr txBox="true"/>
          <p:nvPr/>
        </p:nvSpPr>
        <p:spPr>
          <a:xfrm rot="0">
            <a:off x="649815" y="6285005"/>
            <a:ext cx="248525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B7, 304, 316 </a:t>
            </a:r>
          </a:p>
        </p:txBody>
      </p:sp>
      <p:sp>
        <p:nvSpPr>
          <p:cNvPr name="TextBox 41" id="41"/>
          <p:cNvSpPr txBox="true"/>
          <p:nvPr/>
        </p:nvSpPr>
        <p:spPr>
          <a:xfrm rot="0">
            <a:off x="649824" y="3461728"/>
            <a:ext cx="248525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B7, 304, 316 </a:t>
            </a:r>
          </a:p>
        </p:txBody>
      </p:sp>
      <p:sp>
        <p:nvSpPr>
          <p:cNvPr name="TextBox 42" id="42"/>
          <p:cNvSpPr txBox="true"/>
          <p:nvPr/>
        </p:nvSpPr>
        <p:spPr>
          <a:xfrm rot="0">
            <a:off x="4822688" y="9061818"/>
            <a:ext cx="168432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12.9, 304</a:t>
            </a:r>
          </a:p>
        </p:txBody>
      </p:sp>
      <p:sp>
        <p:nvSpPr>
          <p:cNvPr name="TextBox 43" id="43"/>
          <p:cNvSpPr txBox="true"/>
          <p:nvPr/>
        </p:nvSpPr>
        <p:spPr>
          <a:xfrm rot="0">
            <a:off x="4430078" y="3461728"/>
            <a:ext cx="248525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B7, 304, 316 </a:t>
            </a:r>
          </a:p>
        </p:txBody>
      </p:sp>
      <p:sp>
        <p:nvSpPr>
          <p:cNvPr name="TextBox 44" id="44"/>
          <p:cNvSpPr txBox="true"/>
          <p:nvPr/>
        </p:nvSpPr>
        <p:spPr>
          <a:xfrm rot="0">
            <a:off x="4330027" y="6198908"/>
            <a:ext cx="2689574" cy="325507"/>
          </a:xfrm>
          <a:prstGeom prst="rect">
            <a:avLst/>
          </a:prstGeom>
        </p:spPr>
        <p:txBody>
          <a:bodyPr anchor="t" rtlCol="false" tIns="0" lIns="0" bIns="0" rIns="0">
            <a:spAutoFit/>
          </a:bodyPr>
          <a:lstStyle/>
          <a:p>
            <a:pPr algn="l">
              <a:lnSpc>
                <a:spcPts val="2450"/>
              </a:lnSpc>
            </a:pPr>
            <a:r>
              <a:rPr lang="en-US" sz="1750">
                <a:solidFill>
                  <a:srgbClr val="000000"/>
                </a:solidFill>
                <a:latin typeface="Poppins"/>
                <a:ea typeface="Poppins"/>
                <a:cs typeface="Poppins"/>
                <a:sym typeface="Poppins"/>
              </a:rPr>
              <a:t>Grade: 8.8, 12.9, 304, 316 </a:t>
            </a:r>
          </a:p>
        </p:txBody>
      </p:sp>
      <p:sp>
        <p:nvSpPr>
          <p:cNvPr name="TextBox 45" id="45"/>
          <p:cNvSpPr txBox="true"/>
          <p:nvPr/>
        </p:nvSpPr>
        <p:spPr>
          <a:xfrm rot="0">
            <a:off x="2995927" y="857498"/>
            <a:ext cx="1602105"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BOLTS / SCREWS</a:t>
            </a:r>
          </a:p>
        </p:txBody>
      </p:sp>
      <p:sp>
        <p:nvSpPr>
          <p:cNvPr name="TextBox 46" id="46"/>
          <p:cNvSpPr txBox="true"/>
          <p:nvPr/>
        </p:nvSpPr>
        <p:spPr>
          <a:xfrm rot="0">
            <a:off x="4056183" y="7024021"/>
            <a:ext cx="3228127" cy="285836"/>
          </a:xfrm>
          <a:prstGeom prst="rect">
            <a:avLst/>
          </a:prstGeom>
        </p:spPr>
        <p:txBody>
          <a:bodyPr anchor="t" rtlCol="false" tIns="0" lIns="0" bIns="0" rIns="0">
            <a:spAutoFit/>
          </a:bodyPr>
          <a:lstStyle/>
          <a:p>
            <a:pPr algn="l">
              <a:lnSpc>
                <a:spcPts val="2100"/>
              </a:lnSpc>
            </a:pPr>
            <a:r>
              <a:rPr lang="en-US" b="true" sz="1500">
                <a:solidFill>
                  <a:srgbClr val="000000"/>
                </a:solidFill>
                <a:latin typeface="Poppins Bold"/>
                <a:ea typeface="Poppins Bold"/>
                <a:cs typeface="Poppins Bold"/>
                <a:sym typeface="Poppins Bold"/>
              </a:rPr>
              <a:t>SOCKET PRESSURE PLUG - DIN986</a:t>
            </a:r>
          </a:p>
        </p:txBody>
      </p:sp>
      <p:sp>
        <p:nvSpPr>
          <p:cNvPr name="TextBox 47" id="47"/>
          <p:cNvSpPr txBox="true"/>
          <p:nvPr/>
        </p:nvSpPr>
        <p:spPr>
          <a:xfrm rot="0">
            <a:off x="392582" y="1450915"/>
            <a:ext cx="297496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THREADED BAR - DIN975</a:t>
            </a:r>
          </a:p>
        </p:txBody>
      </p:sp>
      <p:sp>
        <p:nvSpPr>
          <p:cNvPr name="TextBox 48" id="48"/>
          <p:cNvSpPr txBox="true"/>
          <p:nvPr/>
        </p:nvSpPr>
        <p:spPr>
          <a:xfrm rot="0">
            <a:off x="4015283" y="1403909"/>
            <a:ext cx="331152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 FULL THREADED STUD BOLT</a:t>
            </a:r>
          </a:p>
        </p:txBody>
      </p:sp>
      <p:sp>
        <p:nvSpPr>
          <p:cNvPr name="TextBox 49" id="49"/>
          <p:cNvSpPr txBox="true"/>
          <p:nvPr/>
        </p:nvSpPr>
        <p:spPr>
          <a:xfrm rot="0">
            <a:off x="279311" y="7010162"/>
            <a:ext cx="3241243"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LOW HEAD SOCKET CAP SCREW</a:t>
            </a:r>
          </a:p>
        </p:txBody>
      </p:sp>
      <p:sp>
        <p:nvSpPr>
          <p:cNvPr name="TextBox 50" id="50"/>
          <p:cNvSpPr txBox="true"/>
          <p:nvPr/>
        </p:nvSpPr>
        <p:spPr>
          <a:xfrm rot="0">
            <a:off x="7043623" y="10145220"/>
            <a:ext cx="48868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30</a:t>
            </a:r>
          </a:p>
        </p:txBody>
      </p:sp>
      <p:sp>
        <p:nvSpPr>
          <p:cNvPr name="TextBox 51" id="51"/>
          <p:cNvSpPr txBox="true"/>
          <p:nvPr/>
        </p:nvSpPr>
        <p:spPr>
          <a:xfrm rot="0">
            <a:off x="342471" y="4213127"/>
            <a:ext cx="3165929"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ENGINEERING STUD BOLT</a:t>
            </a:r>
          </a:p>
        </p:txBody>
      </p:sp>
      <p:sp>
        <p:nvSpPr>
          <p:cNvPr name="TextBox 52" id="52"/>
          <p:cNvSpPr txBox="true"/>
          <p:nvPr/>
        </p:nvSpPr>
        <p:spPr>
          <a:xfrm rot="0">
            <a:off x="3990346" y="4184856"/>
            <a:ext cx="3382499"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SOCKET CAP SCREW - DIN912</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63503" y="9488929"/>
            <a:ext cx="7692133" cy="1273054"/>
            <a:chOff x="0" y="0"/>
            <a:chExt cx="7692136" cy="1273061"/>
          </a:xfrm>
        </p:grpSpPr>
        <p:sp>
          <p:nvSpPr>
            <p:cNvPr name="Freeform 9" id="9"/>
            <p:cNvSpPr/>
            <p:nvPr/>
          </p:nvSpPr>
          <p:spPr>
            <a:xfrm flipH="false" flipV="false" rot="0">
              <a:off x="6695948" y="141987"/>
              <a:ext cx="930402" cy="1065661"/>
            </a:xfrm>
            <a:custGeom>
              <a:avLst/>
              <a:gdLst/>
              <a:ahLst/>
              <a:cxnLst/>
              <a:rect r="r" b="b" t="t" l="l"/>
              <a:pathLst>
                <a:path h="1065661" w="930402">
                  <a:moveTo>
                    <a:pt x="930402" y="0"/>
                  </a:moveTo>
                  <a:lnTo>
                    <a:pt x="0" y="1065661"/>
                  </a:lnTo>
                  <a:lnTo>
                    <a:pt x="930402" y="1065661"/>
                  </a:lnTo>
                  <a:lnTo>
                    <a:pt x="930402" y="0"/>
                  </a:lnTo>
                  <a:close/>
                </a:path>
              </a:pathLst>
            </a:custGeom>
            <a:solidFill>
              <a:srgbClr val="FF9100"/>
            </a:solidFill>
          </p:spPr>
        </p:sp>
        <p:sp>
          <p:nvSpPr>
            <p:cNvPr name="Freeform 10" id="10"/>
            <p:cNvSpPr/>
            <p:nvPr/>
          </p:nvSpPr>
          <p:spPr>
            <a:xfrm flipH="false" flipV="false" rot="0">
              <a:off x="63500" y="1043690"/>
              <a:ext cx="7086600" cy="163958"/>
            </a:xfrm>
            <a:custGeom>
              <a:avLst/>
              <a:gdLst/>
              <a:ahLst/>
              <a:cxnLst/>
              <a:rect r="r" b="b" t="t" l="l"/>
              <a:pathLst>
                <a:path h="163958" w="7086600">
                  <a:moveTo>
                    <a:pt x="0" y="0"/>
                  </a:moveTo>
                  <a:lnTo>
                    <a:pt x="0" y="163958"/>
                  </a:lnTo>
                  <a:lnTo>
                    <a:pt x="7086600" y="163958"/>
                  </a:lnTo>
                  <a:lnTo>
                    <a:pt x="7086600" y="0"/>
                  </a:lnTo>
                  <a:close/>
                </a:path>
              </a:pathLst>
            </a:custGeom>
            <a:solidFill>
              <a:srgbClr val="FF9100"/>
            </a:solidFill>
          </p:spPr>
        </p:sp>
      </p:grpSp>
      <p:grpSp>
        <p:nvGrpSpPr>
          <p:cNvPr name="Group 11" id="11"/>
          <p:cNvGrpSpPr/>
          <p:nvPr/>
        </p:nvGrpSpPr>
        <p:grpSpPr>
          <a:xfrm rot="0">
            <a:off x="4327246" y="4516955"/>
            <a:ext cx="2639416" cy="1772317"/>
            <a:chOff x="0" y="0"/>
            <a:chExt cx="3519221" cy="2363089"/>
          </a:xfrm>
        </p:grpSpPr>
        <p:sp>
          <p:nvSpPr>
            <p:cNvPr name="Freeform 12" id="12"/>
            <p:cNvSpPr/>
            <p:nvPr/>
          </p:nvSpPr>
          <p:spPr>
            <a:xfrm flipH="false" flipV="false" rot="0">
              <a:off x="0" y="0"/>
              <a:ext cx="3519170" cy="2363089"/>
            </a:xfrm>
            <a:custGeom>
              <a:avLst/>
              <a:gdLst/>
              <a:ahLst/>
              <a:cxnLst/>
              <a:rect r="r" b="b" t="t" l="l"/>
              <a:pathLst>
                <a:path h="2363089" w="3519170">
                  <a:moveTo>
                    <a:pt x="0" y="0"/>
                  </a:moveTo>
                  <a:lnTo>
                    <a:pt x="3519170" y="0"/>
                  </a:lnTo>
                  <a:lnTo>
                    <a:pt x="3519170" y="2363089"/>
                  </a:lnTo>
                  <a:lnTo>
                    <a:pt x="0" y="2363089"/>
                  </a:lnTo>
                  <a:lnTo>
                    <a:pt x="0" y="0"/>
                  </a:lnTo>
                  <a:close/>
                </a:path>
              </a:pathLst>
            </a:custGeom>
            <a:blipFill>
              <a:blip r:embed="rId11"/>
              <a:stretch>
                <a:fillRect l="0" t="0" r="-1" b="0"/>
              </a:stretch>
            </a:blipFill>
          </p:spPr>
        </p:sp>
      </p:grpSp>
      <p:grpSp>
        <p:nvGrpSpPr>
          <p:cNvPr name="Group 13" id="13"/>
          <p:cNvGrpSpPr/>
          <p:nvPr/>
        </p:nvGrpSpPr>
        <p:grpSpPr>
          <a:xfrm rot="0">
            <a:off x="384972" y="7562974"/>
            <a:ext cx="2953864" cy="1762792"/>
            <a:chOff x="0" y="0"/>
            <a:chExt cx="3938486" cy="2350389"/>
          </a:xfrm>
        </p:grpSpPr>
        <p:sp>
          <p:nvSpPr>
            <p:cNvPr name="Freeform 14" id="14"/>
            <p:cNvSpPr/>
            <p:nvPr/>
          </p:nvSpPr>
          <p:spPr>
            <a:xfrm flipH="false" flipV="false" rot="0">
              <a:off x="0" y="0"/>
              <a:ext cx="3938524" cy="2350389"/>
            </a:xfrm>
            <a:custGeom>
              <a:avLst/>
              <a:gdLst/>
              <a:ahLst/>
              <a:cxnLst/>
              <a:rect r="r" b="b" t="t" l="l"/>
              <a:pathLst>
                <a:path h="2350389" w="3938524">
                  <a:moveTo>
                    <a:pt x="0" y="0"/>
                  </a:moveTo>
                  <a:lnTo>
                    <a:pt x="3938524" y="0"/>
                  </a:lnTo>
                  <a:lnTo>
                    <a:pt x="3938524" y="2350389"/>
                  </a:lnTo>
                  <a:lnTo>
                    <a:pt x="0" y="2350389"/>
                  </a:lnTo>
                  <a:lnTo>
                    <a:pt x="0" y="0"/>
                  </a:lnTo>
                  <a:close/>
                </a:path>
              </a:pathLst>
            </a:custGeom>
            <a:blipFill>
              <a:blip r:embed="rId12"/>
              <a:stretch>
                <a:fillRect l="0" t="-31108" r="0" b="-36458"/>
              </a:stretch>
            </a:blipFill>
          </p:spPr>
        </p:sp>
      </p:grpSp>
      <p:grpSp>
        <p:nvGrpSpPr>
          <p:cNvPr name="Group 15" id="15"/>
          <p:cNvGrpSpPr/>
          <p:nvPr/>
        </p:nvGrpSpPr>
        <p:grpSpPr>
          <a:xfrm rot="0">
            <a:off x="911400" y="1899990"/>
            <a:ext cx="1991477" cy="1486452"/>
            <a:chOff x="0" y="0"/>
            <a:chExt cx="2655303" cy="1981937"/>
          </a:xfrm>
        </p:grpSpPr>
        <p:sp>
          <p:nvSpPr>
            <p:cNvPr name="Freeform 16" id="16"/>
            <p:cNvSpPr/>
            <p:nvPr/>
          </p:nvSpPr>
          <p:spPr>
            <a:xfrm flipH="false" flipV="false" rot="0">
              <a:off x="0" y="0"/>
              <a:ext cx="2655316" cy="1981962"/>
            </a:xfrm>
            <a:custGeom>
              <a:avLst/>
              <a:gdLst/>
              <a:ahLst/>
              <a:cxnLst/>
              <a:rect r="r" b="b" t="t" l="l"/>
              <a:pathLst>
                <a:path h="1981962" w="2655316">
                  <a:moveTo>
                    <a:pt x="0" y="0"/>
                  </a:moveTo>
                  <a:lnTo>
                    <a:pt x="2655316" y="0"/>
                  </a:lnTo>
                  <a:lnTo>
                    <a:pt x="2655316" y="1981962"/>
                  </a:lnTo>
                  <a:lnTo>
                    <a:pt x="0" y="1981962"/>
                  </a:lnTo>
                  <a:lnTo>
                    <a:pt x="0" y="0"/>
                  </a:lnTo>
                  <a:close/>
                </a:path>
              </a:pathLst>
            </a:custGeom>
            <a:blipFill>
              <a:blip r:embed="rId13"/>
              <a:stretch>
                <a:fillRect l="0" t="0" r="0" b="0"/>
              </a:stretch>
            </a:blipFill>
          </p:spPr>
        </p:sp>
      </p:grpSp>
      <p:grpSp>
        <p:nvGrpSpPr>
          <p:cNvPr name="Group 17" id="17"/>
          <p:cNvGrpSpPr/>
          <p:nvPr/>
        </p:nvGrpSpPr>
        <p:grpSpPr>
          <a:xfrm rot="0">
            <a:off x="4661487" y="1899980"/>
            <a:ext cx="1972418" cy="1486462"/>
            <a:chOff x="0" y="0"/>
            <a:chExt cx="2629891" cy="1981949"/>
          </a:xfrm>
        </p:grpSpPr>
        <p:sp>
          <p:nvSpPr>
            <p:cNvPr name="Freeform 18" id="18"/>
            <p:cNvSpPr/>
            <p:nvPr/>
          </p:nvSpPr>
          <p:spPr>
            <a:xfrm flipH="false" flipV="false" rot="0">
              <a:off x="0" y="0"/>
              <a:ext cx="2629916" cy="1981962"/>
            </a:xfrm>
            <a:custGeom>
              <a:avLst/>
              <a:gdLst/>
              <a:ahLst/>
              <a:cxnLst/>
              <a:rect r="r" b="b" t="t" l="l"/>
              <a:pathLst>
                <a:path h="1981962" w="2629916">
                  <a:moveTo>
                    <a:pt x="0" y="0"/>
                  </a:moveTo>
                  <a:lnTo>
                    <a:pt x="2629916" y="0"/>
                  </a:lnTo>
                  <a:lnTo>
                    <a:pt x="2629916" y="1981962"/>
                  </a:lnTo>
                  <a:lnTo>
                    <a:pt x="0" y="1981962"/>
                  </a:lnTo>
                  <a:lnTo>
                    <a:pt x="0" y="0"/>
                  </a:lnTo>
                  <a:close/>
                </a:path>
              </a:pathLst>
            </a:custGeom>
            <a:blipFill>
              <a:blip r:embed="rId14"/>
              <a:stretch>
                <a:fillRect l="-15" t="-499" r="-157" b="-299"/>
              </a:stretch>
            </a:blipFill>
          </p:spPr>
        </p:sp>
      </p:grpSp>
      <p:grpSp>
        <p:nvGrpSpPr>
          <p:cNvPr name="Group 19" id="19"/>
          <p:cNvGrpSpPr/>
          <p:nvPr/>
        </p:nvGrpSpPr>
        <p:grpSpPr>
          <a:xfrm rot="0">
            <a:off x="1142705" y="4726229"/>
            <a:ext cx="1448343" cy="1619860"/>
            <a:chOff x="0" y="0"/>
            <a:chExt cx="1931124" cy="2159813"/>
          </a:xfrm>
        </p:grpSpPr>
        <p:sp>
          <p:nvSpPr>
            <p:cNvPr name="Freeform 20" id="20"/>
            <p:cNvSpPr/>
            <p:nvPr/>
          </p:nvSpPr>
          <p:spPr>
            <a:xfrm flipH="false" flipV="false" rot="0">
              <a:off x="0" y="0"/>
              <a:ext cx="1931162" cy="2159762"/>
            </a:xfrm>
            <a:custGeom>
              <a:avLst/>
              <a:gdLst/>
              <a:ahLst/>
              <a:cxnLst/>
              <a:rect r="r" b="b" t="t" l="l"/>
              <a:pathLst>
                <a:path h="2159762" w="1931162">
                  <a:moveTo>
                    <a:pt x="0" y="0"/>
                  </a:moveTo>
                  <a:lnTo>
                    <a:pt x="1931162" y="0"/>
                  </a:lnTo>
                  <a:lnTo>
                    <a:pt x="1931162" y="2159762"/>
                  </a:lnTo>
                  <a:lnTo>
                    <a:pt x="0" y="2159762"/>
                  </a:lnTo>
                  <a:lnTo>
                    <a:pt x="0" y="0"/>
                  </a:lnTo>
                  <a:close/>
                </a:path>
              </a:pathLst>
            </a:custGeom>
            <a:blipFill>
              <a:blip r:embed="rId15"/>
              <a:stretch>
                <a:fillRect l="0" t="0" r="-11840" b="-2"/>
              </a:stretch>
            </a:blipFill>
          </p:spPr>
        </p:sp>
      </p:grpSp>
      <p:grpSp>
        <p:nvGrpSpPr>
          <p:cNvPr name="Group 21" id="21"/>
          <p:cNvGrpSpPr/>
          <p:nvPr/>
        </p:nvGrpSpPr>
        <p:grpSpPr>
          <a:xfrm rot="0">
            <a:off x="149219" y="1759706"/>
            <a:ext cx="3023997" cy="60484"/>
            <a:chOff x="0" y="0"/>
            <a:chExt cx="3023997" cy="60477"/>
          </a:xfrm>
        </p:grpSpPr>
        <p:sp>
          <p:nvSpPr>
            <p:cNvPr name="Freeform 22" id="2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3" id="23"/>
          <p:cNvGrpSpPr/>
          <p:nvPr/>
        </p:nvGrpSpPr>
        <p:grpSpPr>
          <a:xfrm rot="0">
            <a:off x="85725" y="4030742"/>
            <a:ext cx="3563636" cy="2764069"/>
            <a:chOff x="0" y="0"/>
            <a:chExt cx="3563633" cy="2764066"/>
          </a:xfrm>
        </p:grpSpPr>
        <p:sp>
          <p:nvSpPr>
            <p:cNvPr name="Freeform 24" id="24"/>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25" id="25"/>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26" id="26"/>
          <p:cNvGrpSpPr/>
          <p:nvPr/>
        </p:nvGrpSpPr>
        <p:grpSpPr>
          <a:xfrm rot="0">
            <a:off x="149219" y="7347252"/>
            <a:ext cx="3023997" cy="60484"/>
            <a:chOff x="0" y="0"/>
            <a:chExt cx="3023997" cy="60477"/>
          </a:xfrm>
        </p:grpSpPr>
        <p:sp>
          <p:nvSpPr>
            <p:cNvPr name="Freeform 27" id="2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8" id="28"/>
          <p:cNvSpPr/>
          <p:nvPr/>
        </p:nvSpPr>
        <p:spPr>
          <a:xfrm flipH="false" flipV="false" rot="0">
            <a:off x="-63503" y="-63503"/>
            <a:ext cx="7692133" cy="1384411"/>
          </a:xfrm>
          <a:custGeom>
            <a:avLst/>
            <a:gdLst/>
            <a:ahLst/>
            <a:cxnLst/>
            <a:rect r="r" b="b" t="t" l="l"/>
            <a:pathLst>
              <a:path h="1384411" w="7692133">
                <a:moveTo>
                  <a:pt x="0" y="0"/>
                </a:moveTo>
                <a:lnTo>
                  <a:pt x="7692133" y="0"/>
                </a:lnTo>
                <a:lnTo>
                  <a:pt x="7692133" y="1384411"/>
                </a:lnTo>
                <a:lnTo>
                  <a:pt x="0" y="138441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9" id="29"/>
          <p:cNvGrpSpPr/>
          <p:nvPr/>
        </p:nvGrpSpPr>
        <p:grpSpPr>
          <a:xfrm rot="0">
            <a:off x="3928043" y="1759706"/>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3928043" y="4559198"/>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3" id="33"/>
          <p:cNvGrpSpPr/>
          <p:nvPr/>
        </p:nvGrpSpPr>
        <p:grpSpPr>
          <a:xfrm rot="0">
            <a:off x="-63503" y="9484871"/>
            <a:ext cx="7689847" cy="1275207"/>
            <a:chOff x="0" y="0"/>
            <a:chExt cx="7689850" cy="1275207"/>
          </a:xfrm>
        </p:grpSpPr>
        <p:sp>
          <p:nvSpPr>
            <p:cNvPr name="Freeform 34" id="34"/>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35" id="35"/>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6" id="36"/>
          <p:cNvSpPr txBox="true"/>
          <p:nvPr/>
        </p:nvSpPr>
        <p:spPr>
          <a:xfrm rot="0">
            <a:off x="825217" y="3461728"/>
            <a:ext cx="212761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 </a:t>
            </a:r>
          </a:p>
        </p:txBody>
      </p:sp>
      <p:sp>
        <p:nvSpPr>
          <p:cNvPr name="TextBox 37" id="37"/>
          <p:cNvSpPr txBox="true"/>
          <p:nvPr/>
        </p:nvSpPr>
        <p:spPr>
          <a:xfrm rot="0">
            <a:off x="862051" y="6330267"/>
            <a:ext cx="212762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 </a:t>
            </a:r>
          </a:p>
        </p:txBody>
      </p:sp>
      <p:sp>
        <p:nvSpPr>
          <p:cNvPr name="TextBox 38" id="38"/>
          <p:cNvSpPr txBox="true"/>
          <p:nvPr/>
        </p:nvSpPr>
        <p:spPr>
          <a:xfrm rot="0">
            <a:off x="4605471" y="3461728"/>
            <a:ext cx="212761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 </a:t>
            </a:r>
          </a:p>
        </p:txBody>
      </p:sp>
      <p:sp>
        <p:nvSpPr>
          <p:cNvPr name="TextBox 39" id="39"/>
          <p:cNvSpPr txBox="true"/>
          <p:nvPr/>
        </p:nvSpPr>
        <p:spPr>
          <a:xfrm rot="0">
            <a:off x="5013112" y="6208433"/>
            <a:ext cx="1296095" cy="325507"/>
          </a:xfrm>
          <a:prstGeom prst="rect">
            <a:avLst/>
          </a:prstGeom>
        </p:spPr>
        <p:txBody>
          <a:bodyPr anchor="t" rtlCol="false" tIns="0" lIns="0" bIns="0" rIns="0">
            <a:spAutoFit/>
          </a:bodyPr>
          <a:lstStyle/>
          <a:p>
            <a:pPr algn="l">
              <a:lnSpc>
                <a:spcPts val="2450"/>
              </a:lnSpc>
            </a:pPr>
            <a:r>
              <a:rPr lang="en-US" sz="1750">
                <a:solidFill>
                  <a:srgbClr val="000000"/>
                </a:solidFill>
                <a:latin typeface="Poppins"/>
                <a:ea typeface="Poppins"/>
                <a:cs typeface="Poppins"/>
                <a:sym typeface="Poppins"/>
              </a:rPr>
              <a:t>Grade: 304 </a:t>
            </a:r>
          </a:p>
        </p:txBody>
      </p:sp>
      <p:sp>
        <p:nvSpPr>
          <p:cNvPr name="TextBox 40" id="40"/>
          <p:cNvSpPr txBox="true"/>
          <p:nvPr/>
        </p:nvSpPr>
        <p:spPr>
          <a:xfrm rot="0">
            <a:off x="2995927" y="857498"/>
            <a:ext cx="1602105"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BOLTS / SCREWS</a:t>
            </a:r>
          </a:p>
        </p:txBody>
      </p:sp>
      <p:sp>
        <p:nvSpPr>
          <p:cNvPr name="TextBox 41" id="41"/>
          <p:cNvSpPr txBox="true"/>
          <p:nvPr/>
        </p:nvSpPr>
        <p:spPr>
          <a:xfrm rot="0">
            <a:off x="742045" y="7008400"/>
            <a:ext cx="2297144"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COPPER WELD STUD</a:t>
            </a:r>
          </a:p>
        </p:txBody>
      </p:sp>
      <p:sp>
        <p:nvSpPr>
          <p:cNvPr name="TextBox 42" id="42"/>
          <p:cNvSpPr txBox="true"/>
          <p:nvPr/>
        </p:nvSpPr>
        <p:spPr>
          <a:xfrm rot="0">
            <a:off x="287198" y="4203478"/>
            <a:ext cx="3229004"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PAN HEAD MACHINE SCREW</a:t>
            </a:r>
          </a:p>
        </p:txBody>
      </p:sp>
      <p:sp>
        <p:nvSpPr>
          <p:cNvPr name="TextBox 43" id="43"/>
          <p:cNvSpPr txBox="true"/>
          <p:nvPr/>
        </p:nvSpPr>
        <p:spPr>
          <a:xfrm rot="0">
            <a:off x="5002778" y="4184856"/>
            <a:ext cx="1317222"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WELD STUD</a:t>
            </a:r>
          </a:p>
        </p:txBody>
      </p:sp>
      <p:sp>
        <p:nvSpPr>
          <p:cNvPr name="TextBox 44" id="44"/>
          <p:cNvSpPr txBox="true"/>
          <p:nvPr/>
        </p:nvSpPr>
        <p:spPr>
          <a:xfrm rot="0">
            <a:off x="7096201" y="10145220"/>
            <a:ext cx="38138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31</a:t>
            </a:r>
          </a:p>
        </p:txBody>
      </p:sp>
      <p:sp>
        <p:nvSpPr>
          <p:cNvPr name="TextBox 45" id="45"/>
          <p:cNvSpPr txBox="true"/>
          <p:nvPr/>
        </p:nvSpPr>
        <p:spPr>
          <a:xfrm rot="0">
            <a:off x="1454306" y="1403909"/>
            <a:ext cx="84437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U BOLT</a:t>
            </a:r>
          </a:p>
        </p:txBody>
      </p:sp>
      <p:sp>
        <p:nvSpPr>
          <p:cNvPr name="TextBox 46" id="46"/>
          <p:cNvSpPr txBox="true"/>
          <p:nvPr/>
        </p:nvSpPr>
        <p:spPr>
          <a:xfrm rot="0">
            <a:off x="4101360" y="1403909"/>
            <a:ext cx="313595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CSK MACHINE SCREW PIN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131097"/>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782" y="6959737"/>
            <a:ext cx="3564903" cy="2737828"/>
          </a:xfrm>
          <a:custGeom>
            <a:avLst/>
            <a:gdLst/>
            <a:ahLst/>
            <a:cxnLst/>
            <a:rect r="r" b="b" t="t" l="l"/>
            <a:pathLst>
              <a:path h="2737828" w="3564903">
                <a:moveTo>
                  <a:pt x="0" y="0"/>
                </a:moveTo>
                <a:lnTo>
                  <a:pt x="3564903" y="0"/>
                </a:lnTo>
                <a:lnTo>
                  <a:pt x="3564903" y="2737827"/>
                </a:lnTo>
                <a:lnTo>
                  <a:pt x="0" y="27378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56225" y="4125058"/>
            <a:ext cx="3564903" cy="2766422"/>
          </a:xfrm>
          <a:custGeom>
            <a:avLst/>
            <a:gdLst/>
            <a:ahLst/>
            <a:cxnLst/>
            <a:rect r="r" b="b" t="t" l="l"/>
            <a:pathLst>
              <a:path h="2766422" w="3564903">
                <a:moveTo>
                  <a:pt x="0" y="0"/>
                </a:moveTo>
                <a:lnTo>
                  <a:pt x="3564903" y="0"/>
                </a:lnTo>
                <a:lnTo>
                  <a:pt x="3564903" y="2766422"/>
                </a:lnTo>
                <a:lnTo>
                  <a:pt x="0" y="27664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11" y="108728"/>
            <a:ext cx="7335260" cy="3918528"/>
          </a:xfrm>
          <a:custGeom>
            <a:avLst/>
            <a:gdLst/>
            <a:ahLst/>
            <a:cxnLst/>
            <a:rect r="r" b="b" t="t" l="l"/>
            <a:pathLst>
              <a:path h="3918528" w="7335260">
                <a:moveTo>
                  <a:pt x="0" y="0"/>
                </a:moveTo>
                <a:lnTo>
                  <a:pt x="7335259" y="0"/>
                </a:lnTo>
                <a:lnTo>
                  <a:pt x="7335259" y="3918528"/>
                </a:lnTo>
                <a:lnTo>
                  <a:pt x="0" y="39185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56225" y="6954336"/>
            <a:ext cx="3772405" cy="3807647"/>
          </a:xfrm>
          <a:custGeom>
            <a:avLst/>
            <a:gdLst/>
            <a:ahLst/>
            <a:cxnLst/>
            <a:rect r="r" b="b" t="t" l="l"/>
            <a:pathLst>
              <a:path h="3807647" w="3772405">
                <a:moveTo>
                  <a:pt x="0" y="0"/>
                </a:moveTo>
                <a:lnTo>
                  <a:pt x="3772405" y="0"/>
                </a:lnTo>
                <a:lnTo>
                  <a:pt x="3772405" y="3807647"/>
                </a:lnTo>
                <a:lnTo>
                  <a:pt x="0" y="38076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774649" y="1790624"/>
            <a:ext cx="2124875" cy="1772317"/>
            <a:chOff x="0" y="0"/>
            <a:chExt cx="2833167" cy="2363089"/>
          </a:xfrm>
        </p:grpSpPr>
        <p:sp>
          <p:nvSpPr>
            <p:cNvPr name="Freeform 10" id="10"/>
            <p:cNvSpPr/>
            <p:nvPr/>
          </p:nvSpPr>
          <p:spPr>
            <a:xfrm flipH="false" flipV="false" rot="0">
              <a:off x="0" y="0"/>
              <a:ext cx="2833116" cy="2363089"/>
            </a:xfrm>
            <a:custGeom>
              <a:avLst/>
              <a:gdLst/>
              <a:ahLst/>
              <a:cxnLst/>
              <a:rect r="r" b="b" t="t" l="l"/>
              <a:pathLst>
                <a:path h="2363089" w="2833116">
                  <a:moveTo>
                    <a:pt x="0" y="0"/>
                  </a:moveTo>
                  <a:lnTo>
                    <a:pt x="2833116" y="0"/>
                  </a:lnTo>
                  <a:lnTo>
                    <a:pt x="2833116" y="2363089"/>
                  </a:lnTo>
                  <a:lnTo>
                    <a:pt x="0" y="2363089"/>
                  </a:lnTo>
                  <a:lnTo>
                    <a:pt x="0" y="0"/>
                  </a:lnTo>
                  <a:close/>
                </a:path>
              </a:pathLst>
            </a:custGeom>
            <a:blipFill>
              <a:blip r:embed="rId13"/>
              <a:stretch>
                <a:fillRect l="0" t="-14166" r="-1" b="-5726"/>
              </a:stretch>
            </a:blipFill>
          </p:spPr>
        </p:sp>
      </p:grpSp>
      <p:grpSp>
        <p:nvGrpSpPr>
          <p:cNvPr name="Group 11" id="11"/>
          <p:cNvGrpSpPr/>
          <p:nvPr/>
        </p:nvGrpSpPr>
        <p:grpSpPr>
          <a:xfrm rot="0">
            <a:off x="4591783" y="1872672"/>
            <a:ext cx="2029587" cy="1610335"/>
            <a:chOff x="0" y="0"/>
            <a:chExt cx="2706116" cy="2147113"/>
          </a:xfrm>
        </p:grpSpPr>
        <p:sp>
          <p:nvSpPr>
            <p:cNvPr name="Freeform 12" id="12"/>
            <p:cNvSpPr/>
            <p:nvPr/>
          </p:nvSpPr>
          <p:spPr>
            <a:xfrm flipH="false" flipV="false" rot="0">
              <a:off x="0" y="0"/>
              <a:ext cx="2706116" cy="2147062"/>
            </a:xfrm>
            <a:custGeom>
              <a:avLst/>
              <a:gdLst/>
              <a:ahLst/>
              <a:cxnLst/>
              <a:rect r="r" b="b" t="t" l="l"/>
              <a:pathLst>
                <a:path h="2147062" w="2706116">
                  <a:moveTo>
                    <a:pt x="0" y="0"/>
                  </a:moveTo>
                  <a:lnTo>
                    <a:pt x="2706116" y="0"/>
                  </a:lnTo>
                  <a:lnTo>
                    <a:pt x="2706116" y="2147062"/>
                  </a:lnTo>
                  <a:lnTo>
                    <a:pt x="0" y="2147062"/>
                  </a:lnTo>
                  <a:lnTo>
                    <a:pt x="0" y="0"/>
                  </a:lnTo>
                  <a:close/>
                </a:path>
              </a:pathLst>
            </a:custGeom>
            <a:blipFill>
              <a:blip r:embed="rId14"/>
              <a:stretch>
                <a:fillRect l="0" t="-208" r="0" b="-322"/>
              </a:stretch>
            </a:blipFill>
          </p:spPr>
        </p:sp>
      </p:grpSp>
      <p:grpSp>
        <p:nvGrpSpPr>
          <p:cNvPr name="Group 13" id="13"/>
          <p:cNvGrpSpPr/>
          <p:nvPr/>
        </p:nvGrpSpPr>
        <p:grpSpPr>
          <a:xfrm rot="0">
            <a:off x="1112025" y="4785027"/>
            <a:ext cx="1448343" cy="1448343"/>
            <a:chOff x="0" y="0"/>
            <a:chExt cx="1931124" cy="1931124"/>
          </a:xfrm>
        </p:grpSpPr>
        <p:sp>
          <p:nvSpPr>
            <p:cNvPr name="Freeform 14" id="14"/>
            <p:cNvSpPr/>
            <p:nvPr/>
          </p:nvSpPr>
          <p:spPr>
            <a:xfrm flipH="false" flipV="false" rot="0">
              <a:off x="0" y="0"/>
              <a:ext cx="1931162" cy="1931162"/>
            </a:xfrm>
            <a:custGeom>
              <a:avLst/>
              <a:gdLst/>
              <a:ahLst/>
              <a:cxnLst/>
              <a:rect r="r" b="b" t="t" l="l"/>
              <a:pathLst>
                <a:path h="1931162" w="1931162">
                  <a:moveTo>
                    <a:pt x="0" y="0"/>
                  </a:moveTo>
                  <a:lnTo>
                    <a:pt x="1931162" y="0"/>
                  </a:lnTo>
                  <a:lnTo>
                    <a:pt x="1931162" y="1931162"/>
                  </a:lnTo>
                  <a:lnTo>
                    <a:pt x="0" y="1931162"/>
                  </a:lnTo>
                  <a:lnTo>
                    <a:pt x="0" y="0"/>
                  </a:lnTo>
                  <a:close/>
                </a:path>
              </a:pathLst>
            </a:custGeom>
            <a:blipFill>
              <a:blip r:embed="rId15"/>
              <a:stretch>
                <a:fillRect l="0" t="0" r="1" b="1"/>
              </a:stretch>
            </a:blipFill>
          </p:spPr>
        </p:sp>
      </p:grpSp>
      <p:grpSp>
        <p:nvGrpSpPr>
          <p:cNvPr name="Group 15" id="15"/>
          <p:cNvGrpSpPr/>
          <p:nvPr/>
        </p:nvGrpSpPr>
        <p:grpSpPr>
          <a:xfrm rot="0">
            <a:off x="774649" y="7595159"/>
            <a:ext cx="2058172" cy="1467402"/>
            <a:chOff x="0" y="0"/>
            <a:chExt cx="2744229" cy="1956537"/>
          </a:xfrm>
        </p:grpSpPr>
        <p:sp>
          <p:nvSpPr>
            <p:cNvPr name="Freeform 16" id="16"/>
            <p:cNvSpPr/>
            <p:nvPr/>
          </p:nvSpPr>
          <p:spPr>
            <a:xfrm flipH="false" flipV="false" rot="0">
              <a:off x="0" y="0"/>
              <a:ext cx="2744216" cy="1956562"/>
            </a:xfrm>
            <a:custGeom>
              <a:avLst/>
              <a:gdLst/>
              <a:ahLst/>
              <a:cxnLst/>
              <a:rect r="r" b="b" t="t" l="l"/>
              <a:pathLst>
                <a:path h="1956562" w="2744216">
                  <a:moveTo>
                    <a:pt x="0" y="0"/>
                  </a:moveTo>
                  <a:lnTo>
                    <a:pt x="2744216" y="0"/>
                  </a:lnTo>
                  <a:lnTo>
                    <a:pt x="2744216" y="1956562"/>
                  </a:lnTo>
                  <a:lnTo>
                    <a:pt x="0" y="1956562"/>
                  </a:lnTo>
                  <a:lnTo>
                    <a:pt x="0" y="0"/>
                  </a:lnTo>
                  <a:close/>
                </a:path>
              </a:pathLst>
            </a:custGeom>
            <a:blipFill>
              <a:blip r:embed="rId16"/>
              <a:stretch>
                <a:fillRect l="0" t="-212" r="0" b="1"/>
              </a:stretch>
            </a:blipFill>
          </p:spPr>
        </p:sp>
      </p:grpSp>
      <p:grpSp>
        <p:nvGrpSpPr>
          <p:cNvPr name="Group 17" id="17"/>
          <p:cNvGrpSpPr/>
          <p:nvPr/>
        </p:nvGrpSpPr>
        <p:grpSpPr>
          <a:xfrm rot="0">
            <a:off x="4625854" y="7536304"/>
            <a:ext cx="2134400" cy="1600800"/>
            <a:chOff x="0" y="0"/>
            <a:chExt cx="2845867" cy="2134400"/>
          </a:xfrm>
        </p:grpSpPr>
        <p:sp>
          <p:nvSpPr>
            <p:cNvPr name="Freeform 18" id="18"/>
            <p:cNvSpPr/>
            <p:nvPr/>
          </p:nvSpPr>
          <p:spPr>
            <a:xfrm flipH="false" flipV="false" rot="0">
              <a:off x="0" y="0"/>
              <a:ext cx="2845816" cy="2134362"/>
            </a:xfrm>
            <a:custGeom>
              <a:avLst/>
              <a:gdLst/>
              <a:ahLst/>
              <a:cxnLst/>
              <a:rect r="r" b="b" t="t" l="l"/>
              <a:pathLst>
                <a:path h="2134362" w="2845816">
                  <a:moveTo>
                    <a:pt x="0" y="0"/>
                  </a:moveTo>
                  <a:lnTo>
                    <a:pt x="2845816" y="0"/>
                  </a:lnTo>
                  <a:lnTo>
                    <a:pt x="2845816" y="2134362"/>
                  </a:lnTo>
                  <a:lnTo>
                    <a:pt x="0" y="2134362"/>
                  </a:lnTo>
                  <a:lnTo>
                    <a:pt x="0" y="0"/>
                  </a:lnTo>
                  <a:close/>
                </a:path>
              </a:pathLst>
            </a:custGeom>
            <a:blipFill>
              <a:blip r:embed="rId17"/>
              <a:stretch>
                <a:fillRect l="0" t="0" r="-1" b="-1"/>
              </a:stretch>
            </a:blipFill>
          </p:spPr>
        </p:sp>
      </p:grpSp>
      <p:grpSp>
        <p:nvGrpSpPr>
          <p:cNvPr name="Group 19" id="19"/>
          <p:cNvGrpSpPr/>
          <p:nvPr/>
        </p:nvGrpSpPr>
        <p:grpSpPr>
          <a:xfrm rot="0">
            <a:off x="5113658" y="4752442"/>
            <a:ext cx="1162488" cy="1638919"/>
            <a:chOff x="0" y="0"/>
            <a:chExt cx="1549984" cy="2185226"/>
          </a:xfrm>
        </p:grpSpPr>
        <p:sp>
          <p:nvSpPr>
            <p:cNvPr name="Freeform 20" id="20"/>
            <p:cNvSpPr/>
            <p:nvPr/>
          </p:nvSpPr>
          <p:spPr>
            <a:xfrm flipH="false" flipV="false" rot="0">
              <a:off x="0" y="0"/>
              <a:ext cx="1550035" cy="2185162"/>
            </a:xfrm>
            <a:custGeom>
              <a:avLst/>
              <a:gdLst/>
              <a:ahLst/>
              <a:cxnLst/>
              <a:rect r="r" b="b" t="t" l="l"/>
              <a:pathLst>
                <a:path h="2185162" w="1550035">
                  <a:moveTo>
                    <a:pt x="0" y="0"/>
                  </a:moveTo>
                  <a:lnTo>
                    <a:pt x="1550035" y="0"/>
                  </a:lnTo>
                  <a:lnTo>
                    <a:pt x="1550035" y="2185162"/>
                  </a:lnTo>
                  <a:lnTo>
                    <a:pt x="0" y="2185162"/>
                  </a:lnTo>
                  <a:lnTo>
                    <a:pt x="0" y="0"/>
                  </a:lnTo>
                  <a:close/>
                </a:path>
              </a:pathLst>
            </a:custGeom>
            <a:blipFill>
              <a:blip r:embed="rId18"/>
              <a:stretch>
                <a:fillRect l="-55" t="0" r="-268" b="-49"/>
              </a:stretch>
            </a:blipFill>
          </p:spPr>
        </p:sp>
      </p:grpSp>
      <p:grpSp>
        <p:nvGrpSpPr>
          <p:cNvPr name="Group 21" id="21"/>
          <p:cNvGrpSpPr/>
          <p:nvPr/>
        </p:nvGrpSpPr>
        <p:grpSpPr>
          <a:xfrm rot="0">
            <a:off x="149219" y="1759706"/>
            <a:ext cx="3023997" cy="60484"/>
            <a:chOff x="0" y="0"/>
            <a:chExt cx="3023997" cy="60477"/>
          </a:xfrm>
        </p:grpSpPr>
        <p:sp>
          <p:nvSpPr>
            <p:cNvPr name="Freeform 22" id="2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3" id="23"/>
          <p:cNvGrpSpPr/>
          <p:nvPr/>
        </p:nvGrpSpPr>
        <p:grpSpPr>
          <a:xfrm rot="0">
            <a:off x="149219" y="4642542"/>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745560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7" id="27"/>
          <p:cNvSpPr/>
          <p:nvPr/>
        </p:nvSpPr>
        <p:spPr>
          <a:xfrm flipH="false" flipV="false" rot="0">
            <a:off x="-66551" y="-63503"/>
            <a:ext cx="7695181" cy="1395108"/>
          </a:xfrm>
          <a:custGeom>
            <a:avLst/>
            <a:gdLst/>
            <a:ahLst/>
            <a:cxnLst/>
            <a:rect r="r" b="b" t="t" l="l"/>
            <a:pathLst>
              <a:path h="1395108" w="7695181">
                <a:moveTo>
                  <a:pt x="0" y="0"/>
                </a:moveTo>
                <a:lnTo>
                  <a:pt x="7695181" y="0"/>
                </a:lnTo>
                <a:lnTo>
                  <a:pt x="7695181" y="1395108"/>
                </a:lnTo>
                <a:lnTo>
                  <a:pt x="0" y="139510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3928043" y="1759706"/>
            <a:ext cx="3023997" cy="60484"/>
            <a:chOff x="0" y="0"/>
            <a:chExt cx="3023997" cy="60477"/>
          </a:xfrm>
        </p:grpSpPr>
        <p:sp>
          <p:nvSpPr>
            <p:cNvPr name="Freeform 29" id="2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0" id="30"/>
          <p:cNvGrpSpPr/>
          <p:nvPr/>
        </p:nvGrpSpPr>
        <p:grpSpPr>
          <a:xfrm rot="0">
            <a:off x="3928043" y="4642542"/>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7425357"/>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63503" y="9484871"/>
            <a:ext cx="7689847" cy="1277112"/>
            <a:chOff x="0" y="0"/>
            <a:chExt cx="7689850" cy="1277112"/>
          </a:xfrm>
        </p:grpSpPr>
        <p:sp>
          <p:nvSpPr>
            <p:cNvPr name="Freeform 35" id="35"/>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6" id="36"/>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7" id="37"/>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8" id="38"/>
          <p:cNvSpPr txBox="true"/>
          <p:nvPr/>
        </p:nvSpPr>
        <p:spPr>
          <a:xfrm rot="0">
            <a:off x="3409159" y="754085"/>
            <a:ext cx="759085"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NUTS</a:t>
            </a:r>
          </a:p>
        </p:txBody>
      </p:sp>
      <p:sp>
        <p:nvSpPr>
          <p:cNvPr name="TextBox 39" id="39"/>
          <p:cNvSpPr txBox="true"/>
          <p:nvPr/>
        </p:nvSpPr>
        <p:spPr>
          <a:xfrm rot="0">
            <a:off x="1090374" y="9151068"/>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0" id="40"/>
          <p:cNvSpPr txBox="true"/>
          <p:nvPr/>
        </p:nvSpPr>
        <p:spPr>
          <a:xfrm rot="0">
            <a:off x="854097" y="6370101"/>
            <a:ext cx="206880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a:t>
            </a:r>
          </a:p>
        </p:txBody>
      </p:sp>
      <p:sp>
        <p:nvSpPr>
          <p:cNvPr name="TextBox 41" id="41"/>
          <p:cNvSpPr txBox="true"/>
          <p:nvPr/>
        </p:nvSpPr>
        <p:spPr>
          <a:xfrm rot="0">
            <a:off x="395087" y="3499837"/>
            <a:ext cx="300507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10.9, 2H, 304, 316 </a:t>
            </a:r>
          </a:p>
        </p:txBody>
      </p:sp>
      <p:sp>
        <p:nvSpPr>
          <p:cNvPr name="TextBox 42" id="42"/>
          <p:cNvSpPr txBox="true"/>
          <p:nvPr/>
        </p:nvSpPr>
        <p:spPr>
          <a:xfrm rot="0">
            <a:off x="4860846" y="9107605"/>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3" id="43"/>
          <p:cNvSpPr txBox="true"/>
          <p:nvPr/>
        </p:nvSpPr>
        <p:spPr>
          <a:xfrm rot="0">
            <a:off x="4595679" y="6345031"/>
            <a:ext cx="212761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 </a:t>
            </a:r>
          </a:p>
        </p:txBody>
      </p:sp>
      <p:sp>
        <p:nvSpPr>
          <p:cNvPr name="TextBox 44" id="44"/>
          <p:cNvSpPr txBox="true"/>
          <p:nvPr/>
        </p:nvSpPr>
        <p:spPr>
          <a:xfrm rot="0">
            <a:off x="4624568" y="3478282"/>
            <a:ext cx="206880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a:t>
            </a:r>
          </a:p>
        </p:txBody>
      </p:sp>
      <p:sp>
        <p:nvSpPr>
          <p:cNvPr name="TextBox 45" id="45"/>
          <p:cNvSpPr txBox="true"/>
          <p:nvPr/>
        </p:nvSpPr>
        <p:spPr>
          <a:xfrm rot="0">
            <a:off x="1226649" y="7118471"/>
            <a:ext cx="124611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CAGE NUT</a:t>
            </a:r>
          </a:p>
        </p:txBody>
      </p:sp>
      <p:sp>
        <p:nvSpPr>
          <p:cNvPr name="TextBox 46" id="46"/>
          <p:cNvSpPr txBox="true"/>
          <p:nvPr/>
        </p:nvSpPr>
        <p:spPr>
          <a:xfrm rot="0">
            <a:off x="746760" y="1420425"/>
            <a:ext cx="219633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HEX NUT - DIN934</a:t>
            </a:r>
          </a:p>
        </p:txBody>
      </p:sp>
      <p:sp>
        <p:nvSpPr>
          <p:cNvPr name="TextBox 47" id="47"/>
          <p:cNvSpPr txBox="true"/>
          <p:nvPr/>
        </p:nvSpPr>
        <p:spPr>
          <a:xfrm rot="0">
            <a:off x="656244" y="4285297"/>
            <a:ext cx="238120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LOCK NUT - DIN985</a:t>
            </a:r>
          </a:p>
        </p:txBody>
      </p:sp>
      <p:sp>
        <p:nvSpPr>
          <p:cNvPr name="TextBox 48" id="48"/>
          <p:cNvSpPr txBox="true"/>
          <p:nvPr/>
        </p:nvSpPr>
        <p:spPr>
          <a:xfrm rot="0">
            <a:off x="4882620" y="4285297"/>
            <a:ext cx="146717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SPRING NUT</a:t>
            </a:r>
          </a:p>
        </p:txBody>
      </p:sp>
      <p:sp>
        <p:nvSpPr>
          <p:cNvPr name="TextBox 49" id="49"/>
          <p:cNvSpPr txBox="true"/>
          <p:nvPr/>
        </p:nvSpPr>
        <p:spPr>
          <a:xfrm rot="0">
            <a:off x="4583668" y="7118471"/>
            <a:ext cx="226427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PAL NUT - DIN7967</a:t>
            </a:r>
          </a:p>
        </p:txBody>
      </p:sp>
      <p:sp>
        <p:nvSpPr>
          <p:cNvPr name="TextBox 50" id="50"/>
          <p:cNvSpPr txBox="true"/>
          <p:nvPr/>
        </p:nvSpPr>
        <p:spPr>
          <a:xfrm rot="0">
            <a:off x="4211298" y="1403909"/>
            <a:ext cx="2847937"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HEX CAP NUT - DIN1587</a:t>
            </a:r>
          </a:p>
        </p:txBody>
      </p:sp>
      <p:sp>
        <p:nvSpPr>
          <p:cNvPr name="TextBox 51" id="51"/>
          <p:cNvSpPr txBox="true"/>
          <p:nvPr/>
        </p:nvSpPr>
        <p:spPr>
          <a:xfrm rot="0">
            <a:off x="7059016" y="10145220"/>
            <a:ext cx="45719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32</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149276" y="1820875"/>
            <a:ext cx="1819961" cy="1715148"/>
            <a:chOff x="0" y="0"/>
            <a:chExt cx="2426614" cy="2286864"/>
          </a:xfrm>
        </p:grpSpPr>
        <p:sp>
          <p:nvSpPr>
            <p:cNvPr name="Freeform 10" id="10"/>
            <p:cNvSpPr/>
            <p:nvPr/>
          </p:nvSpPr>
          <p:spPr>
            <a:xfrm flipH="false" flipV="false" rot="0">
              <a:off x="0" y="0"/>
              <a:ext cx="2426589" cy="2286889"/>
            </a:xfrm>
            <a:custGeom>
              <a:avLst/>
              <a:gdLst/>
              <a:ahLst/>
              <a:cxnLst/>
              <a:rect r="r" b="b" t="t" l="l"/>
              <a:pathLst>
                <a:path h="2286889" w="2426589">
                  <a:moveTo>
                    <a:pt x="0" y="0"/>
                  </a:moveTo>
                  <a:lnTo>
                    <a:pt x="2426589" y="0"/>
                  </a:lnTo>
                  <a:lnTo>
                    <a:pt x="2426589" y="2286889"/>
                  </a:lnTo>
                  <a:lnTo>
                    <a:pt x="0" y="2286889"/>
                  </a:lnTo>
                  <a:lnTo>
                    <a:pt x="0" y="0"/>
                  </a:lnTo>
                  <a:close/>
                </a:path>
              </a:pathLst>
            </a:custGeom>
            <a:blipFill>
              <a:blip r:embed="rId13"/>
              <a:stretch>
                <a:fillRect l="-31490" t="0" r="-36573" b="-3886"/>
              </a:stretch>
            </a:blipFill>
          </p:spPr>
        </p:sp>
      </p:grpSp>
      <p:grpSp>
        <p:nvGrpSpPr>
          <p:cNvPr name="Group 11" id="11"/>
          <p:cNvGrpSpPr/>
          <p:nvPr/>
        </p:nvGrpSpPr>
        <p:grpSpPr>
          <a:xfrm rot="0">
            <a:off x="4215384" y="2140487"/>
            <a:ext cx="2849051" cy="971912"/>
            <a:chOff x="0" y="0"/>
            <a:chExt cx="3798735" cy="1295883"/>
          </a:xfrm>
        </p:grpSpPr>
        <p:sp>
          <p:nvSpPr>
            <p:cNvPr name="Freeform 12" id="12"/>
            <p:cNvSpPr/>
            <p:nvPr/>
          </p:nvSpPr>
          <p:spPr>
            <a:xfrm flipH="false" flipV="false" rot="0">
              <a:off x="0" y="0"/>
              <a:ext cx="3798697" cy="1295908"/>
            </a:xfrm>
            <a:custGeom>
              <a:avLst/>
              <a:gdLst/>
              <a:ahLst/>
              <a:cxnLst/>
              <a:rect r="r" b="b" t="t" l="l"/>
              <a:pathLst>
                <a:path h="1295908" w="3798697">
                  <a:moveTo>
                    <a:pt x="0" y="0"/>
                  </a:moveTo>
                  <a:lnTo>
                    <a:pt x="3798697" y="0"/>
                  </a:lnTo>
                  <a:lnTo>
                    <a:pt x="3798697" y="1295908"/>
                  </a:lnTo>
                  <a:lnTo>
                    <a:pt x="0" y="1295908"/>
                  </a:lnTo>
                  <a:lnTo>
                    <a:pt x="0" y="0"/>
                  </a:lnTo>
                  <a:close/>
                </a:path>
              </a:pathLst>
            </a:custGeom>
            <a:blipFill>
              <a:blip r:embed="rId14"/>
              <a:stretch>
                <a:fillRect l="0" t="-755" r="-1" b="-99"/>
              </a:stretch>
            </a:blipFill>
          </p:spPr>
        </p:sp>
      </p:grpSp>
      <p:grpSp>
        <p:nvGrpSpPr>
          <p:cNvPr name="Group 13" id="13"/>
          <p:cNvGrpSpPr/>
          <p:nvPr/>
        </p:nvGrpSpPr>
        <p:grpSpPr>
          <a:xfrm rot="0">
            <a:off x="376428" y="4745279"/>
            <a:ext cx="2982449" cy="1457877"/>
            <a:chOff x="0" y="0"/>
            <a:chExt cx="3976599" cy="1943837"/>
          </a:xfrm>
        </p:grpSpPr>
        <p:sp>
          <p:nvSpPr>
            <p:cNvPr name="Freeform 14" id="14"/>
            <p:cNvSpPr/>
            <p:nvPr/>
          </p:nvSpPr>
          <p:spPr>
            <a:xfrm flipH="false" flipV="false" rot="0">
              <a:off x="0" y="0"/>
              <a:ext cx="3976624" cy="1943862"/>
            </a:xfrm>
            <a:custGeom>
              <a:avLst/>
              <a:gdLst/>
              <a:ahLst/>
              <a:cxnLst/>
              <a:rect r="r" b="b" t="t" l="l"/>
              <a:pathLst>
                <a:path h="1943862" w="3976624">
                  <a:moveTo>
                    <a:pt x="0" y="0"/>
                  </a:moveTo>
                  <a:lnTo>
                    <a:pt x="3976624" y="0"/>
                  </a:lnTo>
                  <a:lnTo>
                    <a:pt x="3976624" y="1943862"/>
                  </a:lnTo>
                  <a:lnTo>
                    <a:pt x="0" y="1943862"/>
                  </a:lnTo>
                  <a:lnTo>
                    <a:pt x="0" y="0"/>
                  </a:lnTo>
                  <a:close/>
                </a:path>
              </a:pathLst>
            </a:custGeom>
            <a:blipFill>
              <a:blip r:embed="rId15"/>
              <a:stretch>
                <a:fillRect l="-9398" t="-43708" r="-10409" b="-40602"/>
              </a:stretch>
            </a:blipFill>
          </p:spPr>
        </p:sp>
      </p:grpSp>
      <p:grpSp>
        <p:nvGrpSpPr>
          <p:cNvPr name="Group 15" id="15"/>
          <p:cNvGrpSpPr/>
          <p:nvPr/>
        </p:nvGrpSpPr>
        <p:grpSpPr>
          <a:xfrm rot="0">
            <a:off x="4648448" y="4621416"/>
            <a:ext cx="2143935" cy="1600800"/>
            <a:chOff x="0" y="0"/>
            <a:chExt cx="2858580" cy="2134400"/>
          </a:xfrm>
        </p:grpSpPr>
        <p:sp>
          <p:nvSpPr>
            <p:cNvPr name="Freeform 16" id="16"/>
            <p:cNvSpPr/>
            <p:nvPr/>
          </p:nvSpPr>
          <p:spPr>
            <a:xfrm flipH="false" flipV="false" rot="0">
              <a:off x="0" y="0"/>
              <a:ext cx="2858516" cy="2134362"/>
            </a:xfrm>
            <a:custGeom>
              <a:avLst/>
              <a:gdLst/>
              <a:ahLst/>
              <a:cxnLst/>
              <a:rect r="r" b="b" t="t" l="l"/>
              <a:pathLst>
                <a:path h="2134362" w="2858516">
                  <a:moveTo>
                    <a:pt x="0" y="0"/>
                  </a:moveTo>
                  <a:lnTo>
                    <a:pt x="2858516" y="0"/>
                  </a:lnTo>
                  <a:lnTo>
                    <a:pt x="2858516" y="2134362"/>
                  </a:lnTo>
                  <a:lnTo>
                    <a:pt x="0" y="2134362"/>
                  </a:lnTo>
                  <a:lnTo>
                    <a:pt x="0" y="0"/>
                  </a:lnTo>
                  <a:close/>
                </a:path>
              </a:pathLst>
            </a:custGeom>
            <a:blipFill>
              <a:blip r:embed="rId16"/>
              <a:stretch>
                <a:fillRect l="0" t="0" r="-2" b="-1"/>
              </a:stretch>
            </a:blipFill>
          </p:spPr>
        </p:sp>
      </p:grpSp>
      <p:grpSp>
        <p:nvGrpSpPr>
          <p:cNvPr name="Group 17" id="17"/>
          <p:cNvGrpSpPr/>
          <p:nvPr/>
        </p:nvGrpSpPr>
        <p:grpSpPr>
          <a:xfrm rot="0">
            <a:off x="600732" y="7486745"/>
            <a:ext cx="2134400" cy="1600800"/>
            <a:chOff x="0" y="0"/>
            <a:chExt cx="2845867" cy="2134400"/>
          </a:xfrm>
        </p:grpSpPr>
        <p:sp>
          <p:nvSpPr>
            <p:cNvPr name="Freeform 18" id="18"/>
            <p:cNvSpPr/>
            <p:nvPr/>
          </p:nvSpPr>
          <p:spPr>
            <a:xfrm flipH="false" flipV="false" rot="0">
              <a:off x="0" y="0"/>
              <a:ext cx="2845816" cy="2134362"/>
            </a:xfrm>
            <a:custGeom>
              <a:avLst/>
              <a:gdLst/>
              <a:ahLst/>
              <a:cxnLst/>
              <a:rect r="r" b="b" t="t" l="l"/>
              <a:pathLst>
                <a:path h="2134362" w="2845816">
                  <a:moveTo>
                    <a:pt x="0" y="0"/>
                  </a:moveTo>
                  <a:lnTo>
                    <a:pt x="2845816" y="0"/>
                  </a:lnTo>
                  <a:lnTo>
                    <a:pt x="2845816" y="2134362"/>
                  </a:lnTo>
                  <a:lnTo>
                    <a:pt x="0" y="2134362"/>
                  </a:lnTo>
                  <a:lnTo>
                    <a:pt x="0" y="0"/>
                  </a:lnTo>
                  <a:close/>
                </a:path>
              </a:pathLst>
            </a:custGeom>
            <a:blipFill>
              <a:blip r:embed="rId17"/>
              <a:stretch>
                <a:fillRect l="0" t="0" r="-1" b="-1"/>
              </a:stretch>
            </a:blipFill>
          </p:spPr>
        </p:sp>
      </p:grpSp>
      <p:grpSp>
        <p:nvGrpSpPr>
          <p:cNvPr name="Group 19" id="19"/>
          <p:cNvGrpSpPr/>
          <p:nvPr/>
        </p:nvGrpSpPr>
        <p:grpSpPr>
          <a:xfrm rot="0">
            <a:off x="0" y="10532631"/>
            <a:ext cx="7086543" cy="165849"/>
            <a:chOff x="0" y="0"/>
            <a:chExt cx="7086536" cy="165849"/>
          </a:xfrm>
        </p:grpSpPr>
        <p:sp>
          <p:nvSpPr>
            <p:cNvPr name="Freeform 20" id="20"/>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grpSp>
        <p:nvGrpSpPr>
          <p:cNvPr name="Group 21" id="21"/>
          <p:cNvGrpSpPr/>
          <p:nvPr/>
        </p:nvGrpSpPr>
        <p:grpSpPr>
          <a:xfrm rot="0">
            <a:off x="1668570" y="1510446"/>
            <a:ext cx="2115350" cy="2229688"/>
            <a:chOff x="0" y="0"/>
            <a:chExt cx="2820467" cy="2972918"/>
          </a:xfrm>
        </p:grpSpPr>
        <p:sp>
          <p:nvSpPr>
            <p:cNvPr name="Freeform 22" id="22"/>
            <p:cNvSpPr/>
            <p:nvPr/>
          </p:nvSpPr>
          <p:spPr>
            <a:xfrm flipH="false" flipV="false" rot="0">
              <a:off x="0" y="0"/>
              <a:ext cx="2820416" cy="2972943"/>
            </a:xfrm>
            <a:custGeom>
              <a:avLst/>
              <a:gdLst/>
              <a:ahLst/>
              <a:cxnLst/>
              <a:rect r="r" b="b" t="t" l="l"/>
              <a:pathLst>
                <a:path h="2972943" w="2820416">
                  <a:moveTo>
                    <a:pt x="0" y="0"/>
                  </a:moveTo>
                  <a:lnTo>
                    <a:pt x="2820416" y="0"/>
                  </a:lnTo>
                  <a:lnTo>
                    <a:pt x="2820416" y="2972943"/>
                  </a:lnTo>
                  <a:lnTo>
                    <a:pt x="0" y="2972943"/>
                  </a:lnTo>
                  <a:lnTo>
                    <a:pt x="0" y="0"/>
                  </a:lnTo>
                  <a:close/>
                </a:path>
              </a:pathLst>
            </a:custGeom>
            <a:blipFill>
              <a:blip r:embed="rId18"/>
              <a:stretch>
                <a:fillRect l="0" t="0" r="-1" b="0"/>
              </a:stretch>
            </a:blipFill>
          </p:spPr>
        </p:sp>
      </p:grpSp>
      <p:grpSp>
        <p:nvGrpSpPr>
          <p:cNvPr name="Group 23" id="23"/>
          <p:cNvGrpSpPr/>
          <p:nvPr/>
        </p:nvGrpSpPr>
        <p:grpSpPr>
          <a:xfrm rot="0">
            <a:off x="4534052" y="7127272"/>
            <a:ext cx="2506018" cy="2506008"/>
            <a:chOff x="0" y="0"/>
            <a:chExt cx="3341357" cy="3341345"/>
          </a:xfrm>
        </p:grpSpPr>
        <p:sp>
          <p:nvSpPr>
            <p:cNvPr name="Freeform 24" id="24"/>
            <p:cNvSpPr/>
            <p:nvPr/>
          </p:nvSpPr>
          <p:spPr>
            <a:xfrm flipH="false" flipV="false" rot="0">
              <a:off x="0" y="0"/>
              <a:ext cx="3341370" cy="3341370"/>
            </a:xfrm>
            <a:custGeom>
              <a:avLst/>
              <a:gdLst/>
              <a:ahLst/>
              <a:cxnLst/>
              <a:rect r="r" b="b" t="t" l="l"/>
              <a:pathLst>
                <a:path h="3341370" w="3341370">
                  <a:moveTo>
                    <a:pt x="0" y="0"/>
                  </a:moveTo>
                  <a:lnTo>
                    <a:pt x="3341370" y="0"/>
                  </a:lnTo>
                  <a:lnTo>
                    <a:pt x="3341370" y="3341370"/>
                  </a:lnTo>
                  <a:lnTo>
                    <a:pt x="0" y="3341370"/>
                  </a:lnTo>
                  <a:lnTo>
                    <a:pt x="0" y="0"/>
                  </a:lnTo>
                  <a:close/>
                </a:path>
              </a:pathLst>
            </a:custGeom>
            <a:blipFill>
              <a:blip r:embed="rId19"/>
              <a:stretch>
                <a:fillRect l="0" t="0" r="0" b="0"/>
              </a:stretch>
            </a:blipFill>
          </p:spPr>
        </p:sp>
      </p:grpSp>
      <p:grpSp>
        <p:nvGrpSpPr>
          <p:cNvPr name="Group 25" id="25"/>
          <p:cNvGrpSpPr/>
          <p:nvPr/>
        </p:nvGrpSpPr>
        <p:grpSpPr>
          <a:xfrm rot="0">
            <a:off x="149219" y="1759706"/>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7" id="27"/>
          <p:cNvGrpSpPr/>
          <p:nvPr/>
        </p:nvGrpSpPr>
        <p:grpSpPr>
          <a:xfrm rot="0">
            <a:off x="149219" y="4559198"/>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7347252"/>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1" id="31"/>
          <p:cNvSpPr/>
          <p:nvPr/>
        </p:nvSpPr>
        <p:spPr>
          <a:xfrm flipH="false" flipV="false" rot="0">
            <a:off x="-66551" y="-63503"/>
            <a:ext cx="7695181" cy="1395108"/>
          </a:xfrm>
          <a:custGeom>
            <a:avLst/>
            <a:gdLst/>
            <a:ahLst/>
            <a:cxnLst/>
            <a:rect r="r" b="b" t="t" l="l"/>
            <a:pathLst>
              <a:path h="1395108" w="7695181">
                <a:moveTo>
                  <a:pt x="0" y="0"/>
                </a:moveTo>
                <a:lnTo>
                  <a:pt x="7695181" y="0"/>
                </a:lnTo>
                <a:lnTo>
                  <a:pt x="7695181" y="1395108"/>
                </a:lnTo>
                <a:lnTo>
                  <a:pt x="0" y="139510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32" id="32"/>
          <p:cNvGrpSpPr/>
          <p:nvPr/>
        </p:nvGrpSpPr>
        <p:grpSpPr>
          <a:xfrm rot="0">
            <a:off x="3928043" y="1759706"/>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3928043" y="4559198"/>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928043" y="7347252"/>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63503" y="9484871"/>
            <a:ext cx="7689847" cy="1275207"/>
            <a:chOff x="0" y="0"/>
            <a:chExt cx="7689850" cy="1275207"/>
          </a:xfrm>
        </p:grpSpPr>
        <p:sp>
          <p:nvSpPr>
            <p:cNvPr name="Freeform 39" id="39"/>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40" id="40"/>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1" id="41"/>
          <p:cNvSpPr txBox="true"/>
          <p:nvPr/>
        </p:nvSpPr>
        <p:spPr>
          <a:xfrm rot="0">
            <a:off x="1119264" y="9061818"/>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2" id="42"/>
          <p:cNvSpPr txBox="true"/>
          <p:nvPr/>
        </p:nvSpPr>
        <p:spPr>
          <a:xfrm rot="0">
            <a:off x="1070877" y="3461728"/>
            <a:ext cx="162641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a:t>
            </a:r>
          </a:p>
        </p:txBody>
      </p:sp>
      <p:sp>
        <p:nvSpPr>
          <p:cNvPr name="TextBox 43" id="43"/>
          <p:cNvSpPr txBox="true"/>
          <p:nvPr/>
        </p:nvSpPr>
        <p:spPr>
          <a:xfrm rot="0">
            <a:off x="873452" y="6271289"/>
            <a:ext cx="2029063"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316 </a:t>
            </a:r>
          </a:p>
        </p:txBody>
      </p:sp>
      <p:sp>
        <p:nvSpPr>
          <p:cNvPr name="TextBox 44" id="44"/>
          <p:cNvSpPr txBox="true"/>
          <p:nvPr/>
        </p:nvSpPr>
        <p:spPr>
          <a:xfrm rot="0">
            <a:off x="4841748" y="9061818"/>
            <a:ext cx="158668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5" id="45"/>
          <p:cNvSpPr txBox="true"/>
          <p:nvPr/>
        </p:nvSpPr>
        <p:spPr>
          <a:xfrm rot="0">
            <a:off x="4870628" y="3461728"/>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6" id="46"/>
          <p:cNvSpPr txBox="true"/>
          <p:nvPr/>
        </p:nvSpPr>
        <p:spPr>
          <a:xfrm rot="0">
            <a:off x="4654001" y="6198908"/>
            <a:ext cx="2028558" cy="325507"/>
          </a:xfrm>
          <a:prstGeom prst="rect">
            <a:avLst/>
          </a:prstGeom>
        </p:spPr>
        <p:txBody>
          <a:bodyPr anchor="t" rtlCol="false" tIns="0" lIns="0" bIns="0" rIns="0">
            <a:spAutoFit/>
          </a:bodyPr>
          <a:lstStyle/>
          <a:p>
            <a:pPr algn="l">
              <a:lnSpc>
                <a:spcPts val="2450"/>
              </a:lnSpc>
            </a:pPr>
            <a:r>
              <a:rPr lang="en-US" sz="1750">
                <a:solidFill>
                  <a:srgbClr val="000000"/>
                </a:solidFill>
                <a:latin typeface="Poppins"/>
                <a:ea typeface="Poppins"/>
                <a:cs typeface="Poppins"/>
                <a:sym typeface="Poppins"/>
              </a:rPr>
              <a:t>Grade: GI, 304, 316</a:t>
            </a:r>
          </a:p>
        </p:txBody>
      </p:sp>
      <p:sp>
        <p:nvSpPr>
          <p:cNvPr name="TextBox 47" id="47"/>
          <p:cNvSpPr txBox="true"/>
          <p:nvPr/>
        </p:nvSpPr>
        <p:spPr>
          <a:xfrm rot="0">
            <a:off x="3527603" y="857498"/>
            <a:ext cx="517646"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NUTS</a:t>
            </a:r>
          </a:p>
        </p:txBody>
      </p:sp>
      <p:sp>
        <p:nvSpPr>
          <p:cNvPr name="TextBox 48" id="48"/>
          <p:cNvSpPr txBox="true"/>
          <p:nvPr/>
        </p:nvSpPr>
        <p:spPr>
          <a:xfrm rot="0">
            <a:off x="1256433" y="7017058"/>
            <a:ext cx="1247842"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RIVET NUT</a:t>
            </a:r>
          </a:p>
        </p:txBody>
      </p:sp>
      <p:sp>
        <p:nvSpPr>
          <p:cNvPr name="TextBox 49" id="49"/>
          <p:cNvSpPr txBox="true"/>
          <p:nvPr/>
        </p:nvSpPr>
        <p:spPr>
          <a:xfrm rot="0">
            <a:off x="1128817" y="1410891"/>
            <a:ext cx="147284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CASTLE NUT</a:t>
            </a:r>
          </a:p>
        </p:txBody>
      </p:sp>
      <p:sp>
        <p:nvSpPr>
          <p:cNvPr name="TextBox 50" id="50"/>
          <p:cNvSpPr txBox="true"/>
          <p:nvPr/>
        </p:nvSpPr>
        <p:spPr>
          <a:xfrm rot="0">
            <a:off x="500634" y="4193515"/>
            <a:ext cx="277729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FLANGE NUT - DIN6923</a:t>
            </a:r>
          </a:p>
        </p:txBody>
      </p:sp>
      <p:sp>
        <p:nvSpPr>
          <p:cNvPr name="TextBox 51" id="51"/>
          <p:cNvSpPr txBox="true"/>
          <p:nvPr/>
        </p:nvSpPr>
        <p:spPr>
          <a:xfrm rot="0">
            <a:off x="4488580" y="1403909"/>
            <a:ext cx="234599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WING NUT - DIN315</a:t>
            </a:r>
          </a:p>
        </p:txBody>
      </p:sp>
      <p:sp>
        <p:nvSpPr>
          <p:cNvPr name="TextBox 52" id="52"/>
          <p:cNvSpPr txBox="true"/>
          <p:nvPr/>
        </p:nvSpPr>
        <p:spPr>
          <a:xfrm rot="0">
            <a:off x="4406189" y="4222871"/>
            <a:ext cx="2534069"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TEETH NUT - DIN1624</a:t>
            </a:r>
          </a:p>
        </p:txBody>
      </p:sp>
      <p:sp>
        <p:nvSpPr>
          <p:cNvPr name="TextBox 53" id="53"/>
          <p:cNvSpPr txBox="true"/>
          <p:nvPr/>
        </p:nvSpPr>
        <p:spPr>
          <a:xfrm rot="0">
            <a:off x="4083872" y="7020563"/>
            <a:ext cx="317165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REDUCED HEAD RIVET NUT</a:t>
            </a:r>
          </a:p>
        </p:txBody>
      </p:sp>
      <p:sp>
        <p:nvSpPr>
          <p:cNvPr name="TextBox 54" id="54"/>
          <p:cNvSpPr txBox="true"/>
          <p:nvPr/>
        </p:nvSpPr>
        <p:spPr>
          <a:xfrm rot="0">
            <a:off x="7052558" y="10145220"/>
            <a:ext cx="47041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33</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6629400" y="9552422"/>
            <a:ext cx="935736" cy="1146058"/>
            <a:chOff x="0" y="0"/>
            <a:chExt cx="935736" cy="1146061"/>
          </a:xfrm>
        </p:grpSpPr>
        <p:sp>
          <p:nvSpPr>
            <p:cNvPr name="Freeform 8" id="8"/>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sp>
        <p:nvSpPr>
          <p:cNvPr name="Freeform 9" id="9"/>
          <p:cNvSpPr/>
          <p:nvPr/>
        </p:nvSpPr>
        <p:spPr>
          <a:xfrm flipH="false" flipV="false" rot="0">
            <a:off x="85839" y="405133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929577" y="4133907"/>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817264" y="1878044"/>
            <a:ext cx="2067706" cy="1591275"/>
            <a:chOff x="0" y="0"/>
            <a:chExt cx="2756941" cy="2121700"/>
          </a:xfrm>
        </p:grpSpPr>
        <p:sp>
          <p:nvSpPr>
            <p:cNvPr name="Freeform 12" id="12"/>
            <p:cNvSpPr/>
            <p:nvPr/>
          </p:nvSpPr>
          <p:spPr>
            <a:xfrm flipH="false" flipV="false" rot="0">
              <a:off x="0" y="0"/>
              <a:ext cx="2756916" cy="2121662"/>
            </a:xfrm>
            <a:custGeom>
              <a:avLst/>
              <a:gdLst/>
              <a:ahLst/>
              <a:cxnLst/>
              <a:rect r="r" b="b" t="t" l="l"/>
              <a:pathLst>
                <a:path h="2121662" w="2756916">
                  <a:moveTo>
                    <a:pt x="0" y="0"/>
                  </a:moveTo>
                  <a:lnTo>
                    <a:pt x="2756916" y="0"/>
                  </a:lnTo>
                  <a:lnTo>
                    <a:pt x="2756916" y="2121662"/>
                  </a:lnTo>
                  <a:lnTo>
                    <a:pt x="0" y="2121662"/>
                  </a:lnTo>
                  <a:lnTo>
                    <a:pt x="0" y="0"/>
                  </a:lnTo>
                  <a:close/>
                </a:path>
              </a:pathLst>
            </a:custGeom>
            <a:blipFill>
              <a:blip r:embed="rId12"/>
              <a:stretch>
                <a:fillRect l="0" t="-323" r="0" b="-138"/>
              </a:stretch>
            </a:blipFill>
          </p:spPr>
        </p:sp>
      </p:grpSp>
      <p:grpSp>
        <p:nvGrpSpPr>
          <p:cNvPr name="Group 13" id="13"/>
          <p:cNvGrpSpPr/>
          <p:nvPr/>
        </p:nvGrpSpPr>
        <p:grpSpPr>
          <a:xfrm rot="0">
            <a:off x="4529452" y="1887569"/>
            <a:ext cx="2239223" cy="1619850"/>
            <a:chOff x="0" y="0"/>
            <a:chExt cx="2985630" cy="2159800"/>
          </a:xfrm>
        </p:grpSpPr>
        <p:sp>
          <p:nvSpPr>
            <p:cNvPr name="Freeform 14" id="14"/>
            <p:cNvSpPr/>
            <p:nvPr/>
          </p:nvSpPr>
          <p:spPr>
            <a:xfrm flipH="false" flipV="false" rot="0">
              <a:off x="0" y="0"/>
              <a:ext cx="2985643" cy="2159762"/>
            </a:xfrm>
            <a:custGeom>
              <a:avLst/>
              <a:gdLst/>
              <a:ahLst/>
              <a:cxnLst/>
              <a:rect r="r" b="b" t="t" l="l"/>
              <a:pathLst>
                <a:path h="2159762" w="2985643">
                  <a:moveTo>
                    <a:pt x="0" y="0"/>
                  </a:moveTo>
                  <a:lnTo>
                    <a:pt x="2985643" y="0"/>
                  </a:lnTo>
                  <a:lnTo>
                    <a:pt x="2985643" y="2159762"/>
                  </a:lnTo>
                  <a:lnTo>
                    <a:pt x="0" y="2159762"/>
                  </a:lnTo>
                  <a:lnTo>
                    <a:pt x="0" y="0"/>
                  </a:lnTo>
                  <a:close/>
                </a:path>
              </a:pathLst>
            </a:custGeom>
            <a:blipFill>
              <a:blip r:embed="rId13"/>
              <a:stretch>
                <a:fillRect l="0" t="0" r="0" b="-2"/>
              </a:stretch>
            </a:blipFill>
          </p:spPr>
        </p:sp>
      </p:grpSp>
      <p:grpSp>
        <p:nvGrpSpPr>
          <p:cNvPr name="Group 15" id="15"/>
          <p:cNvGrpSpPr/>
          <p:nvPr/>
        </p:nvGrpSpPr>
        <p:grpSpPr>
          <a:xfrm rot="0">
            <a:off x="4529452" y="4418562"/>
            <a:ext cx="2191579" cy="2191569"/>
            <a:chOff x="0" y="0"/>
            <a:chExt cx="2922105" cy="2922092"/>
          </a:xfrm>
        </p:grpSpPr>
        <p:sp>
          <p:nvSpPr>
            <p:cNvPr name="Freeform 16" id="16"/>
            <p:cNvSpPr/>
            <p:nvPr/>
          </p:nvSpPr>
          <p:spPr>
            <a:xfrm flipH="false" flipV="false" rot="0">
              <a:off x="0" y="0"/>
              <a:ext cx="2922143" cy="2922143"/>
            </a:xfrm>
            <a:custGeom>
              <a:avLst/>
              <a:gdLst/>
              <a:ahLst/>
              <a:cxnLst/>
              <a:rect r="r" b="b" t="t" l="l"/>
              <a:pathLst>
                <a:path h="2922143" w="2922143">
                  <a:moveTo>
                    <a:pt x="0" y="0"/>
                  </a:moveTo>
                  <a:lnTo>
                    <a:pt x="2922143" y="0"/>
                  </a:lnTo>
                  <a:lnTo>
                    <a:pt x="2922143" y="2922143"/>
                  </a:lnTo>
                  <a:lnTo>
                    <a:pt x="0" y="2922143"/>
                  </a:lnTo>
                  <a:lnTo>
                    <a:pt x="0" y="0"/>
                  </a:lnTo>
                  <a:close/>
                </a:path>
              </a:pathLst>
            </a:custGeom>
            <a:blipFill>
              <a:blip r:embed="rId14"/>
              <a:stretch>
                <a:fillRect l="0" t="0" r="1" b="1"/>
              </a:stretch>
            </a:blipFill>
          </p:spPr>
        </p:sp>
      </p:grpSp>
      <p:sp>
        <p:nvSpPr>
          <p:cNvPr name="Freeform 17" id="17"/>
          <p:cNvSpPr/>
          <p:nvPr/>
        </p:nvSpPr>
        <p:spPr>
          <a:xfrm flipH="false" flipV="false" rot="0">
            <a:off x="85839" y="68609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8" id="18"/>
          <p:cNvGrpSpPr/>
          <p:nvPr/>
        </p:nvGrpSpPr>
        <p:grpSpPr>
          <a:xfrm rot="0">
            <a:off x="3939997" y="4623244"/>
            <a:ext cx="3003699" cy="57160"/>
            <a:chOff x="0" y="0"/>
            <a:chExt cx="3003702" cy="57163"/>
          </a:xfrm>
        </p:grpSpPr>
        <p:sp>
          <p:nvSpPr>
            <p:cNvPr name="Freeform 19" id="19"/>
            <p:cNvSpPr/>
            <p:nvPr/>
          </p:nvSpPr>
          <p:spPr>
            <a:xfrm flipH="false" flipV="false" rot="0">
              <a:off x="0" y="0"/>
              <a:ext cx="3003682" cy="57150"/>
            </a:xfrm>
            <a:custGeom>
              <a:avLst/>
              <a:gdLst/>
              <a:ahLst/>
              <a:cxnLst/>
              <a:rect r="r" b="b" t="t" l="l"/>
              <a:pathLst>
                <a:path h="57150" w="3003682">
                  <a:moveTo>
                    <a:pt x="0" y="0"/>
                  </a:moveTo>
                  <a:lnTo>
                    <a:pt x="0" y="57150"/>
                  </a:lnTo>
                  <a:lnTo>
                    <a:pt x="3003682" y="57150"/>
                  </a:lnTo>
                  <a:lnTo>
                    <a:pt x="3003682" y="0"/>
                  </a:lnTo>
                  <a:close/>
                </a:path>
              </a:pathLst>
            </a:custGeom>
            <a:solidFill>
              <a:srgbClr val="2E7734"/>
            </a:solidFill>
          </p:spPr>
        </p:sp>
      </p:grpSp>
      <p:grpSp>
        <p:nvGrpSpPr>
          <p:cNvPr name="Group 20" id="20"/>
          <p:cNvGrpSpPr/>
          <p:nvPr/>
        </p:nvGrpSpPr>
        <p:grpSpPr>
          <a:xfrm rot="0">
            <a:off x="509102" y="7470248"/>
            <a:ext cx="2668010" cy="2124875"/>
            <a:chOff x="0" y="0"/>
            <a:chExt cx="3557346" cy="2833167"/>
          </a:xfrm>
        </p:grpSpPr>
        <p:sp>
          <p:nvSpPr>
            <p:cNvPr name="Freeform 21" id="21"/>
            <p:cNvSpPr/>
            <p:nvPr/>
          </p:nvSpPr>
          <p:spPr>
            <a:xfrm flipH="false" flipV="false" rot="0">
              <a:off x="0" y="0"/>
              <a:ext cx="3557397" cy="2833116"/>
            </a:xfrm>
            <a:custGeom>
              <a:avLst/>
              <a:gdLst/>
              <a:ahLst/>
              <a:cxnLst/>
              <a:rect r="r" b="b" t="t" l="l"/>
              <a:pathLst>
                <a:path h="2833116" w="3557397">
                  <a:moveTo>
                    <a:pt x="0" y="0"/>
                  </a:moveTo>
                  <a:lnTo>
                    <a:pt x="3557397" y="0"/>
                  </a:lnTo>
                  <a:lnTo>
                    <a:pt x="3557397" y="2833116"/>
                  </a:lnTo>
                  <a:lnTo>
                    <a:pt x="0" y="2833116"/>
                  </a:lnTo>
                  <a:lnTo>
                    <a:pt x="0" y="0"/>
                  </a:lnTo>
                  <a:close/>
                </a:path>
              </a:pathLst>
            </a:custGeom>
            <a:blipFill>
              <a:blip r:embed="rId17"/>
              <a:stretch>
                <a:fillRect l="0" t="-25442" r="1" b="-120"/>
              </a:stretch>
            </a:blipFill>
          </p:spPr>
        </p:sp>
      </p:grpSp>
      <p:grpSp>
        <p:nvGrpSpPr>
          <p:cNvPr name="Group 22" id="22"/>
          <p:cNvGrpSpPr/>
          <p:nvPr/>
        </p:nvGrpSpPr>
        <p:grpSpPr>
          <a:xfrm rot="0">
            <a:off x="455057" y="4748727"/>
            <a:ext cx="2772823" cy="1858080"/>
            <a:chOff x="0" y="0"/>
            <a:chExt cx="3697097" cy="2477440"/>
          </a:xfrm>
        </p:grpSpPr>
        <p:sp>
          <p:nvSpPr>
            <p:cNvPr name="Freeform 23" id="23"/>
            <p:cNvSpPr/>
            <p:nvPr/>
          </p:nvSpPr>
          <p:spPr>
            <a:xfrm flipH="false" flipV="false" rot="0">
              <a:off x="0" y="0"/>
              <a:ext cx="3697097" cy="2477389"/>
            </a:xfrm>
            <a:custGeom>
              <a:avLst/>
              <a:gdLst/>
              <a:ahLst/>
              <a:cxnLst/>
              <a:rect r="r" b="b" t="t" l="l"/>
              <a:pathLst>
                <a:path h="2477389" w="3697097">
                  <a:moveTo>
                    <a:pt x="0" y="0"/>
                  </a:moveTo>
                  <a:lnTo>
                    <a:pt x="3697097" y="0"/>
                  </a:lnTo>
                  <a:lnTo>
                    <a:pt x="3697097" y="2477389"/>
                  </a:lnTo>
                  <a:lnTo>
                    <a:pt x="0" y="2477389"/>
                  </a:lnTo>
                  <a:lnTo>
                    <a:pt x="0" y="0"/>
                  </a:lnTo>
                  <a:close/>
                </a:path>
              </a:pathLst>
            </a:custGeom>
            <a:blipFill>
              <a:blip r:embed="rId18"/>
              <a:stretch>
                <a:fillRect l="0" t="-49149" r="0" b="-84"/>
              </a:stretch>
            </a:blipFill>
          </p:spPr>
        </p:sp>
      </p:grpSp>
      <p:sp>
        <p:nvSpPr>
          <p:cNvPr name="Freeform 24" id="24"/>
          <p:cNvSpPr/>
          <p:nvPr/>
        </p:nvSpPr>
        <p:spPr>
          <a:xfrm flipH="false" flipV="false" rot="0">
            <a:off x="3866074" y="68990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5" id="25"/>
          <p:cNvGrpSpPr/>
          <p:nvPr/>
        </p:nvGrpSpPr>
        <p:grpSpPr>
          <a:xfrm rot="0">
            <a:off x="4849397" y="7508996"/>
            <a:ext cx="1648444" cy="1591266"/>
            <a:chOff x="0" y="0"/>
            <a:chExt cx="2197926" cy="2121687"/>
          </a:xfrm>
        </p:grpSpPr>
        <p:sp>
          <p:nvSpPr>
            <p:cNvPr name="Freeform 26" id="26"/>
            <p:cNvSpPr/>
            <p:nvPr/>
          </p:nvSpPr>
          <p:spPr>
            <a:xfrm flipH="false" flipV="false" rot="0">
              <a:off x="0" y="0"/>
              <a:ext cx="2197989" cy="2121662"/>
            </a:xfrm>
            <a:custGeom>
              <a:avLst/>
              <a:gdLst/>
              <a:ahLst/>
              <a:cxnLst/>
              <a:rect r="r" b="b" t="t" l="l"/>
              <a:pathLst>
                <a:path h="2121662" w="2197989">
                  <a:moveTo>
                    <a:pt x="0" y="0"/>
                  </a:moveTo>
                  <a:lnTo>
                    <a:pt x="2197989" y="0"/>
                  </a:lnTo>
                  <a:lnTo>
                    <a:pt x="2197989" y="2121662"/>
                  </a:lnTo>
                  <a:lnTo>
                    <a:pt x="0" y="2121662"/>
                  </a:lnTo>
                  <a:lnTo>
                    <a:pt x="0" y="0"/>
                  </a:lnTo>
                  <a:close/>
                </a:path>
              </a:pathLst>
            </a:custGeom>
            <a:blipFill>
              <a:blip r:embed="rId21"/>
              <a:stretch>
                <a:fillRect l="0" t="0" r="2" b="-1"/>
              </a:stretch>
            </a:blipFill>
          </p:spPr>
        </p:sp>
      </p:grpSp>
      <p:grpSp>
        <p:nvGrpSpPr>
          <p:cNvPr name="Group 27" id="27"/>
          <p:cNvGrpSpPr/>
          <p:nvPr/>
        </p:nvGrpSpPr>
        <p:grpSpPr>
          <a:xfrm rot="0">
            <a:off x="149219" y="1759706"/>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4610262"/>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149219" y="7406945"/>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3" id="33"/>
          <p:cNvSpPr/>
          <p:nvPr/>
        </p:nvSpPr>
        <p:spPr>
          <a:xfrm flipH="false" flipV="false" rot="0">
            <a:off x="-66551" y="-63503"/>
            <a:ext cx="7695181" cy="1395108"/>
          </a:xfrm>
          <a:custGeom>
            <a:avLst/>
            <a:gdLst/>
            <a:ahLst/>
            <a:cxnLst/>
            <a:rect r="r" b="b" t="t" l="l"/>
            <a:pathLst>
              <a:path h="1395108" w="7695181">
                <a:moveTo>
                  <a:pt x="0" y="0"/>
                </a:moveTo>
                <a:lnTo>
                  <a:pt x="7695181" y="0"/>
                </a:lnTo>
                <a:lnTo>
                  <a:pt x="7695181" y="1395108"/>
                </a:lnTo>
                <a:lnTo>
                  <a:pt x="0" y="139510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34" id="34"/>
          <p:cNvGrpSpPr/>
          <p:nvPr/>
        </p:nvGrpSpPr>
        <p:grpSpPr>
          <a:xfrm rot="0">
            <a:off x="3928043" y="1759706"/>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3928043" y="4621501"/>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3928043" y="7398048"/>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63503" y="9484871"/>
            <a:ext cx="7689847" cy="1277112"/>
            <a:chOff x="0" y="0"/>
            <a:chExt cx="7689850" cy="1277112"/>
          </a:xfrm>
        </p:grpSpPr>
        <p:sp>
          <p:nvSpPr>
            <p:cNvPr name="Freeform 41" id="41"/>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42" id="42"/>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43" id="43"/>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4" id="44"/>
          <p:cNvSpPr txBox="true"/>
          <p:nvPr/>
        </p:nvSpPr>
        <p:spPr>
          <a:xfrm rot="0">
            <a:off x="1368647" y="3461728"/>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5" id="45"/>
          <p:cNvSpPr txBox="true"/>
          <p:nvPr/>
        </p:nvSpPr>
        <p:spPr>
          <a:xfrm rot="0">
            <a:off x="1368647" y="9080859"/>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6" id="46"/>
          <p:cNvSpPr txBox="true"/>
          <p:nvPr/>
        </p:nvSpPr>
        <p:spPr>
          <a:xfrm rot="0">
            <a:off x="581635" y="6271298"/>
            <a:ext cx="2624357"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Color: Black, White, Grey</a:t>
            </a:r>
          </a:p>
        </p:txBody>
      </p:sp>
      <p:sp>
        <p:nvSpPr>
          <p:cNvPr name="TextBox 47" id="47"/>
          <p:cNvSpPr txBox="true"/>
          <p:nvPr/>
        </p:nvSpPr>
        <p:spPr>
          <a:xfrm rot="0">
            <a:off x="5148901" y="3461728"/>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8" id="48"/>
          <p:cNvSpPr txBox="true"/>
          <p:nvPr/>
        </p:nvSpPr>
        <p:spPr>
          <a:xfrm rot="0">
            <a:off x="5148901" y="6290348"/>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9" id="49"/>
          <p:cNvSpPr txBox="true"/>
          <p:nvPr/>
        </p:nvSpPr>
        <p:spPr>
          <a:xfrm rot="0">
            <a:off x="4904727" y="9118987"/>
            <a:ext cx="151719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SS 304</a:t>
            </a:r>
          </a:p>
        </p:txBody>
      </p:sp>
      <p:sp>
        <p:nvSpPr>
          <p:cNvPr name="TextBox 50" id="50"/>
          <p:cNvSpPr txBox="true"/>
          <p:nvPr/>
        </p:nvSpPr>
        <p:spPr>
          <a:xfrm rot="0">
            <a:off x="7038870" y="10145220"/>
            <a:ext cx="498396"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34</a:t>
            </a:r>
          </a:p>
        </p:txBody>
      </p:sp>
      <p:sp>
        <p:nvSpPr>
          <p:cNvPr name="TextBox 51" id="51"/>
          <p:cNvSpPr txBox="true"/>
          <p:nvPr/>
        </p:nvSpPr>
        <p:spPr>
          <a:xfrm rot="0">
            <a:off x="3527603" y="857498"/>
            <a:ext cx="517646"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NUTS</a:t>
            </a:r>
          </a:p>
        </p:txBody>
      </p:sp>
      <p:sp>
        <p:nvSpPr>
          <p:cNvPr name="TextBox 52" id="52"/>
          <p:cNvSpPr txBox="true"/>
          <p:nvPr/>
        </p:nvSpPr>
        <p:spPr>
          <a:xfrm rot="0">
            <a:off x="1317679" y="1410891"/>
            <a:ext cx="108758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CLIP NUT</a:t>
            </a:r>
          </a:p>
        </p:txBody>
      </p:sp>
      <p:sp>
        <p:nvSpPr>
          <p:cNvPr name="TextBox 53" id="53"/>
          <p:cNvSpPr txBox="true"/>
          <p:nvPr/>
        </p:nvSpPr>
        <p:spPr>
          <a:xfrm rot="0">
            <a:off x="1002182" y="4246493"/>
            <a:ext cx="1766516"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PVC BOLT CAP</a:t>
            </a:r>
          </a:p>
        </p:txBody>
      </p:sp>
      <p:sp>
        <p:nvSpPr>
          <p:cNvPr name="TextBox 54" id="54"/>
          <p:cNvSpPr txBox="true"/>
          <p:nvPr/>
        </p:nvSpPr>
        <p:spPr>
          <a:xfrm rot="0">
            <a:off x="682438" y="7060254"/>
            <a:ext cx="255450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FULL STEEL LOCK NUT</a:t>
            </a:r>
          </a:p>
        </p:txBody>
      </p:sp>
      <p:sp>
        <p:nvSpPr>
          <p:cNvPr name="TextBox 55" id="55"/>
          <p:cNvSpPr txBox="true"/>
          <p:nvPr/>
        </p:nvSpPr>
        <p:spPr>
          <a:xfrm rot="0">
            <a:off x="5291604" y="7060254"/>
            <a:ext cx="727929"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K NUT</a:t>
            </a:r>
          </a:p>
        </p:txBody>
      </p:sp>
      <p:sp>
        <p:nvSpPr>
          <p:cNvPr name="TextBox 56" id="56"/>
          <p:cNvSpPr txBox="true"/>
          <p:nvPr/>
        </p:nvSpPr>
        <p:spPr>
          <a:xfrm rot="0">
            <a:off x="4849397" y="1403909"/>
            <a:ext cx="160995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CAPTIVE NUT</a:t>
            </a:r>
          </a:p>
        </p:txBody>
      </p:sp>
      <p:sp>
        <p:nvSpPr>
          <p:cNvPr name="TextBox 57" id="57"/>
          <p:cNvSpPr txBox="true"/>
          <p:nvPr/>
        </p:nvSpPr>
        <p:spPr>
          <a:xfrm rot="0">
            <a:off x="4460196" y="4246493"/>
            <a:ext cx="240385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CONICAL LOCK NUT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5133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929577" y="4133907"/>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6629400" y="9552422"/>
            <a:ext cx="935736" cy="1146058"/>
            <a:chOff x="0" y="0"/>
            <a:chExt cx="935736" cy="1146061"/>
          </a:xfrm>
        </p:grpSpPr>
        <p:sp>
          <p:nvSpPr>
            <p:cNvPr name="Freeform 10" id="10"/>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1" id="11"/>
          <p:cNvGrpSpPr/>
          <p:nvPr/>
        </p:nvGrpSpPr>
        <p:grpSpPr>
          <a:xfrm rot="0">
            <a:off x="4529452" y="4418562"/>
            <a:ext cx="2191579" cy="2191569"/>
            <a:chOff x="0" y="0"/>
            <a:chExt cx="2922105" cy="2922092"/>
          </a:xfrm>
        </p:grpSpPr>
        <p:sp>
          <p:nvSpPr>
            <p:cNvPr name="Freeform 12" id="12"/>
            <p:cNvSpPr/>
            <p:nvPr/>
          </p:nvSpPr>
          <p:spPr>
            <a:xfrm flipH="false" flipV="false" rot="0">
              <a:off x="0" y="0"/>
              <a:ext cx="2922143" cy="2922143"/>
            </a:xfrm>
            <a:custGeom>
              <a:avLst/>
              <a:gdLst/>
              <a:ahLst/>
              <a:cxnLst/>
              <a:rect r="r" b="b" t="t" l="l"/>
              <a:pathLst>
                <a:path h="2922143" w="2922143">
                  <a:moveTo>
                    <a:pt x="0" y="0"/>
                  </a:moveTo>
                  <a:lnTo>
                    <a:pt x="2922143" y="0"/>
                  </a:lnTo>
                  <a:lnTo>
                    <a:pt x="2922143" y="2922143"/>
                  </a:lnTo>
                  <a:lnTo>
                    <a:pt x="0" y="2922143"/>
                  </a:lnTo>
                  <a:lnTo>
                    <a:pt x="0" y="0"/>
                  </a:lnTo>
                  <a:close/>
                </a:path>
              </a:pathLst>
            </a:custGeom>
            <a:blipFill>
              <a:blip r:embed="rId12"/>
              <a:stretch>
                <a:fillRect l="0" t="0" r="1" b="1"/>
              </a:stretch>
            </a:blipFill>
          </p:spPr>
        </p:sp>
      </p:grpSp>
      <p:sp>
        <p:nvSpPr>
          <p:cNvPr name="Freeform 13" id="13"/>
          <p:cNvSpPr/>
          <p:nvPr/>
        </p:nvSpPr>
        <p:spPr>
          <a:xfrm flipH="false" flipV="false" rot="0">
            <a:off x="85839" y="68609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4" id="14"/>
          <p:cNvGrpSpPr/>
          <p:nvPr/>
        </p:nvGrpSpPr>
        <p:grpSpPr>
          <a:xfrm rot="0">
            <a:off x="3939997" y="4623244"/>
            <a:ext cx="3003699" cy="57160"/>
            <a:chOff x="0" y="0"/>
            <a:chExt cx="3003702" cy="57163"/>
          </a:xfrm>
        </p:grpSpPr>
        <p:sp>
          <p:nvSpPr>
            <p:cNvPr name="Freeform 15" id="15"/>
            <p:cNvSpPr/>
            <p:nvPr/>
          </p:nvSpPr>
          <p:spPr>
            <a:xfrm flipH="false" flipV="false" rot="0">
              <a:off x="0" y="0"/>
              <a:ext cx="3003682" cy="57150"/>
            </a:xfrm>
            <a:custGeom>
              <a:avLst/>
              <a:gdLst/>
              <a:ahLst/>
              <a:cxnLst/>
              <a:rect r="r" b="b" t="t" l="l"/>
              <a:pathLst>
                <a:path h="57150" w="3003682">
                  <a:moveTo>
                    <a:pt x="0" y="0"/>
                  </a:moveTo>
                  <a:lnTo>
                    <a:pt x="0" y="57150"/>
                  </a:lnTo>
                  <a:lnTo>
                    <a:pt x="3003682" y="57150"/>
                  </a:lnTo>
                  <a:lnTo>
                    <a:pt x="3003682" y="0"/>
                  </a:lnTo>
                  <a:close/>
                </a:path>
              </a:pathLst>
            </a:custGeom>
            <a:solidFill>
              <a:srgbClr val="2E7734"/>
            </a:solidFill>
          </p:spPr>
        </p:sp>
      </p:grpSp>
      <p:grpSp>
        <p:nvGrpSpPr>
          <p:cNvPr name="Group 16" id="16"/>
          <p:cNvGrpSpPr/>
          <p:nvPr/>
        </p:nvGrpSpPr>
        <p:grpSpPr>
          <a:xfrm rot="0">
            <a:off x="509102" y="7470248"/>
            <a:ext cx="2668010" cy="2124875"/>
            <a:chOff x="0" y="0"/>
            <a:chExt cx="3557346" cy="2833167"/>
          </a:xfrm>
        </p:grpSpPr>
        <p:sp>
          <p:nvSpPr>
            <p:cNvPr name="Freeform 17" id="17"/>
            <p:cNvSpPr/>
            <p:nvPr/>
          </p:nvSpPr>
          <p:spPr>
            <a:xfrm flipH="false" flipV="false" rot="0">
              <a:off x="0" y="0"/>
              <a:ext cx="3557397" cy="2833116"/>
            </a:xfrm>
            <a:custGeom>
              <a:avLst/>
              <a:gdLst/>
              <a:ahLst/>
              <a:cxnLst/>
              <a:rect r="r" b="b" t="t" l="l"/>
              <a:pathLst>
                <a:path h="2833116" w="3557397">
                  <a:moveTo>
                    <a:pt x="0" y="0"/>
                  </a:moveTo>
                  <a:lnTo>
                    <a:pt x="3557397" y="0"/>
                  </a:lnTo>
                  <a:lnTo>
                    <a:pt x="3557397" y="2833116"/>
                  </a:lnTo>
                  <a:lnTo>
                    <a:pt x="0" y="2833116"/>
                  </a:lnTo>
                  <a:lnTo>
                    <a:pt x="0" y="0"/>
                  </a:lnTo>
                  <a:close/>
                </a:path>
              </a:pathLst>
            </a:custGeom>
            <a:blipFill>
              <a:blip r:embed="rId15"/>
              <a:stretch>
                <a:fillRect l="0" t="-25442" r="1" b="-120"/>
              </a:stretch>
            </a:blipFill>
          </p:spPr>
        </p:sp>
      </p:grpSp>
      <p:grpSp>
        <p:nvGrpSpPr>
          <p:cNvPr name="Group 18" id="18"/>
          <p:cNvGrpSpPr/>
          <p:nvPr/>
        </p:nvGrpSpPr>
        <p:grpSpPr>
          <a:xfrm rot="0">
            <a:off x="455057" y="4748727"/>
            <a:ext cx="2772823" cy="1858080"/>
            <a:chOff x="0" y="0"/>
            <a:chExt cx="3697097" cy="2477440"/>
          </a:xfrm>
        </p:grpSpPr>
        <p:sp>
          <p:nvSpPr>
            <p:cNvPr name="Freeform 19" id="19"/>
            <p:cNvSpPr/>
            <p:nvPr/>
          </p:nvSpPr>
          <p:spPr>
            <a:xfrm flipH="false" flipV="false" rot="0">
              <a:off x="0" y="0"/>
              <a:ext cx="3697097" cy="2477389"/>
            </a:xfrm>
            <a:custGeom>
              <a:avLst/>
              <a:gdLst/>
              <a:ahLst/>
              <a:cxnLst/>
              <a:rect r="r" b="b" t="t" l="l"/>
              <a:pathLst>
                <a:path h="2477389" w="3697097">
                  <a:moveTo>
                    <a:pt x="0" y="0"/>
                  </a:moveTo>
                  <a:lnTo>
                    <a:pt x="3697097" y="0"/>
                  </a:lnTo>
                  <a:lnTo>
                    <a:pt x="3697097" y="2477389"/>
                  </a:lnTo>
                  <a:lnTo>
                    <a:pt x="0" y="2477389"/>
                  </a:lnTo>
                  <a:lnTo>
                    <a:pt x="0" y="0"/>
                  </a:lnTo>
                  <a:close/>
                </a:path>
              </a:pathLst>
            </a:custGeom>
            <a:blipFill>
              <a:blip r:embed="rId16"/>
              <a:stretch>
                <a:fillRect l="0" t="-49149" r="0" b="-84"/>
              </a:stretch>
            </a:blipFill>
          </p:spPr>
        </p:sp>
      </p:grpSp>
      <p:sp>
        <p:nvSpPr>
          <p:cNvPr name="Freeform 20" id="20"/>
          <p:cNvSpPr/>
          <p:nvPr/>
        </p:nvSpPr>
        <p:spPr>
          <a:xfrm flipH="false" flipV="false" rot="0">
            <a:off x="3866074" y="68990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1" id="21"/>
          <p:cNvGrpSpPr/>
          <p:nvPr/>
        </p:nvGrpSpPr>
        <p:grpSpPr>
          <a:xfrm rot="0">
            <a:off x="4849397" y="7508996"/>
            <a:ext cx="1648444" cy="1591266"/>
            <a:chOff x="0" y="0"/>
            <a:chExt cx="2197926" cy="2121687"/>
          </a:xfrm>
        </p:grpSpPr>
        <p:sp>
          <p:nvSpPr>
            <p:cNvPr name="Freeform 22" id="22"/>
            <p:cNvSpPr/>
            <p:nvPr/>
          </p:nvSpPr>
          <p:spPr>
            <a:xfrm flipH="false" flipV="false" rot="0">
              <a:off x="0" y="0"/>
              <a:ext cx="2197989" cy="2121662"/>
            </a:xfrm>
            <a:custGeom>
              <a:avLst/>
              <a:gdLst/>
              <a:ahLst/>
              <a:cxnLst/>
              <a:rect r="r" b="b" t="t" l="l"/>
              <a:pathLst>
                <a:path h="2121662" w="2197989">
                  <a:moveTo>
                    <a:pt x="0" y="0"/>
                  </a:moveTo>
                  <a:lnTo>
                    <a:pt x="2197989" y="0"/>
                  </a:lnTo>
                  <a:lnTo>
                    <a:pt x="2197989" y="2121662"/>
                  </a:lnTo>
                  <a:lnTo>
                    <a:pt x="0" y="2121662"/>
                  </a:lnTo>
                  <a:lnTo>
                    <a:pt x="0" y="0"/>
                  </a:lnTo>
                  <a:close/>
                </a:path>
              </a:pathLst>
            </a:custGeom>
            <a:blipFill>
              <a:blip r:embed="rId19"/>
              <a:stretch>
                <a:fillRect l="0" t="0" r="2" b="-1"/>
              </a:stretch>
            </a:blipFill>
          </p:spPr>
        </p:sp>
      </p:grpSp>
      <p:grpSp>
        <p:nvGrpSpPr>
          <p:cNvPr name="Group 23" id="23"/>
          <p:cNvGrpSpPr/>
          <p:nvPr/>
        </p:nvGrpSpPr>
        <p:grpSpPr>
          <a:xfrm rot="0">
            <a:off x="0" y="10532631"/>
            <a:ext cx="7086543" cy="165849"/>
            <a:chOff x="0" y="0"/>
            <a:chExt cx="7086536" cy="165849"/>
          </a:xfrm>
        </p:grpSpPr>
        <p:sp>
          <p:nvSpPr>
            <p:cNvPr name="Freeform 24" id="24"/>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5" id="25"/>
          <p:cNvSpPr/>
          <p:nvPr/>
        </p:nvSpPr>
        <p:spPr>
          <a:xfrm flipH="false" flipV="false" rot="0">
            <a:off x="2206095" y="746760"/>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6" id="26"/>
          <p:cNvGrpSpPr/>
          <p:nvPr/>
        </p:nvGrpSpPr>
        <p:grpSpPr>
          <a:xfrm rot="0">
            <a:off x="4186733" y="1194102"/>
            <a:ext cx="2972924" cy="2972914"/>
            <a:chOff x="0" y="0"/>
            <a:chExt cx="3963899" cy="3963886"/>
          </a:xfrm>
        </p:grpSpPr>
        <p:sp>
          <p:nvSpPr>
            <p:cNvPr name="Freeform 27" id="27"/>
            <p:cNvSpPr/>
            <p:nvPr/>
          </p:nvSpPr>
          <p:spPr>
            <a:xfrm flipH="false" flipV="false" rot="0">
              <a:off x="0" y="0"/>
              <a:ext cx="3963924" cy="3963924"/>
            </a:xfrm>
            <a:custGeom>
              <a:avLst/>
              <a:gdLst/>
              <a:ahLst/>
              <a:cxnLst/>
              <a:rect r="r" b="b" t="t" l="l"/>
              <a:pathLst>
                <a:path h="3963924" w="3963924">
                  <a:moveTo>
                    <a:pt x="0" y="0"/>
                  </a:moveTo>
                  <a:lnTo>
                    <a:pt x="3963924" y="0"/>
                  </a:lnTo>
                  <a:lnTo>
                    <a:pt x="3963924" y="3963924"/>
                  </a:lnTo>
                  <a:lnTo>
                    <a:pt x="0" y="3963924"/>
                  </a:lnTo>
                  <a:lnTo>
                    <a:pt x="0" y="0"/>
                  </a:lnTo>
                  <a:close/>
                </a:path>
              </a:pathLst>
            </a:custGeom>
            <a:blipFill>
              <a:blip r:embed="rId22"/>
              <a:stretch>
                <a:fillRect l="0" t="0" r="0" b="0"/>
              </a:stretch>
            </a:blipFill>
          </p:spPr>
        </p:sp>
      </p:grpSp>
      <p:grpSp>
        <p:nvGrpSpPr>
          <p:cNvPr name="Group 28" id="28"/>
          <p:cNvGrpSpPr/>
          <p:nvPr/>
        </p:nvGrpSpPr>
        <p:grpSpPr>
          <a:xfrm rot="0">
            <a:off x="789851" y="1878044"/>
            <a:ext cx="2105816" cy="1858080"/>
            <a:chOff x="0" y="0"/>
            <a:chExt cx="2807754" cy="2477440"/>
          </a:xfrm>
        </p:grpSpPr>
        <p:sp>
          <p:nvSpPr>
            <p:cNvPr name="Freeform 29" id="29"/>
            <p:cNvSpPr/>
            <p:nvPr/>
          </p:nvSpPr>
          <p:spPr>
            <a:xfrm flipH="false" flipV="false" rot="0">
              <a:off x="0" y="0"/>
              <a:ext cx="2807716" cy="2477389"/>
            </a:xfrm>
            <a:custGeom>
              <a:avLst/>
              <a:gdLst/>
              <a:ahLst/>
              <a:cxnLst/>
              <a:rect r="r" b="b" t="t" l="l"/>
              <a:pathLst>
                <a:path h="2477389" w="2807716">
                  <a:moveTo>
                    <a:pt x="0" y="0"/>
                  </a:moveTo>
                  <a:lnTo>
                    <a:pt x="2807716" y="0"/>
                  </a:lnTo>
                  <a:lnTo>
                    <a:pt x="2807716" y="2477389"/>
                  </a:lnTo>
                  <a:lnTo>
                    <a:pt x="0" y="2477389"/>
                  </a:lnTo>
                  <a:lnTo>
                    <a:pt x="0" y="0"/>
                  </a:lnTo>
                  <a:close/>
                </a:path>
              </a:pathLst>
            </a:custGeom>
            <a:blipFill>
              <a:blip r:embed="rId23"/>
              <a:stretch>
                <a:fillRect l="0" t="-1451" r="-1" b="-11883"/>
              </a:stretch>
            </a:blipFill>
          </p:spPr>
        </p:sp>
      </p:grpSp>
      <p:grpSp>
        <p:nvGrpSpPr>
          <p:cNvPr name="Group 30" id="30"/>
          <p:cNvGrpSpPr/>
          <p:nvPr/>
        </p:nvGrpSpPr>
        <p:grpSpPr>
          <a:xfrm rot="0">
            <a:off x="149219" y="4610262"/>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149219" y="7406945"/>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34" id="34"/>
          <p:cNvSpPr/>
          <p:nvPr/>
        </p:nvSpPr>
        <p:spPr>
          <a:xfrm flipH="false" flipV="false" rot="0">
            <a:off x="-66551" y="-63503"/>
            <a:ext cx="7695181" cy="4068842"/>
          </a:xfrm>
          <a:custGeom>
            <a:avLst/>
            <a:gdLst/>
            <a:ahLst/>
            <a:cxnLst/>
            <a:rect r="r" b="b" t="t" l="l"/>
            <a:pathLst>
              <a:path h="4068842" w="7695181">
                <a:moveTo>
                  <a:pt x="0" y="0"/>
                </a:moveTo>
                <a:lnTo>
                  <a:pt x="7695181" y="0"/>
                </a:lnTo>
                <a:lnTo>
                  <a:pt x="7695181" y="4068842"/>
                </a:lnTo>
                <a:lnTo>
                  <a:pt x="0" y="406884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35" id="35"/>
          <p:cNvGrpSpPr/>
          <p:nvPr/>
        </p:nvGrpSpPr>
        <p:grpSpPr>
          <a:xfrm rot="0">
            <a:off x="3928043" y="4621501"/>
            <a:ext cx="3023997" cy="60484"/>
            <a:chOff x="0" y="0"/>
            <a:chExt cx="3023997" cy="60477"/>
          </a:xfrm>
        </p:grpSpPr>
        <p:sp>
          <p:nvSpPr>
            <p:cNvPr name="Freeform 36" id="3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7" id="37"/>
          <p:cNvGrpSpPr/>
          <p:nvPr/>
        </p:nvGrpSpPr>
        <p:grpSpPr>
          <a:xfrm rot="0">
            <a:off x="3928043" y="7398048"/>
            <a:ext cx="3023997" cy="60484"/>
            <a:chOff x="0" y="0"/>
            <a:chExt cx="3023997" cy="60477"/>
          </a:xfrm>
        </p:grpSpPr>
        <p:sp>
          <p:nvSpPr>
            <p:cNvPr name="Freeform 38" id="3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9" id="39"/>
          <p:cNvGrpSpPr/>
          <p:nvPr/>
        </p:nvGrpSpPr>
        <p:grpSpPr>
          <a:xfrm rot="0">
            <a:off x="-63503" y="9484871"/>
            <a:ext cx="7689847" cy="1275207"/>
            <a:chOff x="0" y="0"/>
            <a:chExt cx="7689850" cy="1275207"/>
          </a:xfrm>
        </p:grpSpPr>
        <p:sp>
          <p:nvSpPr>
            <p:cNvPr name="Freeform 40" id="40"/>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41" id="41"/>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2" id="42"/>
          <p:cNvSpPr txBox="true"/>
          <p:nvPr/>
        </p:nvSpPr>
        <p:spPr>
          <a:xfrm rot="0">
            <a:off x="1368647" y="9080859"/>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3" id="43"/>
          <p:cNvSpPr txBox="true"/>
          <p:nvPr/>
        </p:nvSpPr>
        <p:spPr>
          <a:xfrm rot="0">
            <a:off x="900627" y="3599707"/>
            <a:ext cx="193844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 SS 304</a:t>
            </a:r>
          </a:p>
        </p:txBody>
      </p:sp>
      <p:sp>
        <p:nvSpPr>
          <p:cNvPr name="TextBox 44" id="44"/>
          <p:cNvSpPr txBox="true"/>
          <p:nvPr/>
        </p:nvSpPr>
        <p:spPr>
          <a:xfrm rot="0">
            <a:off x="581635" y="6271298"/>
            <a:ext cx="2624357"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Color: Black, White, Grey</a:t>
            </a:r>
          </a:p>
        </p:txBody>
      </p:sp>
      <p:sp>
        <p:nvSpPr>
          <p:cNvPr name="TextBox 45" id="45"/>
          <p:cNvSpPr txBox="true"/>
          <p:nvPr/>
        </p:nvSpPr>
        <p:spPr>
          <a:xfrm rot="0">
            <a:off x="5148901" y="6290348"/>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6" id="46"/>
          <p:cNvSpPr txBox="true"/>
          <p:nvPr/>
        </p:nvSpPr>
        <p:spPr>
          <a:xfrm rot="0">
            <a:off x="4904727" y="3461728"/>
            <a:ext cx="151719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SS 304</a:t>
            </a:r>
          </a:p>
        </p:txBody>
      </p:sp>
      <p:sp>
        <p:nvSpPr>
          <p:cNvPr name="TextBox 47" id="47"/>
          <p:cNvSpPr txBox="true"/>
          <p:nvPr/>
        </p:nvSpPr>
        <p:spPr>
          <a:xfrm rot="0">
            <a:off x="4904727" y="9118987"/>
            <a:ext cx="151719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SS 304</a:t>
            </a:r>
          </a:p>
        </p:txBody>
      </p:sp>
      <p:sp>
        <p:nvSpPr>
          <p:cNvPr name="TextBox 48" id="48"/>
          <p:cNvSpPr txBox="true"/>
          <p:nvPr/>
        </p:nvSpPr>
        <p:spPr>
          <a:xfrm rot="0">
            <a:off x="7043985" y="10145220"/>
            <a:ext cx="487899"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35</a:t>
            </a:r>
          </a:p>
        </p:txBody>
      </p:sp>
      <p:sp>
        <p:nvSpPr>
          <p:cNvPr name="TextBox 49" id="49"/>
          <p:cNvSpPr txBox="true"/>
          <p:nvPr/>
        </p:nvSpPr>
        <p:spPr>
          <a:xfrm rot="0">
            <a:off x="3527603" y="857498"/>
            <a:ext cx="517646"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NUTS</a:t>
            </a:r>
          </a:p>
        </p:txBody>
      </p:sp>
      <p:sp>
        <p:nvSpPr>
          <p:cNvPr name="TextBox 50" id="50"/>
          <p:cNvSpPr txBox="true"/>
          <p:nvPr/>
        </p:nvSpPr>
        <p:spPr>
          <a:xfrm rot="0">
            <a:off x="1029138" y="1410891"/>
            <a:ext cx="167617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KM LOCK NUT</a:t>
            </a:r>
          </a:p>
        </p:txBody>
      </p:sp>
      <p:sp>
        <p:nvSpPr>
          <p:cNvPr name="TextBox 51" id="51"/>
          <p:cNvSpPr txBox="true"/>
          <p:nvPr/>
        </p:nvSpPr>
        <p:spPr>
          <a:xfrm rot="0">
            <a:off x="1002182" y="4246493"/>
            <a:ext cx="1766516"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PVC BOLT CAP</a:t>
            </a:r>
          </a:p>
        </p:txBody>
      </p:sp>
      <p:sp>
        <p:nvSpPr>
          <p:cNvPr name="TextBox 52" id="52"/>
          <p:cNvSpPr txBox="true"/>
          <p:nvPr/>
        </p:nvSpPr>
        <p:spPr>
          <a:xfrm rot="0">
            <a:off x="682438" y="7060254"/>
            <a:ext cx="255450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FULL STEEL LOCK NUT</a:t>
            </a:r>
          </a:p>
        </p:txBody>
      </p:sp>
      <p:sp>
        <p:nvSpPr>
          <p:cNvPr name="TextBox 53" id="53"/>
          <p:cNvSpPr txBox="true"/>
          <p:nvPr/>
        </p:nvSpPr>
        <p:spPr>
          <a:xfrm rot="0">
            <a:off x="5291604" y="7060254"/>
            <a:ext cx="727929"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K NUT</a:t>
            </a:r>
          </a:p>
        </p:txBody>
      </p:sp>
      <p:sp>
        <p:nvSpPr>
          <p:cNvPr name="TextBox 54" id="54"/>
          <p:cNvSpPr txBox="true"/>
          <p:nvPr/>
        </p:nvSpPr>
        <p:spPr>
          <a:xfrm rot="0">
            <a:off x="4948609" y="1403909"/>
            <a:ext cx="140760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 SLIDE NUT</a:t>
            </a:r>
          </a:p>
        </p:txBody>
      </p:sp>
      <p:sp>
        <p:nvSpPr>
          <p:cNvPr name="TextBox 55" id="55"/>
          <p:cNvSpPr txBox="true"/>
          <p:nvPr/>
        </p:nvSpPr>
        <p:spPr>
          <a:xfrm rot="0">
            <a:off x="4460196" y="4246493"/>
            <a:ext cx="240385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CONICAL LOCK NUT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6629400" y="9552422"/>
            <a:ext cx="935736" cy="1146058"/>
            <a:chOff x="0" y="0"/>
            <a:chExt cx="935736" cy="1146061"/>
          </a:xfrm>
        </p:grpSpPr>
        <p:sp>
          <p:nvSpPr>
            <p:cNvPr name="Freeform 8" id="8"/>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9" id="9"/>
          <p:cNvGrpSpPr/>
          <p:nvPr/>
        </p:nvGrpSpPr>
        <p:grpSpPr>
          <a:xfrm rot="0">
            <a:off x="1065247" y="1826943"/>
            <a:ext cx="1743732" cy="1743732"/>
            <a:chOff x="0" y="0"/>
            <a:chExt cx="2324976" cy="2324976"/>
          </a:xfrm>
        </p:grpSpPr>
        <p:sp>
          <p:nvSpPr>
            <p:cNvPr name="Freeform 10" id="10"/>
            <p:cNvSpPr/>
            <p:nvPr/>
          </p:nvSpPr>
          <p:spPr>
            <a:xfrm flipH="false" flipV="false" rot="0">
              <a:off x="0" y="0"/>
              <a:ext cx="2324989" cy="2324989"/>
            </a:xfrm>
            <a:custGeom>
              <a:avLst/>
              <a:gdLst/>
              <a:ahLst/>
              <a:cxnLst/>
              <a:rect r="r" b="b" t="t" l="l"/>
              <a:pathLst>
                <a:path h="2324989" w="2324989">
                  <a:moveTo>
                    <a:pt x="0" y="0"/>
                  </a:moveTo>
                  <a:lnTo>
                    <a:pt x="2324989" y="0"/>
                  </a:lnTo>
                  <a:lnTo>
                    <a:pt x="2324989" y="2324989"/>
                  </a:lnTo>
                  <a:lnTo>
                    <a:pt x="0" y="2324989"/>
                  </a:lnTo>
                  <a:lnTo>
                    <a:pt x="0" y="0"/>
                  </a:lnTo>
                  <a:close/>
                </a:path>
              </a:pathLst>
            </a:custGeom>
            <a:blipFill>
              <a:blip r:embed="rId8"/>
              <a:stretch>
                <a:fillRect l="0" t="0" r="0" b="0"/>
              </a:stretch>
            </a:blipFill>
          </p:spPr>
        </p:sp>
      </p:grpSp>
      <p:grpSp>
        <p:nvGrpSpPr>
          <p:cNvPr name="Group 11" id="11"/>
          <p:cNvGrpSpPr/>
          <p:nvPr/>
        </p:nvGrpSpPr>
        <p:grpSpPr>
          <a:xfrm rot="0">
            <a:off x="4368670" y="1683296"/>
            <a:ext cx="2448849" cy="1819951"/>
            <a:chOff x="0" y="0"/>
            <a:chExt cx="3265132" cy="2426602"/>
          </a:xfrm>
        </p:grpSpPr>
        <p:sp>
          <p:nvSpPr>
            <p:cNvPr name="Freeform 12" id="12"/>
            <p:cNvSpPr/>
            <p:nvPr/>
          </p:nvSpPr>
          <p:spPr>
            <a:xfrm flipH="false" flipV="false" rot="0">
              <a:off x="0" y="0"/>
              <a:ext cx="3265170" cy="2426589"/>
            </a:xfrm>
            <a:custGeom>
              <a:avLst/>
              <a:gdLst/>
              <a:ahLst/>
              <a:cxnLst/>
              <a:rect r="r" b="b" t="t" l="l"/>
              <a:pathLst>
                <a:path h="2426589" w="3265170">
                  <a:moveTo>
                    <a:pt x="0" y="0"/>
                  </a:moveTo>
                  <a:lnTo>
                    <a:pt x="3265170" y="0"/>
                  </a:lnTo>
                  <a:lnTo>
                    <a:pt x="3265170" y="2426589"/>
                  </a:lnTo>
                  <a:lnTo>
                    <a:pt x="0" y="2426589"/>
                  </a:lnTo>
                  <a:lnTo>
                    <a:pt x="0" y="0"/>
                  </a:lnTo>
                  <a:close/>
                </a:path>
              </a:pathLst>
            </a:custGeom>
            <a:blipFill>
              <a:blip r:embed="rId9"/>
              <a:stretch>
                <a:fillRect l="0" t="0" r="1" b="0"/>
              </a:stretch>
            </a:blipFill>
          </p:spPr>
        </p:sp>
      </p:grpSp>
      <p:grpSp>
        <p:nvGrpSpPr>
          <p:cNvPr name="Group 13" id="13"/>
          <p:cNvGrpSpPr/>
          <p:nvPr/>
        </p:nvGrpSpPr>
        <p:grpSpPr>
          <a:xfrm rot="0">
            <a:off x="0" y="0"/>
            <a:ext cx="7565136" cy="105527"/>
            <a:chOff x="0" y="0"/>
            <a:chExt cx="7565136" cy="105524"/>
          </a:xfrm>
        </p:grpSpPr>
        <p:sp>
          <p:nvSpPr>
            <p:cNvPr name="Freeform 14" id="14"/>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15" id="15"/>
          <p:cNvGrpSpPr/>
          <p:nvPr/>
        </p:nvGrpSpPr>
        <p:grpSpPr>
          <a:xfrm rot="0">
            <a:off x="0" y="10532631"/>
            <a:ext cx="7086543" cy="165849"/>
            <a:chOff x="0" y="0"/>
            <a:chExt cx="7086536" cy="165849"/>
          </a:xfrm>
        </p:grpSpPr>
        <p:sp>
          <p:nvSpPr>
            <p:cNvPr name="Freeform 16" id="16"/>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17" id="17"/>
          <p:cNvSpPr/>
          <p:nvPr/>
        </p:nvSpPr>
        <p:spPr>
          <a:xfrm flipH="false" flipV="false" rot="0">
            <a:off x="2206095" y="746760"/>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8" id="18"/>
          <p:cNvGrpSpPr/>
          <p:nvPr/>
        </p:nvGrpSpPr>
        <p:grpSpPr>
          <a:xfrm rot="0">
            <a:off x="948052" y="4714218"/>
            <a:ext cx="1810436" cy="1515018"/>
            <a:chOff x="0" y="0"/>
            <a:chExt cx="2413914" cy="2020024"/>
          </a:xfrm>
        </p:grpSpPr>
        <p:sp>
          <p:nvSpPr>
            <p:cNvPr name="Freeform 19" id="19"/>
            <p:cNvSpPr/>
            <p:nvPr/>
          </p:nvSpPr>
          <p:spPr>
            <a:xfrm flipH="false" flipV="false" rot="0">
              <a:off x="0" y="0"/>
              <a:ext cx="2413889" cy="2020062"/>
            </a:xfrm>
            <a:custGeom>
              <a:avLst/>
              <a:gdLst/>
              <a:ahLst/>
              <a:cxnLst/>
              <a:rect r="r" b="b" t="t" l="l"/>
              <a:pathLst>
                <a:path h="2020062" w="2413889">
                  <a:moveTo>
                    <a:pt x="0" y="0"/>
                  </a:moveTo>
                  <a:lnTo>
                    <a:pt x="2413889" y="0"/>
                  </a:lnTo>
                  <a:lnTo>
                    <a:pt x="2413889" y="2020062"/>
                  </a:lnTo>
                  <a:lnTo>
                    <a:pt x="0" y="2020062"/>
                  </a:lnTo>
                  <a:lnTo>
                    <a:pt x="0" y="0"/>
                  </a:lnTo>
                  <a:close/>
                </a:path>
              </a:pathLst>
            </a:custGeom>
            <a:blipFill>
              <a:blip r:embed="rId12"/>
              <a:stretch>
                <a:fillRect l="-218" t="0" r="-291" b="0"/>
              </a:stretch>
            </a:blipFill>
          </p:spPr>
        </p:sp>
      </p:grpSp>
      <p:sp>
        <p:nvSpPr>
          <p:cNvPr name="Freeform 20" id="20"/>
          <p:cNvSpPr/>
          <p:nvPr/>
        </p:nvSpPr>
        <p:spPr>
          <a:xfrm flipH="false" flipV="false" rot="0">
            <a:off x="85839" y="4089464"/>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3866074" y="4089464"/>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2" id="22"/>
          <p:cNvGrpSpPr/>
          <p:nvPr/>
        </p:nvGrpSpPr>
        <p:grpSpPr>
          <a:xfrm rot="0">
            <a:off x="4202706" y="4839738"/>
            <a:ext cx="2782348" cy="1515046"/>
            <a:chOff x="0" y="0"/>
            <a:chExt cx="3709797" cy="2020062"/>
          </a:xfrm>
        </p:grpSpPr>
        <p:sp>
          <p:nvSpPr>
            <p:cNvPr name="Freeform 23" id="23"/>
            <p:cNvSpPr/>
            <p:nvPr/>
          </p:nvSpPr>
          <p:spPr>
            <a:xfrm flipH="false" flipV="false" rot="0">
              <a:off x="0" y="0"/>
              <a:ext cx="3709797" cy="2020062"/>
            </a:xfrm>
            <a:custGeom>
              <a:avLst/>
              <a:gdLst/>
              <a:ahLst/>
              <a:cxnLst/>
              <a:rect r="r" b="b" t="t" l="l"/>
              <a:pathLst>
                <a:path h="2020062" w="3709797">
                  <a:moveTo>
                    <a:pt x="0" y="0"/>
                  </a:moveTo>
                  <a:lnTo>
                    <a:pt x="3709797" y="0"/>
                  </a:lnTo>
                  <a:lnTo>
                    <a:pt x="3709797" y="2020062"/>
                  </a:lnTo>
                  <a:lnTo>
                    <a:pt x="0" y="2020062"/>
                  </a:lnTo>
                  <a:lnTo>
                    <a:pt x="0" y="0"/>
                  </a:lnTo>
                  <a:close/>
                </a:path>
              </a:pathLst>
            </a:custGeom>
            <a:blipFill>
              <a:blip r:embed="rId17"/>
              <a:stretch>
                <a:fillRect l="0" t="-32064" r="0" b="-13218"/>
              </a:stretch>
            </a:blipFill>
          </p:spPr>
        </p:sp>
      </p:grpSp>
      <p:grpSp>
        <p:nvGrpSpPr>
          <p:cNvPr name="Group 24" id="24"/>
          <p:cNvGrpSpPr/>
          <p:nvPr/>
        </p:nvGrpSpPr>
        <p:grpSpPr>
          <a:xfrm rot="0">
            <a:off x="149219" y="1759706"/>
            <a:ext cx="3023997" cy="60484"/>
            <a:chOff x="0" y="0"/>
            <a:chExt cx="3023997" cy="60477"/>
          </a:xfrm>
        </p:grpSpPr>
        <p:sp>
          <p:nvSpPr>
            <p:cNvPr name="Freeform 25" id="2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6" id="26"/>
          <p:cNvGrpSpPr/>
          <p:nvPr/>
        </p:nvGrpSpPr>
        <p:grpSpPr>
          <a:xfrm rot="0">
            <a:off x="155943" y="4682185"/>
            <a:ext cx="3023997" cy="60484"/>
            <a:chOff x="0" y="0"/>
            <a:chExt cx="3023997" cy="60477"/>
          </a:xfrm>
        </p:grpSpPr>
        <p:sp>
          <p:nvSpPr>
            <p:cNvPr name="Freeform 27" id="2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8" id="28"/>
          <p:cNvSpPr/>
          <p:nvPr/>
        </p:nvSpPr>
        <p:spPr>
          <a:xfrm flipH="false" flipV="false" rot="0">
            <a:off x="-66551" y="-63503"/>
            <a:ext cx="7692895" cy="1394155"/>
          </a:xfrm>
          <a:custGeom>
            <a:avLst/>
            <a:gdLst/>
            <a:ahLst/>
            <a:cxnLst/>
            <a:rect r="r" b="b" t="t" l="l"/>
            <a:pathLst>
              <a:path h="1394155" w="7692895">
                <a:moveTo>
                  <a:pt x="0" y="0"/>
                </a:moveTo>
                <a:lnTo>
                  <a:pt x="7692895" y="0"/>
                </a:lnTo>
                <a:lnTo>
                  <a:pt x="7692895" y="1394155"/>
                </a:lnTo>
                <a:lnTo>
                  <a:pt x="0" y="13941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9" id="29"/>
          <p:cNvGrpSpPr/>
          <p:nvPr/>
        </p:nvGrpSpPr>
        <p:grpSpPr>
          <a:xfrm rot="0">
            <a:off x="3928043" y="1759706"/>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3928043" y="4682185"/>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3" id="33"/>
          <p:cNvGrpSpPr/>
          <p:nvPr/>
        </p:nvGrpSpPr>
        <p:grpSpPr>
          <a:xfrm rot="0">
            <a:off x="-63503" y="9484871"/>
            <a:ext cx="7689847" cy="1275207"/>
            <a:chOff x="0" y="0"/>
            <a:chExt cx="7689850" cy="1275207"/>
          </a:xfrm>
        </p:grpSpPr>
        <p:sp>
          <p:nvSpPr>
            <p:cNvPr name="Freeform 34" id="34"/>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35" id="35"/>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6" id="36"/>
          <p:cNvSpPr txBox="true"/>
          <p:nvPr/>
        </p:nvSpPr>
        <p:spPr>
          <a:xfrm rot="0">
            <a:off x="1124474" y="3461728"/>
            <a:ext cx="151719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SS 304</a:t>
            </a:r>
          </a:p>
        </p:txBody>
      </p:sp>
      <p:sp>
        <p:nvSpPr>
          <p:cNvPr name="TextBox 37" id="37"/>
          <p:cNvSpPr txBox="true"/>
          <p:nvPr/>
        </p:nvSpPr>
        <p:spPr>
          <a:xfrm rot="0">
            <a:off x="963673" y="6309398"/>
            <a:ext cx="184507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SS 304</a:t>
            </a:r>
          </a:p>
        </p:txBody>
      </p:sp>
      <p:sp>
        <p:nvSpPr>
          <p:cNvPr name="TextBox 38" id="38"/>
          <p:cNvSpPr txBox="true"/>
          <p:nvPr/>
        </p:nvSpPr>
        <p:spPr>
          <a:xfrm rot="0">
            <a:off x="4904727" y="3461728"/>
            <a:ext cx="151719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SS 304</a:t>
            </a:r>
          </a:p>
        </p:txBody>
      </p:sp>
      <p:sp>
        <p:nvSpPr>
          <p:cNvPr name="TextBox 39" id="39"/>
          <p:cNvSpPr txBox="true"/>
          <p:nvPr/>
        </p:nvSpPr>
        <p:spPr>
          <a:xfrm rot="0">
            <a:off x="4743926" y="6309398"/>
            <a:ext cx="184507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SS 304</a:t>
            </a:r>
          </a:p>
        </p:txBody>
      </p:sp>
      <p:sp>
        <p:nvSpPr>
          <p:cNvPr name="TextBox 40" id="40"/>
          <p:cNvSpPr txBox="true"/>
          <p:nvPr/>
        </p:nvSpPr>
        <p:spPr>
          <a:xfrm rot="0">
            <a:off x="7046462" y="10145220"/>
            <a:ext cx="482851"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36</a:t>
            </a:r>
          </a:p>
        </p:txBody>
      </p:sp>
      <p:sp>
        <p:nvSpPr>
          <p:cNvPr name="TextBox 41" id="41"/>
          <p:cNvSpPr txBox="true"/>
          <p:nvPr/>
        </p:nvSpPr>
        <p:spPr>
          <a:xfrm rot="0">
            <a:off x="3527603" y="857498"/>
            <a:ext cx="517646"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NUTS</a:t>
            </a:r>
          </a:p>
        </p:txBody>
      </p:sp>
      <p:sp>
        <p:nvSpPr>
          <p:cNvPr name="TextBox 42" id="42"/>
          <p:cNvSpPr txBox="true"/>
          <p:nvPr/>
        </p:nvSpPr>
        <p:spPr>
          <a:xfrm rot="0">
            <a:off x="1090851" y="1410891"/>
            <a:ext cx="155038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SQUARE NUT</a:t>
            </a:r>
          </a:p>
        </p:txBody>
      </p:sp>
      <p:sp>
        <p:nvSpPr>
          <p:cNvPr name="TextBox 43" id="43"/>
          <p:cNvSpPr txBox="true"/>
          <p:nvPr/>
        </p:nvSpPr>
        <p:spPr>
          <a:xfrm rot="0">
            <a:off x="948052" y="4298337"/>
            <a:ext cx="182732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COUPLING NUT</a:t>
            </a:r>
          </a:p>
        </p:txBody>
      </p:sp>
      <p:sp>
        <p:nvSpPr>
          <p:cNvPr name="TextBox 44" id="44"/>
          <p:cNvSpPr txBox="true"/>
          <p:nvPr/>
        </p:nvSpPr>
        <p:spPr>
          <a:xfrm rot="0">
            <a:off x="5028438" y="1403909"/>
            <a:ext cx="1244889"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WELD NUT</a:t>
            </a:r>
          </a:p>
        </p:txBody>
      </p:sp>
      <p:sp>
        <p:nvSpPr>
          <p:cNvPr name="TextBox 45" id="45"/>
          <p:cNvSpPr txBox="true"/>
          <p:nvPr/>
        </p:nvSpPr>
        <p:spPr>
          <a:xfrm rot="0">
            <a:off x="5128165" y="4298337"/>
            <a:ext cx="129092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THIN NUTS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151157"/>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782" y="6959737"/>
            <a:ext cx="3564903" cy="2737828"/>
          </a:xfrm>
          <a:custGeom>
            <a:avLst/>
            <a:gdLst/>
            <a:ahLst/>
            <a:cxnLst/>
            <a:rect r="r" b="b" t="t" l="l"/>
            <a:pathLst>
              <a:path h="2737828" w="3564903">
                <a:moveTo>
                  <a:pt x="0" y="0"/>
                </a:moveTo>
                <a:lnTo>
                  <a:pt x="3564903" y="0"/>
                </a:lnTo>
                <a:lnTo>
                  <a:pt x="3564903" y="2737827"/>
                </a:lnTo>
                <a:lnTo>
                  <a:pt x="0" y="27378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56225" y="4125058"/>
            <a:ext cx="3564903" cy="2766422"/>
          </a:xfrm>
          <a:custGeom>
            <a:avLst/>
            <a:gdLst/>
            <a:ahLst/>
            <a:cxnLst/>
            <a:rect r="r" b="b" t="t" l="l"/>
            <a:pathLst>
              <a:path h="2766422" w="3564903">
                <a:moveTo>
                  <a:pt x="0" y="0"/>
                </a:moveTo>
                <a:lnTo>
                  <a:pt x="3564903" y="0"/>
                </a:lnTo>
                <a:lnTo>
                  <a:pt x="3564903" y="2766422"/>
                </a:lnTo>
                <a:lnTo>
                  <a:pt x="0" y="27664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11" y="108728"/>
            <a:ext cx="7345042" cy="3922652"/>
          </a:xfrm>
          <a:custGeom>
            <a:avLst/>
            <a:gdLst/>
            <a:ahLst/>
            <a:cxnLst/>
            <a:rect r="r" b="b" t="t" l="l"/>
            <a:pathLst>
              <a:path h="3922652" w="7345042">
                <a:moveTo>
                  <a:pt x="0" y="0"/>
                </a:moveTo>
                <a:lnTo>
                  <a:pt x="7345042" y="0"/>
                </a:lnTo>
                <a:lnTo>
                  <a:pt x="7345042" y="3922652"/>
                </a:lnTo>
                <a:lnTo>
                  <a:pt x="0" y="39226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56225" y="6954336"/>
            <a:ext cx="3772405" cy="3807647"/>
          </a:xfrm>
          <a:custGeom>
            <a:avLst/>
            <a:gdLst/>
            <a:ahLst/>
            <a:cxnLst/>
            <a:rect r="r" b="b" t="t" l="l"/>
            <a:pathLst>
              <a:path h="3807647" w="3772405">
                <a:moveTo>
                  <a:pt x="0" y="0"/>
                </a:moveTo>
                <a:lnTo>
                  <a:pt x="3772405" y="0"/>
                </a:lnTo>
                <a:lnTo>
                  <a:pt x="3772405" y="3807647"/>
                </a:lnTo>
                <a:lnTo>
                  <a:pt x="0" y="38076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1008688" y="1862709"/>
            <a:ext cx="1772317" cy="1619860"/>
            <a:chOff x="0" y="0"/>
            <a:chExt cx="2363089" cy="2159813"/>
          </a:xfrm>
        </p:grpSpPr>
        <p:sp>
          <p:nvSpPr>
            <p:cNvPr name="Freeform 10" id="10"/>
            <p:cNvSpPr/>
            <p:nvPr/>
          </p:nvSpPr>
          <p:spPr>
            <a:xfrm flipH="false" flipV="false" rot="0">
              <a:off x="0" y="0"/>
              <a:ext cx="2363089" cy="2159762"/>
            </a:xfrm>
            <a:custGeom>
              <a:avLst/>
              <a:gdLst/>
              <a:ahLst/>
              <a:cxnLst/>
              <a:rect r="r" b="b" t="t" l="l"/>
              <a:pathLst>
                <a:path h="2159762" w="2363089">
                  <a:moveTo>
                    <a:pt x="0" y="0"/>
                  </a:moveTo>
                  <a:lnTo>
                    <a:pt x="2363089" y="0"/>
                  </a:lnTo>
                  <a:lnTo>
                    <a:pt x="2363089" y="2159762"/>
                  </a:lnTo>
                  <a:lnTo>
                    <a:pt x="0" y="2159762"/>
                  </a:lnTo>
                  <a:lnTo>
                    <a:pt x="0" y="0"/>
                  </a:lnTo>
                  <a:close/>
                </a:path>
              </a:pathLst>
            </a:custGeom>
            <a:blipFill>
              <a:blip r:embed="rId13"/>
              <a:stretch>
                <a:fillRect l="-33976" t="-24978" r="-35378" b="-13260"/>
              </a:stretch>
            </a:blipFill>
          </p:spPr>
        </p:sp>
      </p:grpSp>
      <p:grpSp>
        <p:nvGrpSpPr>
          <p:cNvPr name="Group 11" id="11"/>
          <p:cNvGrpSpPr/>
          <p:nvPr/>
        </p:nvGrpSpPr>
        <p:grpSpPr>
          <a:xfrm rot="0">
            <a:off x="4517565" y="1852670"/>
            <a:ext cx="2239223" cy="1686554"/>
            <a:chOff x="0" y="0"/>
            <a:chExt cx="2985630" cy="2248738"/>
          </a:xfrm>
        </p:grpSpPr>
        <p:sp>
          <p:nvSpPr>
            <p:cNvPr name="Freeform 12" id="12"/>
            <p:cNvSpPr/>
            <p:nvPr/>
          </p:nvSpPr>
          <p:spPr>
            <a:xfrm flipH="false" flipV="false" rot="0">
              <a:off x="0" y="0"/>
              <a:ext cx="2985643" cy="2248789"/>
            </a:xfrm>
            <a:custGeom>
              <a:avLst/>
              <a:gdLst/>
              <a:ahLst/>
              <a:cxnLst/>
              <a:rect r="r" b="b" t="t" l="l"/>
              <a:pathLst>
                <a:path h="2248789" w="2985643">
                  <a:moveTo>
                    <a:pt x="0" y="0"/>
                  </a:moveTo>
                  <a:lnTo>
                    <a:pt x="2985643" y="0"/>
                  </a:lnTo>
                  <a:lnTo>
                    <a:pt x="2985643" y="2248789"/>
                  </a:lnTo>
                  <a:lnTo>
                    <a:pt x="0" y="2248789"/>
                  </a:lnTo>
                  <a:lnTo>
                    <a:pt x="0" y="0"/>
                  </a:lnTo>
                  <a:close/>
                </a:path>
              </a:pathLst>
            </a:custGeom>
            <a:blipFill>
              <a:blip r:embed="rId14"/>
              <a:stretch>
                <a:fillRect l="0" t="0" r="0" b="2"/>
              </a:stretch>
            </a:blipFill>
          </p:spPr>
        </p:sp>
      </p:grpSp>
      <p:grpSp>
        <p:nvGrpSpPr>
          <p:cNvPr name="Group 13" id="13"/>
          <p:cNvGrpSpPr/>
          <p:nvPr/>
        </p:nvGrpSpPr>
        <p:grpSpPr>
          <a:xfrm rot="0">
            <a:off x="872719" y="4752442"/>
            <a:ext cx="2086766" cy="1562681"/>
            <a:chOff x="0" y="0"/>
            <a:chExt cx="2782354" cy="2083575"/>
          </a:xfrm>
        </p:grpSpPr>
        <p:sp>
          <p:nvSpPr>
            <p:cNvPr name="Freeform 14" id="14"/>
            <p:cNvSpPr/>
            <p:nvPr/>
          </p:nvSpPr>
          <p:spPr>
            <a:xfrm flipH="false" flipV="false" rot="0">
              <a:off x="0" y="0"/>
              <a:ext cx="2782316" cy="2083562"/>
            </a:xfrm>
            <a:custGeom>
              <a:avLst/>
              <a:gdLst/>
              <a:ahLst/>
              <a:cxnLst/>
              <a:rect r="r" b="b" t="t" l="l"/>
              <a:pathLst>
                <a:path h="2083562" w="2782316">
                  <a:moveTo>
                    <a:pt x="0" y="0"/>
                  </a:moveTo>
                  <a:lnTo>
                    <a:pt x="2782316" y="0"/>
                  </a:lnTo>
                  <a:lnTo>
                    <a:pt x="2782316" y="2083562"/>
                  </a:lnTo>
                  <a:lnTo>
                    <a:pt x="0" y="2083562"/>
                  </a:lnTo>
                  <a:lnTo>
                    <a:pt x="0" y="0"/>
                  </a:lnTo>
                  <a:close/>
                </a:path>
              </a:pathLst>
            </a:custGeom>
            <a:blipFill>
              <a:blip r:embed="rId15"/>
              <a:stretch>
                <a:fillRect l="0" t="0" r="-1" b="0"/>
              </a:stretch>
            </a:blipFill>
          </p:spPr>
        </p:sp>
      </p:grpSp>
      <p:grpSp>
        <p:nvGrpSpPr>
          <p:cNvPr name="Group 15" id="15"/>
          <p:cNvGrpSpPr/>
          <p:nvPr/>
        </p:nvGrpSpPr>
        <p:grpSpPr>
          <a:xfrm rot="0">
            <a:off x="4517565" y="4716970"/>
            <a:ext cx="2124875" cy="1600800"/>
            <a:chOff x="0" y="0"/>
            <a:chExt cx="2833167" cy="2134400"/>
          </a:xfrm>
        </p:grpSpPr>
        <p:sp>
          <p:nvSpPr>
            <p:cNvPr name="Freeform 16" id="16"/>
            <p:cNvSpPr/>
            <p:nvPr/>
          </p:nvSpPr>
          <p:spPr>
            <a:xfrm flipH="false" flipV="false" rot="0">
              <a:off x="0" y="0"/>
              <a:ext cx="2833116" cy="2134362"/>
            </a:xfrm>
            <a:custGeom>
              <a:avLst/>
              <a:gdLst/>
              <a:ahLst/>
              <a:cxnLst/>
              <a:rect r="r" b="b" t="t" l="l"/>
              <a:pathLst>
                <a:path h="2134362" w="2833116">
                  <a:moveTo>
                    <a:pt x="0" y="0"/>
                  </a:moveTo>
                  <a:lnTo>
                    <a:pt x="2833116" y="0"/>
                  </a:lnTo>
                  <a:lnTo>
                    <a:pt x="2833116" y="2134362"/>
                  </a:lnTo>
                  <a:lnTo>
                    <a:pt x="0" y="2134362"/>
                  </a:lnTo>
                  <a:lnTo>
                    <a:pt x="0" y="0"/>
                  </a:lnTo>
                  <a:close/>
                </a:path>
              </a:pathLst>
            </a:custGeom>
            <a:blipFill>
              <a:blip r:embed="rId16"/>
              <a:stretch>
                <a:fillRect l="0" t="0" r="-1" b="-1"/>
              </a:stretch>
            </a:blipFill>
          </p:spPr>
        </p:sp>
      </p:grpSp>
      <p:grpSp>
        <p:nvGrpSpPr>
          <p:cNvPr name="Group 17" id="17"/>
          <p:cNvGrpSpPr/>
          <p:nvPr/>
        </p:nvGrpSpPr>
        <p:grpSpPr>
          <a:xfrm rot="0">
            <a:off x="748779" y="7557030"/>
            <a:ext cx="2153460" cy="1619860"/>
            <a:chOff x="0" y="0"/>
            <a:chExt cx="2871280" cy="2159813"/>
          </a:xfrm>
        </p:grpSpPr>
        <p:sp>
          <p:nvSpPr>
            <p:cNvPr name="Freeform 18" id="18"/>
            <p:cNvSpPr/>
            <p:nvPr/>
          </p:nvSpPr>
          <p:spPr>
            <a:xfrm flipH="false" flipV="false" rot="0">
              <a:off x="0" y="0"/>
              <a:ext cx="2871343" cy="2159762"/>
            </a:xfrm>
            <a:custGeom>
              <a:avLst/>
              <a:gdLst/>
              <a:ahLst/>
              <a:cxnLst/>
              <a:rect r="r" b="b" t="t" l="l"/>
              <a:pathLst>
                <a:path h="2159762" w="2871343">
                  <a:moveTo>
                    <a:pt x="0" y="0"/>
                  </a:moveTo>
                  <a:lnTo>
                    <a:pt x="2871343" y="0"/>
                  </a:lnTo>
                  <a:lnTo>
                    <a:pt x="2871343" y="2159762"/>
                  </a:lnTo>
                  <a:lnTo>
                    <a:pt x="0" y="2159762"/>
                  </a:lnTo>
                  <a:lnTo>
                    <a:pt x="0" y="0"/>
                  </a:lnTo>
                  <a:close/>
                </a:path>
              </a:pathLst>
            </a:custGeom>
            <a:blipFill>
              <a:blip r:embed="rId17"/>
              <a:stretch>
                <a:fillRect l="0" t="0" r="2" b="-2"/>
              </a:stretch>
            </a:blipFill>
          </p:spPr>
        </p:sp>
      </p:grpSp>
      <p:grpSp>
        <p:nvGrpSpPr>
          <p:cNvPr name="Group 19" id="19"/>
          <p:cNvGrpSpPr/>
          <p:nvPr/>
        </p:nvGrpSpPr>
        <p:grpSpPr>
          <a:xfrm rot="0">
            <a:off x="4443774" y="7518930"/>
            <a:ext cx="2315451" cy="1562681"/>
            <a:chOff x="0" y="0"/>
            <a:chExt cx="3087268" cy="2083575"/>
          </a:xfrm>
        </p:grpSpPr>
        <p:sp>
          <p:nvSpPr>
            <p:cNvPr name="Freeform 20" id="20"/>
            <p:cNvSpPr/>
            <p:nvPr/>
          </p:nvSpPr>
          <p:spPr>
            <a:xfrm flipH="false" flipV="false" rot="0">
              <a:off x="0" y="0"/>
              <a:ext cx="3087243" cy="2083562"/>
            </a:xfrm>
            <a:custGeom>
              <a:avLst/>
              <a:gdLst/>
              <a:ahLst/>
              <a:cxnLst/>
              <a:rect r="r" b="b" t="t" l="l"/>
              <a:pathLst>
                <a:path h="2083562" w="3087243">
                  <a:moveTo>
                    <a:pt x="0" y="0"/>
                  </a:moveTo>
                  <a:lnTo>
                    <a:pt x="3087243" y="0"/>
                  </a:lnTo>
                  <a:lnTo>
                    <a:pt x="3087243" y="2083562"/>
                  </a:lnTo>
                  <a:lnTo>
                    <a:pt x="0" y="2083562"/>
                  </a:lnTo>
                  <a:lnTo>
                    <a:pt x="0" y="0"/>
                  </a:lnTo>
                  <a:close/>
                </a:path>
              </a:pathLst>
            </a:custGeom>
            <a:blipFill>
              <a:blip r:embed="rId18"/>
              <a:stretch>
                <a:fillRect l="0" t="0" r="0" b="0"/>
              </a:stretch>
            </a:blipFill>
          </p:spPr>
        </p:sp>
      </p:grpSp>
      <p:grpSp>
        <p:nvGrpSpPr>
          <p:cNvPr name="Group 21" id="21"/>
          <p:cNvGrpSpPr/>
          <p:nvPr/>
        </p:nvGrpSpPr>
        <p:grpSpPr>
          <a:xfrm rot="0">
            <a:off x="149219" y="1759706"/>
            <a:ext cx="3023997" cy="60484"/>
            <a:chOff x="0" y="0"/>
            <a:chExt cx="3023997" cy="60477"/>
          </a:xfrm>
        </p:grpSpPr>
        <p:sp>
          <p:nvSpPr>
            <p:cNvPr name="Freeform 22" id="2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3" id="23"/>
          <p:cNvGrpSpPr/>
          <p:nvPr/>
        </p:nvGrpSpPr>
        <p:grpSpPr>
          <a:xfrm rot="0">
            <a:off x="149219" y="4642542"/>
            <a:ext cx="3023997" cy="60484"/>
            <a:chOff x="0" y="0"/>
            <a:chExt cx="3023997" cy="60477"/>
          </a:xfrm>
        </p:grpSpPr>
        <p:sp>
          <p:nvSpPr>
            <p:cNvPr name="Freeform 24" id="2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5" id="25"/>
          <p:cNvGrpSpPr/>
          <p:nvPr/>
        </p:nvGrpSpPr>
        <p:grpSpPr>
          <a:xfrm rot="0">
            <a:off x="149219" y="7455608"/>
            <a:ext cx="3023997" cy="60484"/>
            <a:chOff x="0" y="0"/>
            <a:chExt cx="3023997" cy="60477"/>
          </a:xfrm>
        </p:grpSpPr>
        <p:sp>
          <p:nvSpPr>
            <p:cNvPr name="Freeform 26" id="2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sp>
        <p:nvSpPr>
          <p:cNvPr name="Freeform 27" id="27"/>
          <p:cNvSpPr/>
          <p:nvPr/>
        </p:nvSpPr>
        <p:spPr>
          <a:xfrm flipH="false" flipV="false" rot="0">
            <a:off x="-63503" y="-63503"/>
            <a:ext cx="7692133" cy="1441656"/>
          </a:xfrm>
          <a:custGeom>
            <a:avLst/>
            <a:gdLst/>
            <a:ahLst/>
            <a:cxnLst/>
            <a:rect r="r" b="b" t="t" l="l"/>
            <a:pathLst>
              <a:path h="1441656" w="7692133">
                <a:moveTo>
                  <a:pt x="0" y="0"/>
                </a:moveTo>
                <a:lnTo>
                  <a:pt x="7692133" y="0"/>
                </a:lnTo>
                <a:lnTo>
                  <a:pt x="7692133" y="1441656"/>
                </a:lnTo>
                <a:lnTo>
                  <a:pt x="0" y="144165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8" id="28"/>
          <p:cNvGrpSpPr/>
          <p:nvPr/>
        </p:nvGrpSpPr>
        <p:grpSpPr>
          <a:xfrm rot="0">
            <a:off x="3928043" y="1759706"/>
            <a:ext cx="3023997" cy="60484"/>
            <a:chOff x="0" y="0"/>
            <a:chExt cx="3023997" cy="60477"/>
          </a:xfrm>
        </p:grpSpPr>
        <p:sp>
          <p:nvSpPr>
            <p:cNvPr name="Freeform 29" id="2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0" id="30"/>
          <p:cNvGrpSpPr/>
          <p:nvPr/>
        </p:nvGrpSpPr>
        <p:grpSpPr>
          <a:xfrm rot="0">
            <a:off x="3928043" y="4642542"/>
            <a:ext cx="3023997" cy="60484"/>
            <a:chOff x="0" y="0"/>
            <a:chExt cx="3023997" cy="60477"/>
          </a:xfrm>
        </p:grpSpPr>
        <p:sp>
          <p:nvSpPr>
            <p:cNvPr name="Freeform 31" id="31"/>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2" id="32"/>
          <p:cNvGrpSpPr/>
          <p:nvPr/>
        </p:nvGrpSpPr>
        <p:grpSpPr>
          <a:xfrm rot="0">
            <a:off x="3928043" y="7425357"/>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63503" y="9484871"/>
            <a:ext cx="7689847" cy="1277112"/>
            <a:chOff x="0" y="0"/>
            <a:chExt cx="7689850" cy="1277112"/>
          </a:xfrm>
        </p:grpSpPr>
        <p:sp>
          <p:nvSpPr>
            <p:cNvPr name="Freeform 35" id="35"/>
            <p:cNvSpPr/>
            <p:nvPr/>
          </p:nvSpPr>
          <p:spPr>
            <a:xfrm flipH="false" flipV="false" rot="0">
              <a:off x="63500" y="1047753"/>
              <a:ext cx="7086600" cy="163957"/>
            </a:xfrm>
            <a:custGeom>
              <a:avLst/>
              <a:gdLst/>
              <a:ahLst/>
              <a:cxnLst/>
              <a:rect r="r" b="b" t="t" l="l"/>
              <a:pathLst>
                <a:path h="163957" w="7086600">
                  <a:moveTo>
                    <a:pt x="0" y="0"/>
                  </a:moveTo>
                  <a:lnTo>
                    <a:pt x="0" y="163957"/>
                  </a:lnTo>
                  <a:lnTo>
                    <a:pt x="7086600" y="163957"/>
                  </a:lnTo>
                  <a:lnTo>
                    <a:pt x="7086600" y="0"/>
                  </a:lnTo>
                  <a:close/>
                </a:path>
              </a:pathLst>
            </a:custGeom>
            <a:solidFill>
              <a:srgbClr val="FF9100"/>
            </a:solidFill>
          </p:spPr>
        </p:sp>
        <p:sp>
          <p:nvSpPr>
            <p:cNvPr name="Freeform 36" id="36"/>
            <p:cNvSpPr/>
            <p:nvPr/>
          </p:nvSpPr>
          <p:spPr>
            <a:xfrm flipH="false" flipV="false" rot="0">
              <a:off x="6433566" y="63500"/>
              <a:ext cx="1192784" cy="1148210"/>
            </a:xfrm>
            <a:custGeom>
              <a:avLst/>
              <a:gdLst/>
              <a:ahLst/>
              <a:cxnLst/>
              <a:rect r="r" b="b" t="t" l="l"/>
              <a:pathLst>
                <a:path h="1148210" w="1192784">
                  <a:moveTo>
                    <a:pt x="0" y="0"/>
                  </a:moveTo>
                  <a:lnTo>
                    <a:pt x="0" y="1148210"/>
                  </a:lnTo>
                  <a:lnTo>
                    <a:pt x="1192784" y="1148210"/>
                  </a:lnTo>
                  <a:lnTo>
                    <a:pt x="1192784" y="0"/>
                  </a:lnTo>
                  <a:close/>
                </a:path>
              </a:pathLst>
            </a:custGeom>
            <a:solidFill>
              <a:srgbClr val="000000">
                <a:alpha val="0"/>
              </a:srgbClr>
            </a:solidFill>
          </p:spPr>
        </p:sp>
        <p:sp>
          <p:nvSpPr>
            <p:cNvPr name="Freeform 37" id="37"/>
            <p:cNvSpPr/>
            <p:nvPr/>
          </p:nvSpPr>
          <p:spPr>
            <a:xfrm flipH="false" flipV="false" rot="0">
              <a:off x="63500" y="1043816"/>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38" id="38"/>
          <p:cNvSpPr txBox="true"/>
          <p:nvPr/>
        </p:nvSpPr>
        <p:spPr>
          <a:xfrm rot="0">
            <a:off x="3090558" y="754085"/>
            <a:ext cx="1408986"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WASHERS</a:t>
            </a:r>
          </a:p>
        </p:txBody>
      </p:sp>
      <p:sp>
        <p:nvSpPr>
          <p:cNvPr name="TextBox 39" id="39"/>
          <p:cNvSpPr txBox="true"/>
          <p:nvPr/>
        </p:nvSpPr>
        <p:spPr>
          <a:xfrm rot="0">
            <a:off x="1090374" y="9151068"/>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0" id="40"/>
          <p:cNvSpPr txBox="true"/>
          <p:nvPr/>
        </p:nvSpPr>
        <p:spPr>
          <a:xfrm rot="0">
            <a:off x="869137" y="6390161"/>
            <a:ext cx="203796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Bronze, 304</a:t>
            </a:r>
          </a:p>
        </p:txBody>
      </p:sp>
      <p:sp>
        <p:nvSpPr>
          <p:cNvPr name="TextBox 41" id="41"/>
          <p:cNvSpPr txBox="true"/>
          <p:nvPr/>
        </p:nvSpPr>
        <p:spPr>
          <a:xfrm rot="0">
            <a:off x="854097" y="3499837"/>
            <a:ext cx="206880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a:t>
            </a:r>
          </a:p>
        </p:txBody>
      </p:sp>
      <p:sp>
        <p:nvSpPr>
          <p:cNvPr name="TextBox 42" id="42"/>
          <p:cNvSpPr txBox="true"/>
          <p:nvPr/>
        </p:nvSpPr>
        <p:spPr>
          <a:xfrm rot="0">
            <a:off x="196815" y="7110708"/>
            <a:ext cx="3347104"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CONTACT WASHER - NFE25511 </a:t>
            </a:r>
          </a:p>
        </p:txBody>
      </p:sp>
      <p:sp>
        <p:nvSpPr>
          <p:cNvPr name="TextBox 43" id="43"/>
          <p:cNvSpPr txBox="true"/>
          <p:nvPr/>
        </p:nvSpPr>
        <p:spPr>
          <a:xfrm rot="0">
            <a:off x="4860846" y="6345031"/>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44" id="44"/>
          <p:cNvSpPr txBox="true"/>
          <p:nvPr/>
        </p:nvSpPr>
        <p:spPr>
          <a:xfrm rot="0">
            <a:off x="4736382" y="9107605"/>
            <a:ext cx="184044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HDG, 304 </a:t>
            </a:r>
          </a:p>
        </p:txBody>
      </p:sp>
      <p:sp>
        <p:nvSpPr>
          <p:cNvPr name="TextBox 45" id="45"/>
          <p:cNvSpPr txBox="true"/>
          <p:nvPr/>
        </p:nvSpPr>
        <p:spPr>
          <a:xfrm rot="0">
            <a:off x="4634351" y="3505457"/>
            <a:ext cx="2068801"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8.8, 304, 316</a:t>
            </a:r>
          </a:p>
        </p:txBody>
      </p:sp>
      <p:sp>
        <p:nvSpPr>
          <p:cNvPr name="TextBox 46" id="46"/>
          <p:cNvSpPr txBox="true"/>
          <p:nvPr/>
        </p:nvSpPr>
        <p:spPr>
          <a:xfrm rot="0">
            <a:off x="991753" y="1420425"/>
            <a:ext cx="169660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FLAT WASHER</a:t>
            </a:r>
          </a:p>
        </p:txBody>
      </p:sp>
      <p:sp>
        <p:nvSpPr>
          <p:cNvPr name="TextBox 47" id="47"/>
          <p:cNvSpPr txBox="true"/>
          <p:nvPr/>
        </p:nvSpPr>
        <p:spPr>
          <a:xfrm rot="0">
            <a:off x="633908" y="4285297"/>
            <a:ext cx="242649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STARLOCK WASHER</a:t>
            </a:r>
          </a:p>
        </p:txBody>
      </p:sp>
      <p:sp>
        <p:nvSpPr>
          <p:cNvPr name="TextBox 48" id="48"/>
          <p:cNvSpPr txBox="true"/>
          <p:nvPr/>
        </p:nvSpPr>
        <p:spPr>
          <a:xfrm rot="0">
            <a:off x="4443774" y="4285297"/>
            <a:ext cx="236224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SERRATED WASHER</a:t>
            </a:r>
          </a:p>
        </p:txBody>
      </p:sp>
      <p:sp>
        <p:nvSpPr>
          <p:cNvPr name="TextBox 49" id="49"/>
          <p:cNvSpPr txBox="true"/>
          <p:nvPr/>
        </p:nvSpPr>
        <p:spPr>
          <a:xfrm rot="0">
            <a:off x="4098979" y="1403909"/>
            <a:ext cx="307711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SPRING WASHER - DIN127</a:t>
            </a:r>
          </a:p>
        </p:txBody>
      </p:sp>
      <p:sp>
        <p:nvSpPr>
          <p:cNvPr name="TextBox 50" id="50"/>
          <p:cNvSpPr txBox="true"/>
          <p:nvPr/>
        </p:nvSpPr>
        <p:spPr>
          <a:xfrm rot="0">
            <a:off x="7065902" y="10145220"/>
            <a:ext cx="44319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37</a:t>
            </a:r>
          </a:p>
        </p:txBody>
      </p:sp>
      <p:sp>
        <p:nvSpPr>
          <p:cNvPr name="TextBox 51" id="51"/>
          <p:cNvSpPr txBox="true"/>
          <p:nvPr/>
        </p:nvSpPr>
        <p:spPr>
          <a:xfrm rot="0">
            <a:off x="4020064" y="7111565"/>
            <a:ext cx="3328121"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NORDLOCK WASHER - NFE25201 </a:t>
            </a:r>
          </a:p>
        </p:txBody>
      </p:sp>
      <p:sp>
        <p:nvSpPr>
          <p:cNvPr name="TextBox 52" id="52"/>
          <p:cNvSpPr txBox="true"/>
          <p:nvPr/>
        </p:nvSpPr>
        <p:spPr>
          <a:xfrm rot="0">
            <a:off x="2845089" y="1861309"/>
            <a:ext cx="671646" cy="473202"/>
          </a:xfrm>
          <a:prstGeom prst="rect">
            <a:avLst/>
          </a:prstGeom>
        </p:spPr>
        <p:txBody>
          <a:bodyPr anchor="t" rtlCol="false" tIns="0" lIns="0" bIns="0" rIns="0">
            <a:spAutoFit/>
          </a:bodyPr>
          <a:lstStyle/>
          <a:p>
            <a:pPr algn="ctr">
              <a:lnSpc>
                <a:spcPts val="1800"/>
              </a:lnSpc>
            </a:pPr>
            <a:r>
              <a:rPr lang="en-US" b="true" sz="1300">
                <a:solidFill>
                  <a:srgbClr val="000000"/>
                </a:solidFill>
                <a:latin typeface="Poppins Bold"/>
                <a:ea typeface="Poppins Bold"/>
                <a:cs typeface="Poppins Bold"/>
                <a:sym typeface="Poppins Bold"/>
              </a:rPr>
              <a:t>DIN125 DIN9021</a:t>
            </a:r>
          </a:p>
        </p:txBody>
      </p:sp>
      <p:sp>
        <p:nvSpPr>
          <p:cNvPr name="TextBox 53" id="53"/>
          <p:cNvSpPr txBox="true"/>
          <p:nvPr/>
        </p:nvSpPr>
        <p:spPr>
          <a:xfrm rot="0">
            <a:off x="6221492" y="4740221"/>
            <a:ext cx="1027033" cy="517627"/>
          </a:xfrm>
          <a:prstGeom prst="rect">
            <a:avLst/>
          </a:prstGeom>
        </p:spPr>
        <p:txBody>
          <a:bodyPr anchor="t" rtlCol="false" tIns="0" lIns="0" bIns="0" rIns="0">
            <a:spAutoFit/>
          </a:bodyPr>
          <a:lstStyle/>
          <a:p>
            <a:pPr algn="ctr">
              <a:lnSpc>
                <a:spcPts val="1950"/>
              </a:lnSpc>
            </a:pPr>
            <a:r>
              <a:rPr lang="en-US" b="true" sz="1400">
                <a:solidFill>
                  <a:srgbClr val="000000"/>
                </a:solidFill>
                <a:latin typeface="Poppins Bold"/>
                <a:ea typeface="Poppins Bold"/>
                <a:cs typeface="Poppins Bold"/>
                <a:sym typeface="Poppins Bold"/>
              </a:rPr>
              <a:t>DIN6798 J / DIN6798A</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222285" y="1992382"/>
            <a:ext cx="1696088" cy="1486452"/>
            <a:chOff x="0" y="0"/>
            <a:chExt cx="2261451" cy="1981937"/>
          </a:xfrm>
        </p:grpSpPr>
        <p:sp>
          <p:nvSpPr>
            <p:cNvPr name="Freeform 10" id="10"/>
            <p:cNvSpPr/>
            <p:nvPr/>
          </p:nvSpPr>
          <p:spPr>
            <a:xfrm flipH="false" flipV="false" rot="0">
              <a:off x="0" y="0"/>
              <a:ext cx="2261489" cy="1981962"/>
            </a:xfrm>
            <a:custGeom>
              <a:avLst/>
              <a:gdLst/>
              <a:ahLst/>
              <a:cxnLst/>
              <a:rect r="r" b="b" t="t" l="l"/>
              <a:pathLst>
                <a:path h="1981962" w="2261489">
                  <a:moveTo>
                    <a:pt x="0" y="0"/>
                  </a:moveTo>
                  <a:lnTo>
                    <a:pt x="2261489" y="0"/>
                  </a:lnTo>
                  <a:lnTo>
                    <a:pt x="2261489" y="1981962"/>
                  </a:lnTo>
                  <a:lnTo>
                    <a:pt x="0" y="1981962"/>
                  </a:lnTo>
                  <a:lnTo>
                    <a:pt x="0" y="0"/>
                  </a:lnTo>
                  <a:close/>
                </a:path>
              </a:pathLst>
            </a:custGeom>
            <a:blipFill>
              <a:blip r:embed="rId13"/>
              <a:stretch>
                <a:fillRect l="-220" t="0" r="-379" b="1"/>
              </a:stretch>
            </a:blipFill>
          </p:spPr>
        </p:sp>
      </p:grpSp>
      <p:grpSp>
        <p:nvGrpSpPr>
          <p:cNvPr name="Group 11" id="11"/>
          <p:cNvGrpSpPr/>
          <p:nvPr/>
        </p:nvGrpSpPr>
        <p:grpSpPr>
          <a:xfrm rot="0">
            <a:off x="1813179" y="2163232"/>
            <a:ext cx="1705623" cy="1276826"/>
            <a:chOff x="0" y="0"/>
            <a:chExt cx="2274164" cy="1702435"/>
          </a:xfrm>
        </p:grpSpPr>
        <p:sp>
          <p:nvSpPr>
            <p:cNvPr name="Freeform 12" id="12"/>
            <p:cNvSpPr/>
            <p:nvPr/>
          </p:nvSpPr>
          <p:spPr>
            <a:xfrm flipH="false" flipV="false" rot="0">
              <a:off x="0" y="0"/>
              <a:ext cx="2274189" cy="1702435"/>
            </a:xfrm>
            <a:custGeom>
              <a:avLst/>
              <a:gdLst/>
              <a:ahLst/>
              <a:cxnLst/>
              <a:rect r="r" b="b" t="t" l="l"/>
              <a:pathLst>
                <a:path h="1702435" w="2274189">
                  <a:moveTo>
                    <a:pt x="0" y="0"/>
                  </a:moveTo>
                  <a:lnTo>
                    <a:pt x="2274189" y="0"/>
                  </a:lnTo>
                  <a:lnTo>
                    <a:pt x="2274189" y="1702435"/>
                  </a:lnTo>
                  <a:lnTo>
                    <a:pt x="0" y="1702435"/>
                  </a:lnTo>
                  <a:lnTo>
                    <a:pt x="0" y="0"/>
                  </a:lnTo>
                  <a:close/>
                </a:path>
              </a:pathLst>
            </a:custGeom>
            <a:blipFill>
              <a:blip r:embed="rId14"/>
              <a:stretch>
                <a:fillRect l="0" t="0" r="1" b="0"/>
              </a:stretch>
            </a:blipFill>
          </p:spPr>
        </p:sp>
      </p:grpSp>
      <p:grpSp>
        <p:nvGrpSpPr>
          <p:cNvPr name="Group 13" id="13"/>
          <p:cNvGrpSpPr/>
          <p:nvPr/>
        </p:nvGrpSpPr>
        <p:grpSpPr>
          <a:xfrm rot="0">
            <a:off x="4735982" y="4650000"/>
            <a:ext cx="1829486" cy="1534106"/>
            <a:chOff x="0" y="0"/>
            <a:chExt cx="2439314" cy="2045475"/>
          </a:xfrm>
        </p:grpSpPr>
        <p:sp>
          <p:nvSpPr>
            <p:cNvPr name="Freeform 14" id="14"/>
            <p:cNvSpPr/>
            <p:nvPr/>
          </p:nvSpPr>
          <p:spPr>
            <a:xfrm flipH="false" flipV="false" rot="0">
              <a:off x="0" y="0"/>
              <a:ext cx="2439289" cy="2045462"/>
            </a:xfrm>
            <a:custGeom>
              <a:avLst/>
              <a:gdLst/>
              <a:ahLst/>
              <a:cxnLst/>
              <a:rect r="r" b="b" t="t" l="l"/>
              <a:pathLst>
                <a:path h="2045462" w="2439289">
                  <a:moveTo>
                    <a:pt x="0" y="0"/>
                  </a:moveTo>
                  <a:lnTo>
                    <a:pt x="2439289" y="0"/>
                  </a:lnTo>
                  <a:lnTo>
                    <a:pt x="2439289" y="2045462"/>
                  </a:lnTo>
                  <a:lnTo>
                    <a:pt x="0" y="2045462"/>
                  </a:lnTo>
                  <a:lnTo>
                    <a:pt x="0" y="0"/>
                  </a:lnTo>
                  <a:close/>
                </a:path>
              </a:pathLst>
            </a:custGeom>
            <a:blipFill>
              <a:blip r:embed="rId15"/>
              <a:stretch>
                <a:fillRect l="-25052" t="-11237" r="-26512" b="-9259"/>
              </a:stretch>
            </a:blipFill>
          </p:spPr>
        </p:sp>
      </p:grpSp>
      <p:grpSp>
        <p:nvGrpSpPr>
          <p:cNvPr name="Group 15" id="15"/>
          <p:cNvGrpSpPr/>
          <p:nvPr/>
        </p:nvGrpSpPr>
        <p:grpSpPr>
          <a:xfrm rot="0">
            <a:off x="767582" y="4650000"/>
            <a:ext cx="2086766" cy="1572216"/>
            <a:chOff x="0" y="0"/>
            <a:chExt cx="2782354" cy="2096287"/>
          </a:xfrm>
        </p:grpSpPr>
        <p:sp>
          <p:nvSpPr>
            <p:cNvPr name="Freeform 16" id="16"/>
            <p:cNvSpPr/>
            <p:nvPr/>
          </p:nvSpPr>
          <p:spPr>
            <a:xfrm flipH="false" flipV="false" rot="0">
              <a:off x="0" y="0"/>
              <a:ext cx="2782316" cy="2096262"/>
            </a:xfrm>
            <a:custGeom>
              <a:avLst/>
              <a:gdLst/>
              <a:ahLst/>
              <a:cxnLst/>
              <a:rect r="r" b="b" t="t" l="l"/>
              <a:pathLst>
                <a:path h="2096262" w="2782316">
                  <a:moveTo>
                    <a:pt x="0" y="0"/>
                  </a:moveTo>
                  <a:lnTo>
                    <a:pt x="2782316" y="0"/>
                  </a:lnTo>
                  <a:lnTo>
                    <a:pt x="2782316" y="2096262"/>
                  </a:lnTo>
                  <a:lnTo>
                    <a:pt x="0" y="2096262"/>
                  </a:lnTo>
                  <a:lnTo>
                    <a:pt x="0" y="0"/>
                  </a:lnTo>
                  <a:close/>
                </a:path>
              </a:pathLst>
            </a:custGeom>
            <a:blipFill>
              <a:blip r:embed="rId16"/>
              <a:stretch>
                <a:fillRect l="0" t="0" r="-1" b="-1"/>
              </a:stretch>
            </a:blipFill>
          </p:spPr>
        </p:sp>
      </p:grpSp>
      <p:grpSp>
        <p:nvGrpSpPr>
          <p:cNvPr name="Group 17" id="17"/>
          <p:cNvGrpSpPr/>
          <p:nvPr/>
        </p:nvGrpSpPr>
        <p:grpSpPr>
          <a:xfrm rot="0">
            <a:off x="513131" y="7448655"/>
            <a:ext cx="2658475" cy="2000993"/>
            <a:chOff x="0" y="0"/>
            <a:chExt cx="3544634" cy="2667991"/>
          </a:xfrm>
        </p:grpSpPr>
        <p:sp>
          <p:nvSpPr>
            <p:cNvPr name="Freeform 18" id="18"/>
            <p:cNvSpPr/>
            <p:nvPr/>
          </p:nvSpPr>
          <p:spPr>
            <a:xfrm flipH="false" flipV="false" rot="0">
              <a:off x="0" y="0"/>
              <a:ext cx="3544697" cy="2668016"/>
            </a:xfrm>
            <a:custGeom>
              <a:avLst/>
              <a:gdLst/>
              <a:ahLst/>
              <a:cxnLst/>
              <a:rect r="r" b="b" t="t" l="l"/>
              <a:pathLst>
                <a:path h="2668016" w="3544697">
                  <a:moveTo>
                    <a:pt x="0" y="0"/>
                  </a:moveTo>
                  <a:lnTo>
                    <a:pt x="3544697" y="0"/>
                  </a:lnTo>
                  <a:lnTo>
                    <a:pt x="3544697" y="2668016"/>
                  </a:lnTo>
                  <a:lnTo>
                    <a:pt x="0" y="2668016"/>
                  </a:lnTo>
                  <a:lnTo>
                    <a:pt x="0" y="0"/>
                  </a:lnTo>
                  <a:close/>
                </a:path>
              </a:pathLst>
            </a:custGeom>
            <a:blipFill>
              <a:blip r:embed="rId17"/>
              <a:stretch>
                <a:fillRect l="0" t="0" r="1" b="0"/>
              </a:stretch>
            </a:blipFill>
          </p:spPr>
        </p:sp>
      </p:grpSp>
      <p:grpSp>
        <p:nvGrpSpPr>
          <p:cNvPr name="Group 19" id="19"/>
          <p:cNvGrpSpPr/>
          <p:nvPr/>
        </p:nvGrpSpPr>
        <p:grpSpPr>
          <a:xfrm rot="0">
            <a:off x="4009130" y="7460161"/>
            <a:ext cx="1896189" cy="1629366"/>
            <a:chOff x="0" y="0"/>
            <a:chExt cx="2528252" cy="2172487"/>
          </a:xfrm>
        </p:grpSpPr>
        <p:sp>
          <p:nvSpPr>
            <p:cNvPr name="Freeform 20" id="20"/>
            <p:cNvSpPr/>
            <p:nvPr/>
          </p:nvSpPr>
          <p:spPr>
            <a:xfrm flipH="false" flipV="false" rot="0">
              <a:off x="0" y="0"/>
              <a:ext cx="2528189" cy="2172462"/>
            </a:xfrm>
            <a:custGeom>
              <a:avLst/>
              <a:gdLst/>
              <a:ahLst/>
              <a:cxnLst/>
              <a:rect r="r" b="b" t="t" l="l"/>
              <a:pathLst>
                <a:path h="2172462" w="2528189">
                  <a:moveTo>
                    <a:pt x="0" y="0"/>
                  </a:moveTo>
                  <a:lnTo>
                    <a:pt x="2528189" y="0"/>
                  </a:lnTo>
                  <a:lnTo>
                    <a:pt x="2528189" y="2172462"/>
                  </a:lnTo>
                  <a:lnTo>
                    <a:pt x="0" y="2172462"/>
                  </a:lnTo>
                  <a:lnTo>
                    <a:pt x="0" y="0"/>
                  </a:lnTo>
                  <a:close/>
                </a:path>
              </a:pathLst>
            </a:custGeom>
            <a:blipFill>
              <a:blip r:embed="rId18"/>
              <a:stretch>
                <a:fillRect l="-362" t="-1" r="-331" b="-1"/>
              </a:stretch>
            </a:blipFill>
          </p:spPr>
        </p:sp>
      </p:grpSp>
      <p:grpSp>
        <p:nvGrpSpPr>
          <p:cNvPr name="Group 21" id="21"/>
          <p:cNvGrpSpPr/>
          <p:nvPr/>
        </p:nvGrpSpPr>
        <p:grpSpPr>
          <a:xfrm rot="0">
            <a:off x="5922054" y="7572508"/>
            <a:ext cx="1343530" cy="1181548"/>
            <a:chOff x="0" y="0"/>
            <a:chExt cx="1791373" cy="1575397"/>
          </a:xfrm>
        </p:grpSpPr>
        <p:sp>
          <p:nvSpPr>
            <p:cNvPr name="Freeform 22" id="22"/>
            <p:cNvSpPr/>
            <p:nvPr/>
          </p:nvSpPr>
          <p:spPr>
            <a:xfrm flipH="false" flipV="false" rot="0">
              <a:off x="0" y="0"/>
              <a:ext cx="1791335" cy="1575435"/>
            </a:xfrm>
            <a:custGeom>
              <a:avLst/>
              <a:gdLst/>
              <a:ahLst/>
              <a:cxnLst/>
              <a:rect r="r" b="b" t="t" l="l"/>
              <a:pathLst>
                <a:path h="1575435" w="1791335">
                  <a:moveTo>
                    <a:pt x="0" y="0"/>
                  </a:moveTo>
                  <a:lnTo>
                    <a:pt x="1791335" y="0"/>
                  </a:lnTo>
                  <a:lnTo>
                    <a:pt x="1791335" y="1575435"/>
                  </a:lnTo>
                  <a:lnTo>
                    <a:pt x="0" y="1575435"/>
                  </a:lnTo>
                  <a:lnTo>
                    <a:pt x="0" y="0"/>
                  </a:lnTo>
                  <a:close/>
                </a:path>
              </a:pathLst>
            </a:custGeom>
            <a:blipFill>
              <a:blip r:embed="rId19"/>
              <a:stretch>
                <a:fillRect l="-382" t="-111" r="-171" b="-424"/>
              </a:stretch>
            </a:blipFill>
          </p:spPr>
        </p:sp>
      </p:grpSp>
      <p:sp>
        <p:nvSpPr>
          <p:cNvPr name="Freeform 23" id="23"/>
          <p:cNvSpPr/>
          <p:nvPr/>
        </p:nvSpPr>
        <p:spPr>
          <a:xfrm flipH="false" flipV="false" rot="0">
            <a:off x="1699879" y="1376153"/>
            <a:ext cx="231810" cy="1982981"/>
          </a:xfrm>
          <a:custGeom>
            <a:avLst/>
            <a:gdLst/>
            <a:ahLst/>
            <a:cxnLst/>
            <a:rect r="r" b="b" t="t" l="l"/>
            <a:pathLst>
              <a:path h="1982981" w="231810">
                <a:moveTo>
                  <a:pt x="0" y="0"/>
                </a:moveTo>
                <a:lnTo>
                  <a:pt x="231810" y="0"/>
                </a:lnTo>
                <a:lnTo>
                  <a:pt x="231810" y="1982981"/>
                </a:lnTo>
                <a:lnTo>
                  <a:pt x="0" y="198298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4" id="24"/>
          <p:cNvGrpSpPr/>
          <p:nvPr/>
        </p:nvGrpSpPr>
        <p:grpSpPr>
          <a:xfrm rot="0">
            <a:off x="0" y="10532631"/>
            <a:ext cx="7086543" cy="165849"/>
            <a:chOff x="0" y="0"/>
            <a:chExt cx="7086536" cy="165849"/>
          </a:xfrm>
        </p:grpSpPr>
        <p:sp>
          <p:nvSpPr>
            <p:cNvPr name="Freeform 25" id="25"/>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6" id="26"/>
          <p:cNvSpPr/>
          <p:nvPr/>
        </p:nvSpPr>
        <p:spPr>
          <a:xfrm flipH="false" flipV="false" rot="0">
            <a:off x="5791591" y="6877707"/>
            <a:ext cx="231791" cy="1982981"/>
          </a:xfrm>
          <a:custGeom>
            <a:avLst/>
            <a:gdLst/>
            <a:ahLst/>
            <a:cxnLst/>
            <a:rect r="r" b="b" t="t" l="l"/>
            <a:pathLst>
              <a:path h="1982981" w="231791">
                <a:moveTo>
                  <a:pt x="0" y="0"/>
                </a:moveTo>
                <a:lnTo>
                  <a:pt x="231790" y="0"/>
                </a:lnTo>
                <a:lnTo>
                  <a:pt x="231790" y="1982981"/>
                </a:lnTo>
                <a:lnTo>
                  <a:pt x="0" y="1982981"/>
                </a:lnTo>
                <a:lnTo>
                  <a:pt x="0" y="0"/>
                </a:lnTo>
                <a:close/>
              </a:path>
            </a:pathLst>
          </a:custGeom>
          <a:blipFill>
            <a:blip r:embed="rId20">
              <a:extLst>
                <a:ext uri="{96DAC541-7B7A-43D3-8B79-37D633B846F1}">
                  <asvg:svgBlip xmlns:asvg="http://schemas.microsoft.com/office/drawing/2016/SVG/main" r:embed="rId22"/>
                </a:ext>
              </a:extLst>
            </a:blip>
            <a:stretch>
              <a:fillRect l="0" t="0" r="0" b="0"/>
            </a:stretch>
          </a:blipFill>
        </p:spPr>
      </p:sp>
      <p:grpSp>
        <p:nvGrpSpPr>
          <p:cNvPr name="Group 27" id="27"/>
          <p:cNvGrpSpPr/>
          <p:nvPr/>
        </p:nvGrpSpPr>
        <p:grpSpPr>
          <a:xfrm rot="0">
            <a:off x="4183475" y="1703203"/>
            <a:ext cx="2925280" cy="1677029"/>
            <a:chOff x="0" y="0"/>
            <a:chExt cx="3900373" cy="2236038"/>
          </a:xfrm>
        </p:grpSpPr>
        <p:sp>
          <p:nvSpPr>
            <p:cNvPr name="Freeform 28" id="28"/>
            <p:cNvSpPr/>
            <p:nvPr/>
          </p:nvSpPr>
          <p:spPr>
            <a:xfrm flipH="false" flipV="false" rot="0">
              <a:off x="0" y="0"/>
              <a:ext cx="3900424" cy="2236089"/>
            </a:xfrm>
            <a:custGeom>
              <a:avLst/>
              <a:gdLst/>
              <a:ahLst/>
              <a:cxnLst/>
              <a:rect r="r" b="b" t="t" l="l"/>
              <a:pathLst>
                <a:path h="2236089" w="3900424">
                  <a:moveTo>
                    <a:pt x="0" y="0"/>
                  </a:moveTo>
                  <a:lnTo>
                    <a:pt x="3900424" y="0"/>
                  </a:lnTo>
                  <a:lnTo>
                    <a:pt x="3900424" y="2236089"/>
                  </a:lnTo>
                  <a:lnTo>
                    <a:pt x="0" y="2236089"/>
                  </a:lnTo>
                  <a:lnTo>
                    <a:pt x="0" y="0"/>
                  </a:lnTo>
                  <a:close/>
                </a:path>
              </a:pathLst>
            </a:custGeom>
            <a:blipFill>
              <a:blip r:embed="rId23"/>
              <a:stretch>
                <a:fillRect l="0" t="0" r="1" b="-9088"/>
              </a:stretch>
            </a:blipFill>
          </p:spPr>
        </p:sp>
      </p:grpSp>
      <p:grpSp>
        <p:nvGrpSpPr>
          <p:cNvPr name="Group 29" id="29"/>
          <p:cNvGrpSpPr/>
          <p:nvPr/>
        </p:nvGrpSpPr>
        <p:grpSpPr>
          <a:xfrm rot="0">
            <a:off x="85725" y="4030742"/>
            <a:ext cx="3563636" cy="2764069"/>
            <a:chOff x="0" y="0"/>
            <a:chExt cx="3563633" cy="2764066"/>
          </a:xfrm>
        </p:grpSpPr>
        <p:sp>
          <p:nvSpPr>
            <p:cNvPr name="Freeform 30" id="30"/>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1" id="31"/>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32" id="32"/>
          <p:cNvGrpSpPr/>
          <p:nvPr/>
        </p:nvGrpSpPr>
        <p:grpSpPr>
          <a:xfrm rot="0">
            <a:off x="85725" y="6820205"/>
            <a:ext cx="3563636" cy="2764069"/>
            <a:chOff x="0" y="0"/>
            <a:chExt cx="3563633" cy="2764066"/>
          </a:xfrm>
        </p:grpSpPr>
        <p:sp>
          <p:nvSpPr>
            <p:cNvPr name="Freeform 33" id="33"/>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4" id="34"/>
            <p:cNvSpPr/>
            <p:nvPr/>
          </p:nvSpPr>
          <p:spPr>
            <a:xfrm flipH="false" flipV="false" rot="0">
              <a:off x="63500" y="527050"/>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sp>
        <p:nvSpPr>
          <p:cNvPr name="Freeform 35" id="35"/>
          <p:cNvSpPr/>
          <p:nvPr/>
        </p:nvSpPr>
        <p:spPr>
          <a:xfrm flipH="false" flipV="false" rot="0">
            <a:off x="-63503" y="-63503"/>
            <a:ext cx="7692133" cy="4068842"/>
          </a:xfrm>
          <a:custGeom>
            <a:avLst/>
            <a:gdLst/>
            <a:ahLst/>
            <a:cxnLst/>
            <a:rect r="r" b="b" t="t" l="l"/>
            <a:pathLst>
              <a:path h="4068842" w="7692133">
                <a:moveTo>
                  <a:pt x="0" y="0"/>
                </a:moveTo>
                <a:lnTo>
                  <a:pt x="7692133" y="0"/>
                </a:lnTo>
                <a:lnTo>
                  <a:pt x="7692133" y="4068842"/>
                </a:lnTo>
                <a:lnTo>
                  <a:pt x="0" y="4068842"/>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36" id="36"/>
          <p:cNvGrpSpPr/>
          <p:nvPr/>
        </p:nvGrpSpPr>
        <p:grpSpPr>
          <a:xfrm rot="0">
            <a:off x="3928043" y="4559198"/>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3864550" y="6869925"/>
            <a:ext cx="3150994" cy="1992640"/>
            <a:chOff x="0" y="0"/>
            <a:chExt cx="3150997" cy="1992643"/>
          </a:xfrm>
        </p:grpSpPr>
        <p:sp>
          <p:nvSpPr>
            <p:cNvPr name="Freeform 39" id="39"/>
            <p:cNvSpPr/>
            <p:nvPr/>
          </p:nvSpPr>
          <p:spPr>
            <a:xfrm flipH="false" flipV="false" rot="0">
              <a:off x="1984629" y="63500"/>
              <a:ext cx="108585" cy="1865630"/>
            </a:xfrm>
            <a:custGeom>
              <a:avLst/>
              <a:gdLst/>
              <a:ahLst/>
              <a:cxnLst/>
              <a:rect r="r" b="b" t="t" l="l"/>
              <a:pathLst>
                <a:path h="1865630" w="108585">
                  <a:moveTo>
                    <a:pt x="0" y="1865630"/>
                  </a:moveTo>
                  <a:lnTo>
                    <a:pt x="108585" y="1865630"/>
                  </a:lnTo>
                  <a:lnTo>
                    <a:pt x="108585" y="0"/>
                  </a:lnTo>
                  <a:lnTo>
                    <a:pt x="0" y="0"/>
                  </a:lnTo>
                  <a:close/>
                </a:path>
              </a:pathLst>
            </a:custGeom>
            <a:solidFill>
              <a:srgbClr val="000000">
                <a:alpha val="0"/>
              </a:srgbClr>
            </a:solidFill>
          </p:spPr>
        </p:sp>
        <p:sp>
          <p:nvSpPr>
            <p:cNvPr name="Freeform 40" id="40"/>
            <p:cNvSpPr/>
            <p:nvPr/>
          </p:nvSpPr>
          <p:spPr>
            <a:xfrm flipH="false" flipV="false" rot="0">
              <a:off x="63500" y="477266"/>
              <a:ext cx="3023997" cy="60579"/>
            </a:xfrm>
            <a:custGeom>
              <a:avLst/>
              <a:gdLst/>
              <a:ahLst/>
              <a:cxnLst/>
              <a:rect r="r" b="b" t="t" l="l"/>
              <a:pathLst>
                <a:path h="60579" w="3023997">
                  <a:moveTo>
                    <a:pt x="0" y="60579"/>
                  </a:moveTo>
                  <a:lnTo>
                    <a:pt x="3023997" y="60579"/>
                  </a:lnTo>
                  <a:lnTo>
                    <a:pt x="3023997" y="0"/>
                  </a:lnTo>
                  <a:lnTo>
                    <a:pt x="0" y="0"/>
                  </a:lnTo>
                  <a:close/>
                </a:path>
              </a:pathLst>
            </a:custGeom>
            <a:solidFill>
              <a:srgbClr val="000000">
                <a:alpha val="0"/>
              </a:srgbClr>
            </a:solidFill>
          </p:spPr>
        </p:sp>
      </p:grpSp>
      <p:grpSp>
        <p:nvGrpSpPr>
          <p:cNvPr name="Group 41" id="41"/>
          <p:cNvGrpSpPr/>
          <p:nvPr/>
        </p:nvGrpSpPr>
        <p:grpSpPr>
          <a:xfrm rot="0">
            <a:off x="-63503" y="9484871"/>
            <a:ext cx="7689847" cy="1275207"/>
            <a:chOff x="0" y="0"/>
            <a:chExt cx="7689850" cy="1275207"/>
          </a:xfrm>
        </p:grpSpPr>
        <p:sp>
          <p:nvSpPr>
            <p:cNvPr name="Freeform 42" id="42"/>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43" id="43"/>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4" id="44"/>
          <p:cNvSpPr txBox="true"/>
          <p:nvPr/>
        </p:nvSpPr>
        <p:spPr>
          <a:xfrm rot="0">
            <a:off x="1289371" y="6228921"/>
            <a:ext cx="1145219" cy="325507"/>
          </a:xfrm>
          <a:prstGeom prst="rect">
            <a:avLst/>
          </a:prstGeom>
        </p:spPr>
        <p:txBody>
          <a:bodyPr anchor="t" rtlCol="false" tIns="0" lIns="0" bIns="0" rIns="0">
            <a:spAutoFit/>
          </a:bodyPr>
          <a:lstStyle/>
          <a:p>
            <a:pPr algn="l">
              <a:lnSpc>
                <a:spcPts val="2450"/>
              </a:lnSpc>
            </a:pPr>
            <a:r>
              <a:rPr lang="en-US" sz="1750">
                <a:solidFill>
                  <a:srgbClr val="000000"/>
                </a:solidFill>
                <a:latin typeface="Poppins"/>
                <a:ea typeface="Poppins"/>
                <a:cs typeface="Poppins"/>
                <a:sym typeface="Poppins"/>
              </a:rPr>
              <a:t>Grade: MS</a:t>
            </a:r>
          </a:p>
        </p:txBody>
      </p:sp>
      <p:sp>
        <p:nvSpPr>
          <p:cNvPr name="TextBox 45" id="45"/>
          <p:cNvSpPr txBox="true"/>
          <p:nvPr/>
        </p:nvSpPr>
        <p:spPr>
          <a:xfrm rot="0">
            <a:off x="5134156" y="6198908"/>
            <a:ext cx="1049084" cy="325507"/>
          </a:xfrm>
          <a:prstGeom prst="rect">
            <a:avLst/>
          </a:prstGeom>
        </p:spPr>
        <p:txBody>
          <a:bodyPr anchor="t" rtlCol="false" tIns="0" lIns="0" bIns="0" rIns="0">
            <a:spAutoFit/>
          </a:bodyPr>
          <a:lstStyle/>
          <a:p>
            <a:pPr algn="l">
              <a:lnSpc>
                <a:spcPts val="2450"/>
              </a:lnSpc>
            </a:pPr>
            <a:r>
              <a:rPr lang="en-US" sz="1750">
                <a:solidFill>
                  <a:srgbClr val="000000"/>
                </a:solidFill>
                <a:latin typeface="Poppins"/>
                <a:ea typeface="Poppins"/>
                <a:cs typeface="Poppins"/>
                <a:sym typeface="Poppins"/>
              </a:rPr>
              <a:t>Grade: GI</a:t>
            </a:r>
          </a:p>
        </p:txBody>
      </p:sp>
      <p:sp>
        <p:nvSpPr>
          <p:cNvPr name="TextBox 46" id="46"/>
          <p:cNvSpPr txBox="true"/>
          <p:nvPr/>
        </p:nvSpPr>
        <p:spPr>
          <a:xfrm rot="0">
            <a:off x="5103171" y="3523478"/>
            <a:ext cx="111224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a:t>
            </a:r>
          </a:p>
        </p:txBody>
      </p:sp>
      <p:sp>
        <p:nvSpPr>
          <p:cNvPr name="TextBox 47" id="47"/>
          <p:cNvSpPr txBox="true"/>
          <p:nvPr/>
        </p:nvSpPr>
        <p:spPr>
          <a:xfrm rot="0">
            <a:off x="5103190" y="9061818"/>
            <a:ext cx="111224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MS</a:t>
            </a:r>
          </a:p>
        </p:txBody>
      </p:sp>
      <p:sp>
        <p:nvSpPr>
          <p:cNvPr name="TextBox 48" id="48"/>
          <p:cNvSpPr txBox="true"/>
          <p:nvPr/>
        </p:nvSpPr>
        <p:spPr>
          <a:xfrm rot="0">
            <a:off x="3310223" y="847973"/>
            <a:ext cx="960834"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WASHERS</a:t>
            </a:r>
          </a:p>
        </p:txBody>
      </p:sp>
      <p:sp>
        <p:nvSpPr>
          <p:cNvPr name="TextBox 49" id="49"/>
          <p:cNvSpPr txBox="true"/>
          <p:nvPr/>
        </p:nvSpPr>
        <p:spPr>
          <a:xfrm rot="0">
            <a:off x="657301" y="1418730"/>
            <a:ext cx="980065"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COPPER </a:t>
            </a:r>
          </a:p>
        </p:txBody>
      </p:sp>
      <p:sp>
        <p:nvSpPr>
          <p:cNvPr name="TextBox 50" id="50"/>
          <p:cNvSpPr txBox="true"/>
          <p:nvPr/>
        </p:nvSpPr>
        <p:spPr>
          <a:xfrm rot="0">
            <a:off x="2009718" y="1418730"/>
            <a:ext cx="1334052"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ALUMINUM </a:t>
            </a:r>
          </a:p>
        </p:txBody>
      </p:sp>
      <p:sp>
        <p:nvSpPr>
          <p:cNvPr name="TextBox 51" id="51"/>
          <p:cNvSpPr txBox="true"/>
          <p:nvPr/>
        </p:nvSpPr>
        <p:spPr>
          <a:xfrm rot="0">
            <a:off x="975665" y="4203878"/>
            <a:ext cx="1708175"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DISC WASHER</a:t>
            </a:r>
          </a:p>
        </p:txBody>
      </p:sp>
      <p:sp>
        <p:nvSpPr>
          <p:cNvPr name="TextBox 52" id="52"/>
          <p:cNvSpPr txBox="true"/>
          <p:nvPr/>
        </p:nvSpPr>
        <p:spPr>
          <a:xfrm rot="0">
            <a:off x="502787" y="7017058"/>
            <a:ext cx="2785167"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BONDED SEAL WASHER</a:t>
            </a:r>
          </a:p>
        </p:txBody>
      </p:sp>
      <p:sp>
        <p:nvSpPr>
          <p:cNvPr name="TextBox 53" id="53"/>
          <p:cNvSpPr txBox="true"/>
          <p:nvPr/>
        </p:nvSpPr>
        <p:spPr>
          <a:xfrm rot="0">
            <a:off x="4791732" y="4193515"/>
            <a:ext cx="174756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SHIM WASHER</a:t>
            </a:r>
          </a:p>
        </p:txBody>
      </p:sp>
      <p:sp>
        <p:nvSpPr>
          <p:cNvPr name="TextBox 54" id="54"/>
          <p:cNvSpPr txBox="true"/>
          <p:nvPr/>
        </p:nvSpPr>
        <p:spPr>
          <a:xfrm rot="0">
            <a:off x="4556169" y="1448372"/>
            <a:ext cx="222808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MB LOCK WASHER</a:t>
            </a:r>
          </a:p>
        </p:txBody>
      </p:sp>
      <p:sp>
        <p:nvSpPr>
          <p:cNvPr name="TextBox 55" id="55"/>
          <p:cNvSpPr txBox="true"/>
          <p:nvPr/>
        </p:nvSpPr>
        <p:spPr>
          <a:xfrm rot="0">
            <a:off x="4117515" y="7055148"/>
            <a:ext cx="3231337" cy="269881"/>
          </a:xfrm>
          <a:prstGeom prst="rect">
            <a:avLst/>
          </a:prstGeom>
        </p:spPr>
        <p:txBody>
          <a:bodyPr anchor="t" rtlCol="false" tIns="0" lIns="0" bIns="0" rIns="0">
            <a:spAutoFit/>
          </a:bodyPr>
          <a:lstStyle/>
          <a:p>
            <a:pPr algn="l">
              <a:lnSpc>
                <a:spcPts val="1960"/>
              </a:lnSpc>
            </a:pPr>
            <a:r>
              <a:rPr lang="en-US" b="true" sz="1400">
                <a:solidFill>
                  <a:srgbClr val="000000"/>
                </a:solidFill>
                <a:latin typeface="Poppins Bold"/>
                <a:ea typeface="Poppins Bold"/>
                <a:cs typeface="Poppins Bold"/>
                <a:sym typeface="Poppins Bold"/>
              </a:rPr>
              <a:t>KNURLING WASHERWAVE WASHER</a:t>
            </a:r>
          </a:p>
        </p:txBody>
      </p:sp>
      <p:sp>
        <p:nvSpPr>
          <p:cNvPr name="TextBox 56" id="56"/>
          <p:cNvSpPr txBox="true"/>
          <p:nvPr/>
        </p:nvSpPr>
        <p:spPr>
          <a:xfrm rot="0">
            <a:off x="7044357" y="10145220"/>
            <a:ext cx="487128"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38</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4151157"/>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782" y="6959737"/>
            <a:ext cx="3564903" cy="2737828"/>
          </a:xfrm>
          <a:custGeom>
            <a:avLst/>
            <a:gdLst/>
            <a:ahLst/>
            <a:cxnLst/>
            <a:rect r="r" b="b" t="t" l="l"/>
            <a:pathLst>
              <a:path h="2737828" w="3564903">
                <a:moveTo>
                  <a:pt x="0" y="0"/>
                </a:moveTo>
                <a:lnTo>
                  <a:pt x="3564903" y="0"/>
                </a:lnTo>
                <a:lnTo>
                  <a:pt x="3564903" y="2737827"/>
                </a:lnTo>
                <a:lnTo>
                  <a:pt x="0" y="27378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856225" y="4125058"/>
            <a:ext cx="3564903" cy="2766422"/>
          </a:xfrm>
          <a:custGeom>
            <a:avLst/>
            <a:gdLst/>
            <a:ahLst/>
            <a:cxnLst/>
            <a:rect r="r" b="b" t="t" l="l"/>
            <a:pathLst>
              <a:path h="2766422" w="3564903">
                <a:moveTo>
                  <a:pt x="0" y="0"/>
                </a:moveTo>
                <a:lnTo>
                  <a:pt x="3564903" y="0"/>
                </a:lnTo>
                <a:lnTo>
                  <a:pt x="3564903" y="2766422"/>
                </a:lnTo>
                <a:lnTo>
                  <a:pt x="0" y="27664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85811" y="108728"/>
            <a:ext cx="7335260" cy="3922652"/>
          </a:xfrm>
          <a:custGeom>
            <a:avLst/>
            <a:gdLst/>
            <a:ahLst/>
            <a:cxnLst/>
            <a:rect r="r" b="b" t="t" l="l"/>
            <a:pathLst>
              <a:path h="3922652" w="7335260">
                <a:moveTo>
                  <a:pt x="0" y="0"/>
                </a:moveTo>
                <a:lnTo>
                  <a:pt x="7335259" y="0"/>
                </a:lnTo>
                <a:lnTo>
                  <a:pt x="7335259" y="3922652"/>
                </a:lnTo>
                <a:lnTo>
                  <a:pt x="0" y="39226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56225" y="6954336"/>
            <a:ext cx="3772405" cy="3807647"/>
          </a:xfrm>
          <a:custGeom>
            <a:avLst/>
            <a:gdLst/>
            <a:ahLst/>
            <a:cxnLst/>
            <a:rect r="r" b="b" t="t" l="l"/>
            <a:pathLst>
              <a:path h="3807647" w="3772405">
                <a:moveTo>
                  <a:pt x="0" y="0"/>
                </a:moveTo>
                <a:lnTo>
                  <a:pt x="3772405" y="0"/>
                </a:lnTo>
                <a:lnTo>
                  <a:pt x="3772405" y="3807647"/>
                </a:lnTo>
                <a:lnTo>
                  <a:pt x="0" y="380764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9" id="9"/>
          <p:cNvGrpSpPr/>
          <p:nvPr/>
        </p:nvGrpSpPr>
        <p:grpSpPr>
          <a:xfrm rot="0">
            <a:off x="367617" y="1851736"/>
            <a:ext cx="2944330" cy="1657969"/>
            <a:chOff x="0" y="0"/>
            <a:chExt cx="3925773" cy="2210626"/>
          </a:xfrm>
        </p:grpSpPr>
        <p:sp>
          <p:nvSpPr>
            <p:cNvPr name="Freeform 10" id="10"/>
            <p:cNvSpPr/>
            <p:nvPr/>
          </p:nvSpPr>
          <p:spPr>
            <a:xfrm flipH="false" flipV="false" rot="0">
              <a:off x="0" y="0"/>
              <a:ext cx="3925824" cy="2210562"/>
            </a:xfrm>
            <a:custGeom>
              <a:avLst/>
              <a:gdLst/>
              <a:ahLst/>
              <a:cxnLst/>
              <a:rect r="r" b="b" t="t" l="l"/>
              <a:pathLst>
                <a:path h="2210562" w="3925824">
                  <a:moveTo>
                    <a:pt x="0" y="0"/>
                  </a:moveTo>
                  <a:lnTo>
                    <a:pt x="3925824" y="0"/>
                  </a:lnTo>
                  <a:lnTo>
                    <a:pt x="3925824" y="2210562"/>
                  </a:lnTo>
                  <a:lnTo>
                    <a:pt x="0" y="2210562"/>
                  </a:lnTo>
                  <a:lnTo>
                    <a:pt x="0" y="0"/>
                  </a:lnTo>
                  <a:close/>
                </a:path>
              </a:pathLst>
            </a:custGeom>
            <a:blipFill>
              <a:blip r:embed="rId13"/>
              <a:stretch>
                <a:fillRect l="0" t="0" r="1" b="-3"/>
              </a:stretch>
            </a:blipFill>
          </p:spPr>
        </p:sp>
      </p:grpSp>
      <p:grpSp>
        <p:nvGrpSpPr>
          <p:cNvPr name="Group 11" id="11"/>
          <p:cNvGrpSpPr/>
          <p:nvPr/>
        </p:nvGrpSpPr>
        <p:grpSpPr>
          <a:xfrm rot="0">
            <a:off x="4325931" y="1881969"/>
            <a:ext cx="2563187" cy="1505502"/>
            <a:chOff x="0" y="0"/>
            <a:chExt cx="3417583" cy="2007337"/>
          </a:xfrm>
        </p:grpSpPr>
        <p:sp>
          <p:nvSpPr>
            <p:cNvPr name="Freeform 12" id="12"/>
            <p:cNvSpPr/>
            <p:nvPr/>
          </p:nvSpPr>
          <p:spPr>
            <a:xfrm flipH="false" flipV="false" rot="0">
              <a:off x="0" y="0"/>
              <a:ext cx="3417570" cy="2007362"/>
            </a:xfrm>
            <a:custGeom>
              <a:avLst/>
              <a:gdLst/>
              <a:ahLst/>
              <a:cxnLst/>
              <a:rect r="r" b="b" t="t" l="l"/>
              <a:pathLst>
                <a:path h="2007362" w="3417570">
                  <a:moveTo>
                    <a:pt x="0" y="0"/>
                  </a:moveTo>
                  <a:lnTo>
                    <a:pt x="3417570" y="0"/>
                  </a:lnTo>
                  <a:lnTo>
                    <a:pt x="3417570" y="2007362"/>
                  </a:lnTo>
                  <a:lnTo>
                    <a:pt x="0" y="2007362"/>
                  </a:lnTo>
                  <a:lnTo>
                    <a:pt x="0" y="0"/>
                  </a:lnTo>
                  <a:close/>
                </a:path>
              </a:pathLst>
            </a:custGeom>
            <a:blipFill>
              <a:blip r:embed="rId14"/>
              <a:stretch>
                <a:fillRect l="0" t="0" r="0" b="0"/>
              </a:stretch>
            </a:blipFill>
          </p:spPr>
        </p:sp>
      </p:grpSp>
      <p:grpSp>
        <p:nvGrpSpPr>
          <p:cNvPr name="Group 13" id="13"/>
          <p:cNvGrpSpPr/>
          <p:nvPr/>
        </p:nvGrpSpPr>
        <p:grpSpPr>
          <a:xfrm rot="0">
            <a:off x="403374" y="4771492"/>
            <a:ext cx="2925280" cy="1524572"/>
            <a:chOff x="0" y="0"/>
            <a:chExt cx="3900373" cy="2032762"/>
          </a:xfrm>
        </p:grpSpPr>
        <p:sp>
          <p:nvSpPr>
            <p:cNvPr name="Freeform 14" id="14"/>
            <p:cNvSpPr/>
            <p:nvPr/>
          </p:nvSpPr>
          <p:spPr>
            <a:xfrm flipH="false" flipV="false" rot="0">
              <a:off x="0" y="0"/>
              <a:ext cx="3900424" cy="2032762"/>
            </a:xfrm>
            <a:custGeom>
              <a:avLst/>
              <a:gdLst/>
              <a:ahLst/>
              <a:cxnLst/>
              <a:rect r="r" b="b" t="t" l="l"/>
              <a:pathLst>
                <a:path h="2032762" w="3900424">
                  <a:moveTo>
                    <a:pt x="0" y="0"/>
                  </a:moveTo>
                  <a:lnTo>
                    <a:pt x="3900424" y="0"/>
                  </a:lnTo>
                  <a:lnTo>
                    <a:pt x="3900424" y="2032762"/>
                  </a:lnTo>
                  <a:lnTo>
                    <a:pt x="0" y="2032762"/>
                  </a:lnTo>
                  <a:lnTo>
                    <a:pt x="0" y="0"/>
                  </a:lnTo>
                  <a:close/>
                </a:path>
              </a:pathLst>
            </a:custGeom>
            <a:blipFill>
              <a:blip r:embed="rId15"/>
              <a:stretch>
                <a:fillRect l="0" t="-246" r="1" b="-443"/>
              </a:stretch>
            </a:blipFill>
          </p:spPr>
        </p:sp>
      </p:grpSp>
      <p:grpSp>
        <p:nvGrpSpPr>
          <p:cNvPr name="Group 15" id="15"/>
          <p:cNvGrpSpPr/>
          <p:nvPr/>
        </p:nvGrpSpPr>
        <p:grpSpPr>
          <a:xfrm rot="0">
            <a:off x="4874543" y="4721600"/>
            <a:ext cx="1467402" cy="1629366"/>
            <a:chOff x="0" y="0"/>
            <a:chExt cx="1956537" cy="2172487"/>
          </a:xfrm>
        </p:grpSpPr>
        <p:sp>
          <p:nvSpPr>
            <p:cNvPr name="Freeform 16" id="16"/>
            <p:cNvSpPr/>
            <p:nvPr/>
          </p:nvSpPr>
          <p:spPr>
            <a:xfrm flipH="false" flipV="false" rot="0">
              <a:off x="0" y="0"/>
              <a:ext cx="1956562" cy="2172462"/>
            </a:xfrm>
            <a:custGeom>
              <a:avLst/>
              <a:gdLst/>
              <a:ahLst/>
              <a:cxnLst/>
              <a:rect r="r" b="b" t="t" l="l"/>
              <a:pathLst>
                <a:path h="2172462" w="1956562">
                  <a:moveTo>
                    <a:pt x="0" y="0"/>
                  </a:moveTo>
                  <a:lnTo>
                    <a:pt x="1956562" y="0"/>
                  </a:lnTo>
                  <a:lnTo>
                    <a:pt x="1956562" y="2172462"/>
                  </a:lnTo>
                  <a:lnTo>
                    <a:pt x="0" y="2172462"/>
                  </a:lnTo>
                  <a:lnTo>
                    <a:pt x="0" y="0"/>
                  </a:lnTo>
                  <a:close/>
                </a:path>
              </a:pathLst>
            </a:custGeom>
            <a:blipFill>
              <a:blip r:embed="rId16"/>
              <a:stretch>
                <a:fillRect l="0" t="-1" r="1" b="-1"/>
              </a:stretch>
            </a:blipFill>
          </p:spPr>
        </p:sp>
      </p:grpSp>
      <p:grpSp>
        <p:nvGrpSpPr>
          <p:cNvPr name="Group 17" id="17"/>
          <p:cNvGrpSpPr/>
          <p:nvPr/>
        </p:nvGrpSpPr>
        <p:grpSpPr>
          <a:xfrm rot="0">
            <a:off x="0" y="0"/>
            <a:ext cx="7565136" cy="105527"/>
            <a:chOff x="0" y="0"/>
            <a:chExt cx="7565136" cy="105524"/>
          </a:xfrm>
        </p:grpSpPr>
        <p:sp>
          <p:nvSpPr>
            <p:cNvPr name="Freeform 18" id="18"/>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19" id="19"/>
          <p:cNvGrpSpPr/>
          <p:nvPr/>
        </p:nvGrpSpPr>
        <p:grpSpPr>
          <a:xfrm rot="0">
            <a:off x="0" y="10532631"/>
            <a:ext cx="7086543" cy="165849"/>
            <a:chOff x="0" y="0"/>
            <a:chExt cx="7086536" cy="165849"/>
          </a:xfrm>
        </p:grpSpPr>
        <p:sp>
          <p:nvSpPr>
            <p:cNvPr name="Freeform 20" id="20"/>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grpSp>
        <p:nvGrpSpPr>
          <p:cNvPr name="Group 21" id="21"/>
          <p:cNvGrpSpPr/>
          <p:nvPr/>
        </p:nvGrpSpPr>
        <p:grpSpPr>
          <a:xfrm rot="0">
            <a:off x="1092737" y="7547486"/>
            <a:ext cx="1638919" cy="1619860"/>
            <a:chOff x="0" y="0"/>
            <a:chExt cx="2185226" cy="2159813"/>
          </a:xfrm>
        </p:grpSpPr>
        <p:sp>
          <p:nvSpPr>
            <p:cNvPr name="Freeform 22" id="22"/>
            <p:cNvSpPr/>
            <p:nvPr/>
          </p:nvSpPr>
          <p:spPr>
            <a:xfrm flipH="false" flipV="false" rot="0">
              <a:off x="0" y="0"/>
              <a:ext cx="2185162" cy="2159762"/>
            </a:xfrm>
            <a:custGeom>
              <a:avLst/>
              <a:gdLst/>
              <a:ahLst/>
              <a:cxnLst/>
              <a:rect r="r" b="b" t="t" l="l"/>
              <a:pathLst>
                <a:path h="2159762" w="2185162">
                  <a:moveTo>
                    <a:pt x="0" y="0"/>
                  </a:moveTo>
                  <a:lnTo>
                    <a:pt x="2185162" y="0"/>
                  </a:lnTo>
                  <a:lnTo>
                    <a:pt x="2185162" y="2159762"/>
                  </a:lnTo>
                  <a:lnTo>
                    <a:pt x="0" y="2159762"/>
                  </a:lnTo>
                  <a:lnTo>
                    <a:pt x="0" y="0"/>
                  </a:lnTo>
                  <a:close/>
                </a:path>
              </a:pathLst>
            </a:custGeom>
            <a:blipFill>
              <a:blip r:embed="rId17"/>
              <a:stretch>
                <a:fillRect l="0" t="0" r="-2" b="-2"/>
              </a:stretch>
            </a:blipFill>
          </p:spPr>
        </p:sp>
      </p:grpSp>
      <p:grpSp>
        <p:nvGrpSpPr>
          <p:cNvPr name="Group 23" id="23"/>
          <p:cNvGrpSpPr/>
          <p:nvPr/>
        </p:nvGrpSpPr>
        <p:grpSpPr>
          <a:xfrm rot="0">
            <a:off x="4111447" y="7707811"/>
            <a:ext cx="3106312" cy="1457877"/>
            <a:chOff x="0" y="0"/>
            <a:chExt cx="4141749" cy="1943837"/>
          </a:xfrm>
        </p:grpSpPr>
        <p:sp>
          <p:nvSpPr>
            <p:cNvPr name="Freeform 24" id="24"/>
            <p:cNvSpPr/>
            <p:nvPr/>
          </p:nvSpPr>
          <p:spPr>
            <a:xfrm flipH="false" flipV="false" rot="0">
              <a:off x="0" y="0"/>
              <a:ext cx="4141724" cy="1943862"/>
            </a:xfrm>
            <a:custGeom>
              <a:avLst/>
              <a:gdLst/>
              <a:ahLst/>
              <a:cxnLst/>
              <a:rect r="r" b="b" t="t" l="l"/>
              <a:pathLst>
                <a:path h="1943862" w="4141724">
                  <a:moveTo>
                    <a:pt x="0" y="0"/>
                  </a:moveTo>
                  <a:lnTo>
                    <a:pt x="4141724" y="0"/>
                  </a:lnTo>
                  <a:lnTo>
                    <a:pt x="4141724" y="1943862"/>
                  </a:lnTo>
                  <a:lnTo>
                    <a:pt x="0" y="1943862"/>
                  </a:lnTo>
                  <a:lnTo>
                    <a:pt x="0" y="0"/>
                  </a:lnTo>
                  <a:close/>
                </a:path>
              </a:pathLst>
            </a:custGeom>
            <a:blipFill>
              <a:blip r:embed="rId18"/>
              <a:stretch>
                <a:fillRect l="0" t="-224" r="0" b="-391"/>
              </a:stretch>
            </a:blipFill>
          </p:spPr>
        </p:sp>
      </p:grpSp>
      <p:grpSp>
        <p:nvGrpSpPr>
          <p:cNvPr name="Group 25" id="25"/>
          <p:cNvGrpSpPr/>
          <p:nvPr/>
        </p:nvGrpSpPr>
        <p:grpSpPr>
          <a:xfrm rot="0">
            <a:off x="0" y="114148"/>
            <a:ext cx="1105319" cy="1124369"/>
            <a:chOff x="0" y="0"/>
            <a:chExt cx="1473759" cy="1499159"/>
          </a:xfrm>
        </p:grpSpPr>
        <p:sp>
          <p:nvSpPr>
            <p:cNvPr name="Freeform 26" id="26"/>
            <p:cNvSpPr/>
            <p:nvPr/>
          </p:nvSpPr>
          <p:spPr>
            <a:xfrm flipH="false" flipV="false" rot="0">
              <a:off x="0" y="0"/>
              <a:ext cx="1473708" cy="1499108"/>
            </a:xfrm>
            <a:custGeom>
              <a:avLst/>
              <a:gdLst/>
              <a:ahLst/>
              <a:cxnLst/>
              <a:rect r="r" b="b" t="t" l="l"/>
              <a:pathLst>
                <a:path h="1499108" w="1473708">
                  <a:moveTo>
                    <a:pt x="0" y="0"/>
                  </a:moveTo>
                  <a:lnTo>
                    <a:pt x="1473708" y="0"/>
                  </a:lnTo>
                  <a:lnTo>
                    <a:pt x="1473708" y="1499108"/>
                  </a:lnTo>
                  <a:lnTo>
                    <a:pt x="0" y="1499108"/>
                  </a:lnTo>
                  <a:lnTo>
                    <a:pt x="0" y="0"/>
                  </a:lnTo>
                  <a:close/>
                </a:path>
              </a:pathLst>
            </a:custGeom>
            <a:blipFill>
              <a:blip r:embed="rId19"/>
              <a:stretch>
                <a:fillRect l="0" t="0" r="-3" b="-3"/>
              </a:stretch>
            </a:blipFill>
          </p:spPr>
        </p:sp>
      </p:grpSp>
      <p:grpSp>
        <p:nvGrpSpPr>
          <p:cNvPr name="Group 27" id="27"/>
          <p:cNvGrpSpPr/>
          <p:nvPr/>
        </p:nvGrpSpPr>
        <p:grpSpPr>
          <a:xfrm rot="0">
            <a:off x="149219" y="1759706"/>
            <a:ext cx="3023997" cy="60484"/>
            <a:chOff x="0" y="0"/>
            <a:chExt cx="3023997" cy="60477"/>
          </a:xfrm>
        </p:grpSpPr>
        <p:sp>
          <p:nvSpPr>
            <p:cNvPr name="Freeform 28" id="2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29" id="29"/>
          <p:cNvGrpSpPr/>
          <p:nvPr/>
        </p:nvGrpSpPr>
        <p:grpSpPr>
          <a:xfrm rot="0">
            <a:off x="149219" y="4642542"/>
            <a:ext cx="3023997" cy="60484"/>
            <a:chOff x="0" y="0"/>
            <a:chExt cx="3023997" cy="60477"/>
          </a:xfrm>
        </p:grpSpPr>
        <p:sp>
          <p:nvSpPr>
            <p:cNvPr name="Freeform 30" id="3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1" id="31"/>
          <p:cNvGrpSpPr/>
          <p:nvPr/>
        </p:nvGrpSpPr>
        <p:grpSpPr>
          <a:xfrm rot="0">
            <a:off x="149219" y="7455608"/>
            <a:ext cx="3023997" cy="60484"/>
            <a:chOff x="0" y="0"/>
            <a:chExt cx="3023997" cy="60477"/>
          </a:xfrm>
        </p:grpSpPr>
        <p:sp>
          <p:nvSpPr>
            <p:cNvPr name="Freeform 32" id="32"/>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3" id="33"/>
          <p:cNvGrpSpPr/>
          <p:nvPr/>
        </p:nvGrpSpPr>
        <p:grpSpPr>
          <a:xfrm rot="0">
            <a:off x="0" y="0"/>
            <a:ext cx="7562850" cy="105489"/>
            <a:chOff x="0" y="0"/>
            <a:chExt cx="7562850" cy="105486"/>
          </a:xfrm>
        </p:grpSpPr>
        <p:sp>
          <p:nvSpPr>
            <p:cNvPr name="Freeform 34" id="34"/>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35" id="35"/>
          <p:cNvGrpSpPr/>
          <p:nvPr/>
        </p:nvGrpSpPr>
        <p:grpSpPr>
          <a:xfrm rot="0">
            <a:off x="3928043" y="1759706"/>
            <a:ext cx="3023997" cy="60484"/>
            <a:chOff x="0" y="0"/>
            <a:chExt cx="3023997" cy="60477"/>
          </a:xfrm>
        </p:grpSpPr>
        <p:sp>
          <p:nvSpPr>
            <p:cNvPr name="Freeform 36" id="36"/>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7" id="37"/>
          <p:cNvGrpSpPr/>
          <p:nvPr/>
        </p:nvGrpSpPr>
        <p:grpSpPr>
          <a:xfrm rot="0">
            <a:off x="3928043" y="4642542"/>
            <a:ext cx="3023997" cy="60484"/>
            <a:chOff x="0" y="0"/>
            <a:chExt cx="3023997" cy="60477"/>
          </a:xfrm>
        </p:grpSpPr>
        <p:sp>
          <p:nvSpPr>
            <p:cNvPr name="Freeform 38" id="38"/>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9" id="39"/>
          <p:cNvGrpSpPr/>
          <p:nvPr/>
        </p:nvGrpSpPr>
        <p:grpSpPr>
          <a:xfrm rot="0">
            <a:off x="3928043" y="7425357"/>
            <a:ext cx="3023997" cy="60484"/>
            <a:chOff x="0" y="0"/>
            <a:chExt cx="3023997" cy="60477"/>
          </a:xfrm>
        </p:grpSpPr>
        <p:sp>
          <p:nvSpPr>
            <p:cNvPr name="Freeform 40" id="40"/>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1" id="41"/>
          <p:cNvGrpSpPr/>
          <p:nvPr/>
        </p:nvGrpSpPr>
        <p:grpSpPr>
          <a:xfrm rot="0">
            <a:off x="-63503" y="9484871"/>
            <a:ext cx="7689847" cy="1275207"/>
            <a:chOff x="0" y="0"/>
            <a:chExt cx="7689850" cy="1275207"/>
          </a:xfrm>
        </p:grpSpPr>
        <p:sp>
          <p:nvSpPr>
            <p:cNvPr name="Freeform 42" id="42"/>
            <p:cNvSpPr/>
            <p:nvPr/>
          </p:nvSpPr>
          <p:spPr>
            <a:xfrm flipH="false" flipV="false" rot="0">
              <a:off x="6433566" y="63500"/>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43" id="43"/>
            <p:cNvSpPr/>
            <p:nvPr/>
          </p:nvSpPr>
          <p:spPr>
            <a:xfrm flipH="false" flipV="false" rot="0">
              <a:off x="63500" y="1043815"/>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4" id="44"/>
          <p:cNvSpPr txBox="true"/>
          <p:nvPr/>
        </p:nvSpPr>
        <p:spPr>
          <a:xfrm rot="0">
            <a:off x="2535955" y="754085"/>
            <a:ext cx="2540613" cy="406489"/>
          </a:xfrm>
          <a:prstGeom prst="rect">
            <a:avLst/>
          </a:prstGeom>
        </p:spPr>
        <p:txBody>
          <a:bodyPr anchor="t" rtlCol="false" tIns="0" lIns="0" bIns="0" rIns="0">
            <a:spAutoFit/>
          </a:bodyPr>
          <a:lstStyle/>
          <a:p>
            <a:pPr algn="l">
              <a:lnSpc>
                <a:spcPts val="3080"/>
              </a:lnSpc>
            </a:pPr>
            <a:r>
              <a:rPr lang="en-US" b="true" sz="2200">
                <a:solidFill>
                  <a:srgbClr val="192072"/>
                </a:solidFill>
                <a:latin typeface="Poppins Bold"/>
                <a:ea typeface="Poppins Bold"/>
                <a:cs typeface="Poppins Bold"/>
                <a:sym typeface="Poppins Bold"/>
              </a:rPr>
              <a:t>MISC. HARDWARE</a:t>
            </a:r>
          </a:p>
        </p:txBody>
      </p:sp>
      <p:sp>
        <p:nvSpPr>
          <p:cNvPr name="TextBox 45" id="45"/>
          <p:cNvSpPr txBox="true"/>
          <p:nvPr/>
        </p:nvSpPr>
        <p:spPr>
          <a:xfrm rot="0">
            <a:off x="1368647" y="6390161"/>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46" id="46"/>
          <p:cNvSpPr txBox="true"/>
          <p:nvPr/>
        </p:nvSpPr>
        <p:spPr>
          <a:xfrm rot="0">
            <a:off x="1119264" y="3499837"/>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47" id="47"/>
          <p:cNvSpPr txBox="true"/>
          <p:nvPr/>
        </p:nvSpPr>
        <p:spPr>
          <a:xfrm rot="0">
            <a:off x="789680" y="7110708"/>
            <a:ext cx="2137724" cy="327050"/>
          </a:xfrm>
          <a:prstGeom prst="rect">
            <a:avLst/>
          </a:prstGeom>
        </p:spPr>
        <p:txBody>
          <a:bodyPr anchor="t" rtlCol="false" tIns="0" lIns="0" bIns="0" rIns="0">
            <a:spAutoFit/>
          </a:bodyPr>
          <a:lstStyle/>
          <a:p>
            <a:pPr algn="l">
              <a:lnSpc>
                <a:spcPts val="2380"/>
              </a:lnSpc>
            </a:pPr>
            <a:r>
              <a:rPr lang="en-US" b="true" sz="1700">
                <a:solidFill>
                  <a:srgbClr val="000000"/>
                </a:solidFill>
                <a:latin typeface="Poppins Bold"/>
                <a:ea typeface="Poppins Bold"/>
                <a:cs typeface="Poppins Bold"/>
                <a:sym typeface="Poppins Bold"/>
              </a:rPr>
              <a:t>GREASE NIPPLE CAP</a:t>
            </a:r>
          </a:p>
        </p:txBody>
      </p:sp>
      <p:sp>
        <p:nvSpPr>
          <p:cNvPr name="TextBox 48" id="48"/>
          <p:cNvSpPr txBox="true"/>
          <p:nvPr/>
        </p:nvSpPr>
        <p:spPr>
          <a:xfrm rot="0">
            <a:off x="880901" y="9151068"/>
            <a:ext cx="2013956"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Green &amp; Red Color</a:t>
            </a:r>
          </a:p>
        </p:txBody>
      </p:sp>
      <p:sp>
        <p:nvSpPr>
          <p:cNvPr name="TextBox 49" id="49"/>
          <p:cNvSpPr txBox="true"/>
          <p:nvPr/>
        </p:nvSpPr>
        <p:spPr>
          <a:xfrm rot="0">
            <a:off x="5139109" y="6345031"/>
            <a:ext cx="1018870"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a:t>
            </a:r>
          </a:p>
        </p:txBody>
      </p:sp>
      <p:sp>
        <p:nvSpPr>
          <p:cNvPr name="TextBox 50" id="50"/>
          <p:cNvSpPr txBox="true"/>
          <p:nvPr/>
        </p:nvSpPr>
        <p:spPr>
          <a:xfrm rot="0">
            <a:off x="4889725" y="3505457"/>
            <a:ext cx="152776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a:t>
            </a:r>
          </a:p>
        </p:txBody>
      </p:sp>
      <p:sp>
        <p:nvSpPr>
          <p:cNvPr name="TextBox 51" id="51"/>
          <p:cNvSpPr txBox="true"/>
          <p:nvPr/>
        </p:nvSpPr>
        <p:spPr>
          <a:xfrm rot="0">
            <a:off x="3936092" y="1395232"/>
            <a:ext cx="3409550"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GREASE NIPPLE BUTTON HEAD</a:t>
            </a:r>
          </a:p>
        </p:txBody>
      </p:sp>
      <p:sp>
        <p:nvSpPr>
          <p:cNvPr name="TextBox 52" id="52"/>
          <p:cNvSpPr txBox="true"/>
          <p:nvPr/>
        </p:nvSpPr>
        <p:spPr>
          <a:xfrm rot="0">
            <a:off x="933688" y="1420425"/>
            <a:ext cx="181500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GREASE NIPPLE</a:t>
            </a:r>
          </a:p>
        </p:txBody>
      </p:sp>
      <p:sp>
        <p:nvSpPr>
          <p:cNvPr name="TextBox 53" id="53"/>
          <p:cNvSpPr txBox="true"/>
          <p:nvPr/>
        </p:nvSpPr>
        <p:spPr>
          <a:xfrm rot="0">
            <a:off x="573091" y="4285297"/>
            <a:ext cx="2550814"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LONG GREASE NIPPLE</a:t>
            </a:r>
          </a:p>
        </p:txBody>
      </p:sp>
      <p:sp>
        <p:nvSpPr>
          <p:cNvPr name="TextBox 54" id="54"/>
          <p:cNvSpPr txBox="true"/>
          <p:nvPr/>
        </p:nvSpPr>
        <p:spPr>
          <a:xfrm rot="0">
            <a:off x="4434173" y="4285297"/>
            <a:ext cx="2381936"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GREASE NIPPLE CUP</a:t>
            </a:r>
          </a:p>
        </p:txBody>
      </p:sp>
      <p:sp>
        <p:nvSpPr>
          <p:cNvPr name="TextBox 55" id="55"/>
          <p:cNvSpPr txBox="true"/>
          <p:nvPr/>
        </p:nvSpPr>
        <p:spPr>
          <a:xfrm rot="0">
            <a:off x="7050662" y="10145220"/>
            <a:ext cx="474297"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39</a:t>
            </a:r>
          </a:p>
        </p:txBody>
      </p:sp>
      <p:sp>
        <p:nvSpPr>
          <p:cNvPr name="TextBox 56" id="56"/>
          <p:cNvSpPr txBox="true"/>
          <p:nvPr/>
        </p:nvSpPr>
        <p:spPr>
          <a:xfrm rot="0">
            <a:off x="4745679" y="7111565"/>
            <a:ext cx="1847821"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GREASE ADAPTOR</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3856292" y="4032285"/>
            <a:ext cx="3564779" cy="2764936"/>
          </a:xfrm>
          <a:custGeom>
            <a:avLst/>
            <a:gdLst/>
            <a:ahLst/>
            <a:cxnLst/>
            <a:rect r="r" b="b" t="t" l="l"/>
            <a:pathLst>
              <a:path h="2764936" w="3564779">
                <a:moveTo>
                  <a:pt x="0" y="0"/>
                </a:moveTo>
                <a:lnTo>
                  <a:pt x="3564778" y="0"/>
                </a:lnTo>
                <a:lnTo>
                  <a:pt x="3564778" y="2764936"/>
                </a:lnTo>
                <a:lnTo>
                  <a:pt x="0" y="2764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108728"/>
            <a:ext cx="7345013" cy="3897982"/>
          </a:xfrm>
          <a:custGeom>
            <a:avLst/>
            <a:gdLst/>
            <a:ahLst/>
            <a:cxnLst/>
            <a:rect r="r" b="b" t="t" l="l"/>
            <a:pathLst>
              <a:path h="3897982" w="7345013">
                <a:moveTo>
                  <a:pt x="0" y="0"/>
                </a:moveTo>
                <a:lnTo>
                  <a:pt x="7345014" y="0"/>
                </a:lnTo>
                <a:lnTo>
                  <a:pt x="7345014" y="3897982"/>
                </a:lnTo>
                <a:lnTo>
                  <a:pt x="0" y="38979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6629400" y="9552422"/>
            <a:ext cx="935736" cy="1146058"/>
            <a:chOff x="0" y="0"/>
            <a:chExt cx="935736" cy="1146061"/>
          </a:xfrm>
        </p:grpSpPr>
        <p:sp>
          <p:nvSpPr>
            <p:cNvPr name="Freeform 7" id="7"/>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8" id="8"/>
          <p:cNvGrpSpPr/>
          <p:nvPr/>
        </p:nvGrpSpPr>
        <p:grpSpPr>
          <a:xfrm rot="0">
            <a:off x="990991" y="1873901"/>
            <a:ext cx="1753257" cy="1753248"/>
            <a:chOff x="0" y="0"/>
            <a:chExt cx="2337676" cy="2337664"/>
          </a:xfrm>
        </p:grpSpPr>
        <p:sp>
          <p:nvSpPr>
            <p:cNvPr name="Freeform 9" id="9"/>
            <p:cNvSpPr/>
            <p:nvPr/>
          </p:nvSpPr>
          <p:spPr>
            <a:xfrm flipH="false" flipV="false" rot="0">
              <a:off x="0" y="0"/>
              <a:ext cx="2337689" cy="2337689"/>
            </a:xfrm>
            <a:custGeom>
              <a:avLst/>
              <a:gdLst/>
              <a:ahLst/>
              <a:cxnLst/>
              <a:rect r="r" b="b" t="t" l="l"/>
              <a:pathLst>
                <a:path h="2337689" w="2337689">
                  <a:moveTo>
                    <a:pt x="0" y="0"/>
                  </a:moveTo>
                  <a:lnTo>
                    <a:pt x="2337689" y="0"/>
                  </a:lnTo>
                  <a:lnTo>
                    <a:pt x="2337689" y="2337689"/>
                  </a:lnTo>
                  <a:lnTo>
                    <a:pt x="0" y="2337689"/>
                  </a:lnTo>
                  <a:lnTo>
                    <a:pt x="0" y="0"/>
                  </a:lnTo>
                  <a:close/>
                </a:path>
              </a:pathLst>
            </a:custGeom>
            <a:blipFill>
              <a:blip r:embed="rId7"/>
              <a:stretch>
                <a:fillRect l="0" t="0" r="0" b="1"/>
              </a:stretch>
            </a:blipFill>
          </p:spPr>
        </p:sp>
      </p:grpSp>
      <p:grpSp>
        <p:nvGrpSpPr>
          <p:cNvPr name="Group 10" id="10"/>
          <p:cNvGrpSpPr/>
          <p:nvPr/>
        </p:nvGrpSpPr>
        <p:grpSpPr>
          <a:xfrm rot="0">
            <a:off x="4371775" y="1864547"/>
            <a:ext cx="2553662" cy="1896189"/>
            <a:chOff x="0" y="0"/>
            <a:chExt cx="3404883" cy="2528252"/>
          </a:xfrm>
        </p:grpSpPr>
        <p:sp>
          <p:nvSpPr>
            <p:cNvPr name="Freeform 11" id="11"/>
            <p:cNvSpPr/>
            <p:nvPr/>
          </p:nvSpPr>
          <p:spPr>
            <a:xfrm flipH="false" flipV="false" rot="0">
              <a:off x="0" y="0"/>
              <a:ext cx="3404870" cy="2528189"/>
            </a:xfrm>
            <a:custGeom>
              <a:avLst/>
              <a:gdLst/>
              <a:ahLst/>
              <a:cxnLst/>
              <a:rect r="r" b="b" t="t" l="l"/>
              <a:pathLst>
                <a:path h="2528189" w="3404870">
                  <a:moveTo>
                    <a:pt x="0" y="0"/>
                  </a:moveTo>
                  <a:lnTo>
                    <a:pt x="3404870" y="0"/>
                  </a:lnTo>
                  <a:lnTo>
                    <a:pt x="3404870" y="2528189"/>
                  </a:lnTo>
                  <a:lnTo>
                    <a:pt x="0" y="2528189"/>
                  </a:lnTo>
                  <a:lnTo>
                    <a:pt x="0" y="0"/>
                  </a:lnTo>
                  <a:close/>
                </a:path>
              </a:pathLst>
            </a:custGeom>
            <a:blipFill>
              <a:blip r:embed="rId8"/>
              <a:stretch>
                <a:fillRect l="0" t="-123" r="0" b="-52"/>
              </a:stretch>
            </a:blipFill>
          </p:spPr>
        </p:sp>
      </p:grpSp>
      <p:grpSp>
        <p:nvGrpSpPr>
          <p:cNvPr name="Group 12" id="12"/>
          <p:cNvGrpSpPr/>
          <p:nvPr/>
        </p:nvGrpSpPr>
        <p:grpSpPr>
          <a:xfrm rot="0">
            <a:off x="4698130" y="4648457"/>
            <a:ext cx="1877130" cy="1877120"/>
            <a:chOff x="0" y="0"/>
            <a:chExt cx="2502840" cy="2502827"/>
          </a:xfrm>
        </p:grpSpPr>
        <p:sp>
          <p:nvSpPr>
            <p:cNvPr name="Freeform 13" id="13"/>
            <p:cNvSpPr/>
            <p:nvPr/>
          </p:nvSpPr>
          <p:spPr>
            <a:xfrm flipH="false" flipV="false" rot="0">
              <a:off x="0" y="0"/>
              <a:ext cx="2502789" cy="2502789"/>
            </a:xfrm>
            <a:custGeom>
              <a:avLst/>
              <a:gdLst/>
              <a:ahLst/>
              <a:cxnLst/>
              <a:rect r="r" b="b" t="t" l="l"/>
              <a:pathLst>
                <a:path h="2502789" w="2502789">
                  <a:moveTo>
                    <a:pt x="0" y="0"/>
                  </a:moveTo>
                  <a:lnTo>
                    <a:pt x="2502789" y="0"/>
                  </a:lnTo>
                  <a:lnTo>
                    <a:pt x="2502789" y="2502789"/>
                  </a:lnTo>
                  <a:lnTo>
                    <a:pt x="0" y="2502789"/>
                  </a:lnTo>
                  <a:lnTo>
                    <a:pt x="0" y="0"/>
                  </a:lnTo>
                  <a:close/>
                </a:path>
              </a:pathLst>
            </a:custGeom>
            <a:blipFill>
              <a:blip r:embed="rId9"/>
              <a:stretch>
                <a:fillRect l="0" t="0" r="-2" b="-2"/>
              </a:stretch>
            </a:blipFill>
          </p:spPr>
        </p:sp>
      </p:grpSp>
      <p:sp>
        <p:nvSpPr>
          <p:cNvPr name="Freeform 14" id="14"/>
          <p:cNvSpPr/>
          <p:nvPr/>
        </p:nvSpPr>
        <p:spPr>
          <a:xfrm flipH="false" flipV="false" rot="0">
            <a:off x="85839" y="4041819"/>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576091" y="4673013"/>
            <a:ext cx="2553662" cy="2010527"/>
            <a:chOff x="0" y="0"/>
            <a:chExt cx="3404883" cy="2680703"/>
          </a:xfrm>
        </p:grpSpPr>
        <p:sp>
          <p:nvSpPr>
            <p:cNvPr name="Freeform 16" id="16"/>
            <p:cNvSpPr/>
            <p:nvPr/>
          </p:nvSpPr>
          <p:spPr>
            <a:xfrm flipH="false" flipV="false" rot="0">
              <a:off x="0" y="0"/>
              <a:ext cx="3404870" cy="2680716"/>
            </a:xfrm>
            <a:custGeom>
              <a:avLst/>
              <a:gdLst/>
              <a:ahLst/>
              <a:cxnLst/>
              <a:rect r="r" b="b" t="t" l="l"/>
              <a:pathLst>
                <a:path h="2680716" w="3404870">
                  <a:moveTo>
                    <a:pt x="0" y="0"/>
                  </a:moveTo>
                  <a:lnTo>
                    <a:pt x="3404870" y="0"/>
                  </a:lnTo>
                  <a:lnTo>
                    <a:pt x="3404870" y="2680716"/>
                  </a:lnTo>
                  <a:lnTo>
                    <a:pt x="0" y="2680716"/>
                  </a:lnTo>
                  <a:lnTo>
                    <a:pt x="0" y="0"/>
                  </a:lnTo>
                  <a:close/>
                </a:path>
              </a:pathLst>
            </a:custGeom>
            <a:blipFill>
              <a:blip r:embed="rId12"/>
              <a:stretch>
                <a:fillRect l="0" t="-346" r="0" b="-206"/>
              </a:stretch>
            </a:blipFill>
          </p:spPr>
        </p:sp>
      </p:grpSp>
      <p:sp>
        <p:nvSpPr>
          <p:cNvPr name="Freeform 17" id="17"/>
          <p:cNvSpPr/>
          <p:nvPr/>
        </p:nvSpPr>
        <p:spPr>
          <a:xfrm flipH="false" flipV="false" rot="0">
            <a:off x="100755" y="68990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8" id="18"/>
          <p:cNvGrpSpPr/>
          <p:nvPr/>
        </p:nvGrpSpPr>
        <p:grpSpPr>
          <a:xfrm rot="0">
            <a:off x="477060" y="7428033"/>
            <a:ext cx="2810932" cy="2048647"/>
            <a:chOff x="0" y="0"/>
            <a:chExt cx="3747910" cy="2731529"/>
          </a:xfrm>
        </p:grpSpPr>
        <p:sp>
          <p:nvSpPr>
            <p:cNvPr name="Freeform 19" id="19"/>
            <p:cNvSpPr/>
            <p:nvPr/>
          </p:nvSpPr>
          <p:spPr>
            <a:xfrm flipH="false" flipV="false" rot="0">
              <a:off x="0" y="0"/>
              <a:ext cx="3747897" cy="2731516"/>
            </a:xfrm>
            <a:custGeom>
              <a:avLst/>
              <a:gdLst/>
              <a:ahLst/>
              <a:cxnLst/>
              <a:rect r="r" b="b" t="t" l="l"/>
              <a:pathLst>
                <a:path h="2731516" w="3747897">
                  <a:moveTo>
                    <a:pt x="0" y="0"/>
                  </a:moveTo>
                  <a:lnTo>
                    <a:pt x="3747897" y="0"/>
                  </a:lnTo>
                  <a:lnTo>
                    <a:pt x="3747897" y="2731516"/>
                  </a:lnTo>
                  <a:lnTo>
                    <a:pt x="0" y="2731516"/>
                  </a:lnTo>
                  <a:lnTo>
                    <a:pt x="0" y="0"/>
                  </a:lnTo>
                  <a:close/>
                </a:path>
              </a:pathLst>
            </a:custGeom>
            <a:blipFill>
              <a:blip r:embed="rId15"/>
              <a:stretch>
                <a:fillRect l="0" t="-19438" r="0" b="-17771"/>
              </a:stretch>
            </a:blipFill>
          </p:spPr>
        </p:sp>
      </p:grpSp>
      <p:sp>
        <p:nvSpPr>
          <p:cNvPr name="Freeform 20" id="20"/>
          <p:cNvSpPr/>
          <p:nvPr/>
        </p:nvSpPr>
        <p:spPr>
          <a:xfrm flipH="false" flipV="false" rot="0">
            <a:off x="3866074" y="6899015"/>
            <a:ext cx="3564779" cy="2764927"/>
          </a:xfrm>
          <a:custGeom>
            <a:avLst/>
            <a:gdLst/>
            <a:ahLst/>
            <a:cxnLst/>
            <a:rect r="r" b="b" t="t" l="l"/>
            <a:pathLst>
              <a:path h="2764927" w="3564779">
                <a:moveTo>
                  <a:pt x="0" y="0"/>
                </a:moveTo>
                <a:lnTo>
                  <a:pt x="3564779" y="0"/>
                </a:lnTo>
                <a:lnTo>
                  <a:pt x="3564779" y="2764926"/>
                </a:lnTo>
                <a:lnTo>
                  <a:pt x="0" y="2764926"/>
                </a:lnTo>
                <a:lnTo>
                  <a:pt x="0" y="0"/>
                </a:lnTo>
                <a:close/>
              </a:path>
            </a:pathLst>
          </a:custGeom>
          <a:blipFill>
            <a:blip r:embed="rId13">
              <a:extLst>
                <a:ext uri="{96DAC541-7B7A-43D3-8B79-37D633B846F1}">
                  <asvg:svgBlip xmlns:asvg="http://schemas.microsoft.com/office/drawing/2016/SVG/main" r:embed="rId16"/>
                </a:ext>
              </a:extLst>
            </a:blip>
            <a:stretch>
              <a:fillRect l="0" t="0" r="0" b="0"/>
            </a:stretch>
          </a:blipFill>
        </p:spPr>
      </p:sp>
      <p:grpSp>
        <p:nvGrpSpPr>
          <p:cNvPr name="Group 21" id="21"/>
          <p:cNvGrpSpPr/>
          <p:nvPr/>
        </p:nvGrpSpPr>
        <p:grpSpPr>
          <a:xfrm rot="0">
            <a:off x="4272505" y="7500766"/>
            <a:ext cx="2639416" cy="1762782"/>
            <a:chOff x="0" y="0"/>
            <a:chExt cx="3519221" cy="2350376"/>
          </a:xfrm>
        </p:grpSpPr>
        <p:sp>
          <p:nvSpPr>
            <p:cNvPr name="Freeform 22" id="22"/>
            <p:cNvSpPr/>
            <p:nvPr/>
          </p:nvSpPr>
          <p:spPr>
            <a:xfrm flipH="false" flipV="false" rot="0">
              <a:off x="0" y="0"/>
              <a:ext cx="3519170" cy="2350389"/>
            </a:xfrm>
            <a:custGeom>
              <a:avLst/>
              <a:gdLst/>
              <a:ahLst/>
              <a:cxnLst/>
              <a:rect r="r" b="b" t="t" l="l"/>
              <a:pathLst>
                <a:path h="2350389" w="3519170">
                  <a:moveTo>
                    <a:pt x="0" y="0"/>
                  </a:moveTo>
                  <a:lnTo>
                    <a:pt x="3519170" y="0"/>
                  </a:lnTo>
                  <a:lnTo>
                    <a:pt x="3519170" y="2350389"/>
                  </a:lnTo>
                  <a:lnTo>
                    <a:pt x="0" y="2350389"/>
                  </a:lnTo>
                  <a:lnTo>
                    <a:pt x="0" y="0"/>
                  </a:lnTo>
                  <a:close/>
                </a:path>
              </a:pathLst>
            </a:custGeom>
            <a:blipFill>
              <a:blip r:embed="rId17"/>
              <a:stretch>
                <a:fillRect l="0" t="0" r="-1" b="0"/>
              </a:stretch>
            </a:blipFill>
          </p:spPr>
        </p:sp>
      </p:grpSp>
      <p:grpSp>
        <p:nvGrpSpPr>
          <p:cNvPr name="Group 23" id="23"/>
          <p:cNvGrpSpPr/>
          <p:nvPr/>
        </p:nvGrpSpPr>
        <p:grpSpPr>
          <a:xfrm rot="0">
            <a:off x="0" y="0"/>
            <a:ext cx="7565136" cy="105527"/>
            <a:chOff x="0" y="0"/>
            <a:chExt cx="7565136" cy="105524"/>
          </a:xfrm>
        </p:grpSpPr>
        <p:sp>
          <p:nvSpPr>
            <p:cNvPr name="Freeform 24" id="24"/>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25" id="25"/>
          <p:cNvGrpSpPr/>
          <p:nvPr/>
        </p:nvGrpSpPr>
        <p:grpSpPr>
          <a:xfrm rot="0">
            <a:off x="0" y="10532631"/>
            <a:ext cx="7086543" cy="165849"/>
            <a:chOff x="0" y="0"/>
            <a:chExt cx="7086536" cy="165849"/>
          </a:xfrm>
        </p:grpSpPr>
        <p:sp>
          <p:nvSpPr>
            <p:cNvPr name="Freeform 26" id="26"/>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grpSp>
        <p:nvGrpSpPr>
          <p:cNvPr name="Group 27" id="27"/>
          <p:cNvGrpSpPr/>
          <p:nvPr/>
        </p:nvGrpSpPr>
        <p:grpSpPr>
          <a:xfrm rot="0">
            <a:off x="0" y="114148"/>
            <a:ext cx="1105319" cy="1124369"/>
            <a:chOff x="0" y="0"/>
            <a:chExt cx="1473759" cy="1499159"/>
          </a:xfrm>
        </p:grpSpPr>
        <p:sp>
          <p:nvSpPr>
            <p:cNvPr name="Freeform 28" id="28"/>
            <p:cNvSpPr/>
            <p:nvPr/>
          </p:nvSpPr>
          <p:spPr>
            <a:xfrm flipH="false" flipV="false" rot="0">
              <a:off x="0" y="0"/>
              <a:ext cx="1473708" cy="1499108"/>
            </a:xfrm>
            <a:custGeom>
              <a:avLst/>
              <a:gdLst/>
              <a:ahLst/>
              <a:cxnLst/>
              <a:rect r="r" b="b" t="t" l="l"/>
              <a:pathLst>
                <a:path h="1499108" w="1473708">
                  <a:moveTo>
                    <a:pt x="0" y="0"/>
                  </a:moveTo>
                  <a:lnTo>
                    <a:pt x="1473708" y="0"/>
                  </a:lnTo>
                  <a:lnTo>
                    <a:pt x="1473708" y="1499108"/>
                  </a:lnTo>
                  <a:lnTo>
                    <a:pt x="0" y="1499108"/>
                  </a:lnTo>
                  <a:lnTo>
                    <a:pt x="0" y="0"/>
                  </a:lnTo>
                  <a:close/>
                </a:path>
              </a:pathLst>
            </a:custGeom>
            <a:blipFill>
              <a:blip r:embed="rId18"/>
              <a:stretch>
                <a:fillRect l="0" t="0" r="-3" b="-3"/>
              </a:stretch>
            </a:blipFill>
          </p:spPr>
        </p:sp>
      </p:grpSp>
      <p:grpSp>
        <p:nvGrpSpPr>
          <p:cNvPr name="Group 29" id="29"/>
          <p:cNvGrpSpPr/>
          <p:nvPr/>
        </p:nvGrpSpPr>
        <p:grpSpPr>
          <a:xfrm rot="0">
            <a:off x="85725" y="1241269"/>
            <a:ext cx="3563636" cy="2764069"/>
            <a:chOff x="0" y="0"/>
            <a:chExt cx="3563633" cy="2764066"/>
          </a:xfrm>
        </p:grpSpPr>
        <p:sp>
          <p:nvSpPr>
            <p:cNvPr name="Freeform 30" id="30"/>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1" id="31"/>
            <p:cNvSpPr/>
            <p:nvPr/>
          </p:nvSpPr>
          <p:spPr>
            <a:xfrm flipH="false" flipV="false" rot="0">
              <a:off x="63500" y="518414"/>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32" id="32"/>
          <p:cNvGrpSpPr/>
          <p:nvPr/>
        </p:nvGrpSpPr>
        <p:grpSpPr>
          <a:xfrm rot="0">
            <a:off x="164135" y="4577467"/>
            <a:ext cx="3023997" cy="60484"/>
            <a:chOff x="0" y="0"/>
            <a:chExt cx="3023997" cy="60477"/>
          </a:xfrm>
        </p:grpSpPr>
        <p:sp>
          <p:nvSpPr>
            <p:cNvPr name="Freeform 33" id="3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4" id="34"/>
          <p:cNvGrpSpPr/>
          <p:nvPr/>
        </p:nvGrpSpPr>
        <p:grpSpPr>
          <a:xfrm rot="0">
            <a:off x="164135" y="7426623"/>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0" y="0"/>
            <a:ext cx="7562850" cy="105489"/>
            <a:chOff x="0" y="0"/>
            <a:chExt cx="7562850" cy="105486"/>
          </a:xfrm>
        </p:grpSpPr>
        <p:sp>
          <p:nvSpPr>
            <p:cNvPr name="Freeform 37" id="37"/>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38" id="38"/>
          <p:cNvGrpSpPr/>
          <p:nvPr/>
        </p:nvGrpSpPr>
        <p:grpSpPr>
          <a:xfrm rot="0">
            <a:off x="3928043" y="1759706"/>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3854758" y="4030742"/>
            <a:ext cx="3563636" cy="2764069"/>
            <a:chOff x="0" y="0"/>
            <a:chExt cx="3563633" cy="2764066"/>
          </a:xfrm>
        </p:grpSpPr>
        <p:sp>
          <p:nvSpPr>
            <p:cNvPr name="Freeform 41" id="41"/>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42" id="42"/>
            <p:cNvSpPr/>
            <p:nvPr/>
          </p:nvSpPr>
          <p:spPr>
            <a:xfrm flipH="false" flipV="false" rot="0">
              <a:off x="73279" y="526923"/>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43" id="43"/>
          <p:cNvGrpSpPr/>
          <p:nvPr/>
        </p:nvGrpSpPr>
        <p:grpSpPr>
          <a:xfrm rot="0">
            <a:off x="-63503" y="6896395"/>
            <a:ext cx="7689847" cy="3863673"/>
            <a:chOff x="0" y="0"/>
            <a:chExt cx="7689850" cy="3863683"/>
          </a:xfrm>
        </p:grpSpPr>
        <p:sp>
          <p:nvSpPr>
            <p:cNvPr name="Freeform 44" id="44"/>
            <p:cNvSpPr/>
            <p:nvPr/>
          </p:nvSpPr>
          <p:spPr>
            <a:xfrm flipH="false" flipV="false" rot="0">
              <a:off x="3991610" y="63500"/>
              <a:ext cx="3436620" cy="2637032"/>
            </a:xfrm>
            <a:custGeom>
              <a:avLst/>
              <a:gdLst/>
              <a:ahLst/>
              <a:cxnLst/>
              <a:rect r="r" b="b" t="t" l="l"/>
              <a:pathLst>
                <a:path h="2637032" w="3436620">
                  <a:moveTo>
                    <a:pt x="0" y="2637032"/>
                  </a:moveTo>
                  <a:lnTo>
                    <a:pt x="3436620" y="2637032"/>
                  </a:lnTo>
                  <a:lnTo>
                    <a:pt x="3436620" y="0"/>
                  </a:lnTo>
                  <a:lnTo>
                    <a:pt x="0" y="0"/>
                  </a:lnTo>
                  <a:close/>
                </a:path>
              </a:pathLst>
            </a:custGeom>
            <a:solidFill>
              <a:srgbClr val="000000">
                <a:alpha val="0"/>
              </a:srgbClr>
            </a:solidFill>
          </p:spPr>
        </p:sp>
        <p:sp>
          <p:nvSpPr>
            <p:cNvPr name="Freeform 45" id="45"/>
            <p:cNvSpPr/>
            <p:nvPr/>
          </p:nvSpPr>
          <p:spPr>
            <a:xfrm flipH="false" flipV="false" rot="0">
              <a:off x="3991610" y="530226"/>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46" id="46"/>
            <p:cNvSpPr/>
            <p:nvPr/>
          </p:nvSpPr>
          <p:spPr>
            <a:xfrm flipH="false" flipV="false" rot="0">
              <a:off x="6433566" y="2652018"/>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47" id="47"/>
            <p:cNvSpPr/>
            <p:nvPr/>
          </p:nvSpPr>
          <p:spPr>
            <a:xfrm flipH="false" flipV="false" rot="0">
              <a:off x="63500" y="3632333"/>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48" id="48"/>
          <p:cNvSpPr txBox="true"/>
          <p:nvPr/>
        </p:nvSpPr>
        <p:spPr>
          <a:xfrm rot="0">
            <a:off x="235810" y="1454391"/>
            <a:ext cx="3294802" cy="285836"/>
          </a:xfrm>
          <a:prstGeom prst="rect">
            <a:avLst/>
          </a:prstGeom>
        </p:spPr>
        <p:txBody>
          <a:bodyPr anchor="t" rtlCol="false" tIns="0" lIns="0" bIns="0" rIns="0">
            <a:spAutoFit/>
          </a:bodyPr>
          <a:lstStyle/>
          <a:p>
            <a:pPr algn="l">
              <a:lnSpc>
                <a:spcPts val="2100"/>
              </a:lnSpc>
            </a:pPr>
            <a:r>
              <a:rPr lang="en-US" b="true" sz="1500">
                <a:solidFill>
                  <a:srgbClr val="000000"/>
                </a:solidFill>
                <a:latin typeface="Poppins Bold"/>
                <a:ea typeface="Poppins Bold"/>
                <a:cs typeface="Poppins Bold"/>
                <a:sym typeface="Poppins Bold"/>
              </a:rPr>
              <a:t>GREASE ADAPTOR - BUTTON HEAD</a:t>
            </a:r>
          </a:p>
        </p:txBody>
      </p:sp>
      <p:sp>
        <p:nvSpPr>
          <p:cNvPr name="TextBox 49" id="49"/>
          <p:cNvSpPr txBox="true"/>
          <p:nvPr/>
        </p:nvSpPr>
        <p:spPr>
          <a:xfrm rot="0">
            <a:off x="2931166" y="867023"/>
            <a:ext cx="1732540"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MISC. HARDWARE</a:t>
            </a:r>
          </a:p>
        </p:txBody>
      </p:sp>
      <p:sp>
        <p:nvSpPr>
          <p:cNvPr name="TextBox 50" id="50"/>
          <p:cNvSpPr txBox="true"/>
          <p:nvPr/>
        </p:nvSpPr>
        <p:spPr>
          <a:xfrm rot="0">
            <a:off x="512435" y="4205669"/>
            <a:ext cx="2785196"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GREASE ADAPTOR PIN TYPE</a:t>
            </a:r>
          </a:p>
        </p:txBody>
      </p:sp>
      <p:sp>
        <p:nvSpPr>
          <p:cNvPr name="TextBox 51" id="51"/>
          <p:cNvSpPr txBox="true"/>
          <p:nvPr/>
        </p:nvSpPr>
        <p:spPr>
          <a:xfrm rot="0">
            <a:off x="3996804" y="1397003"/>
            <a:ext cx="3349447" cy="301685"/>
          </a:xfrm>
          <a:prstGeom prst="rect">
            <a:avLst/>
          </a:prstGeom>
        </p:spPr>
        <p:txBody>
          <a:bodyPr anchor="t" rtlCol="false" tIns="0" lIns="0" bIns="0" rIns="0">
            <a:spAutoFit/>
          </a:bodyPr>
          <a:lstStyle/>
          <a:p>
            <a:pPr algn="l">
              <a:lnSpc>
                <a:spcPts val="2240"/>
              </a:lnSpc>
            </a:pPr>
            <a:r>
              <a:rPr lang="en-US" b="true" sz="1600">
                <a:solidFill>
                  <a:srgbClr val="000000"/>
                </a:solidFill>
                <a:latin typeface="Poppins Bold"/>
                <a:ea typeface="Poppins Bold"/>
                <a:cs typeface="Poppins Bold"/>
                <a:sym typeface="Poppins Bold"/>
              </a:rPr>
              <a:t>GREASE ADAPTOR BUTTON HEAD</a:t>
            </a:r>
          </a:p>
        </p:txBody>
      </p:sp>
      <p:sp>
        <p:nvSpPr>
          <p:cNvPr name="TextBox 52" id="52"/>
          <p:cNvSpPr txBox="true"/>
          <p:nvPr/>
        </p:nvSpPr>
        <p:spPr>
          <a:xfrm rot="0">
            <a:off x="4400655" y="4169931"/>
            <a:ext cx="252521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GREASE NIPPLE HOSE</a:t>
            </a:r>
          </a:p>
        </p:txBody>
      </p:sp>
      <p:sp>
        <p:nvSpPr>
          <p:cNvPr name="TextBox 53" id="53"/>
          <p:cNvSpPr txBox="true"/>
          <p:nvPr/>
        </p:nvSpPr>
        <p:spPr>
          <a:xfrm rot="0">
            <a:off x="7029879" y="10145220"/>
            <a:ext cx="516674"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40</a:t>
            </a:r>
          </a:p>
        </p:txBody>
      </p:sp>
      <p:sp>
        <p:nvSpPr>
          <p:cNvPr name="TextBox 54" id="54"/>
          <p:cNvSpPr txBox="true"/>
          <p:nvPr/>
        </p:nvSpPr>
        <p:spPr>
          <a:xfrm rot="0">
            <a:off x="1085812" y="3615757"/>
            <a:ext cx="1596028"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Material: Brass</a:t>
            </a:r>
          </a:p>
        </p:txBody>
      </p:sp>
      <p:sp>
        <p:nvSpPr>
          <p:cNvPr name="TextBox 55" id="55"/>
          <p:cNvSpPr txBox="true"/>
          <p:nvPr/>
        </p:nvSpPr>
        <p:spPr>
          <a:xfrm rot="0">
            <a:off x="1026081" y="9240069"/>
            <a:ext cx="1646882"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Material: Nickel</a:t>
            </a:r>
          </a:p>
        </p:txBody>
      </p:sp>
      <p:sp>
        <p:nvSpPr>
          <p:cNvPr name="TextBox 56" id="56"/>
          <p:cNvSpPr txBox="true"/>
          <p:nvPr/>
        </p:nvSpPr>
        <p:spPr>
          <a:xfrm rot="0">
            <a:off x="5047555" y="9228153"/>
            <a:ext cx="1225639"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Material: GI</a:t>
            </a:r>
          </a:p>
        </p:txBody>
      </p:sp>
      <p:sp>
        <p:nvSpPr>
          <p:cNvPr name="TextBox 57" id="57"/>
          <p:cNvSpPr txBox="true"/>
          <p:nvPr/>
        </p:nvSpPr>
        <p:spPr>
          <a:xfrm rot="0">
            <a:off x="340176" y="7080256"/>
            <a:ext cx="3081728"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GREASE NIPPLE PIN TYPE</a:t>
            </a:r>
          </a:p>
        </p:txBody>
      </p:sp>
      <p:sp>
        <p:nvSpPr>
          <p:cNvPr name="TextBox 58" id="58"/>
          <p:cNvSpPr txBox="true"/>
          <p:nvPr/>
        </p:nvSpPr>
        <p:spPr>
          <a:xfrm rot="0">
            <a:off x="4854826" y="7080256"/>
            <a:ext cx="1615878"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BANJO BOLT</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74"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1" id="11"/>
          <p:cNvGrpSpPr/>
          <p:nvPr/>
        </p:nvGrpSpPr>
        <p:grpSpPr>
          <a:xfrm rot="0">
            <a:off x="1015013" y="1864547"/>
            <a:ext cx="1667504" cy="1605048"/>
            <a:chOff x="0" y="0"/>
            <a:chExt cx="2223338" cy="2140064"/>
          </a:xfrm>
        </p:grpSpPr>
        <p:sp>
          <p:nvSpPr>
            <p:cNvPr name="Freeform 12" id="12"/>
            <p:cNvSpPr/>
            <p:nvPr/>
          </p:nvSpPr>
          <p:spPr>
            <a:xfrm flipH="false" flipV="false" rot="0">
              <a:off x="0" y="0"/>
              <a:ext cx="2223389" cy="2140077"/>
            </a:xfrm>
            <a:custGeom>
              <a:avLst/>
              <a:gdLst/>
              <a:ahLst/>
              <a:cxnLst/>
              <a:rect r="r" b="b" t="t" l="l"/>
              <a:pathLst>
                <a:path h="2140077" w="2223389">
                  <a:moveTo>
                    <a:pt x="0" y="0"/>
                  </a:moveTo>
                  <a:lnTo>
                    <a:pt x="2223389" y="0"/>
                  </a:lnTo>
                  <a:lnTo>
                    <a:pt x="2223389" y="2140077"/>
                  </a:lnTo>
                  <a:lnTo>
                    <a:pt x="0" y="2140077"/>
                  </a:lnTo>
                  <a:lnTo>
                    <a:pt x="0" y="0"/>
                  </a:lnTo>
                  <a:close/>
                </a:path>
              </a:pathLst>
            </a:custGeom>
            <a:blipFill>
              <a:blip r:embed="rId16"/>
              <a:stretch>
                <a:fillRect l="0" t="-43" r="2" b="0"/>
              </a:stretch>
            </a:blipFill>
          </p:spPr>
        </p:sp>
      </p:grpSp>
      <p:grpSp>
        <p:nvGrpSpPr>
          <p:cNvPr name="Group 13" id="13"/>
          <p:cNvGrpSpPr/>
          <p:nvPr/>
        </p:nvGrpSpPr>
        <p:grpSpPr>
          <a:xfrm rot="0">
            <a:off x="4778959" y="1868519"/>
            <a:ext cx="1734198" cy="1908143"/>
            <a:chOff x="0" y="0"/>
            <a:chExt cx="2312264" cy="2544191"/>
          </a:xfrm>
        </p:grpSpPr>
        <p:sp>
          <p:nvSpPr>
            <p:cNvPr name="Freeform 14" id="14"/>
            <p:cNvSpPr/>
            <p:nvPr/>
          </p:nvSpPr>
          <p:spPr>
            <a:xfrm flipH="false" flipV="false" rot="0">
              <a:off x="0" y="0"/>
              <a:ext cx="2312289" cy="2544191"/>
            </a:xfrm>
            <a:custGeom>
              <a:avLst/>
              <a:gdLst/>
              <a:ahLst/>
              <a:cxnLst/>
              <a:rect r="r" b="b" t="t" l="l"/>
              <a:pathLst>
                <a:path h="2544191" w="2312289">
                  <a:moveTo>
                    <a:pt x="0" y="0"/>
                  </a:moveTo>
                  <a:lnTo>
                    <a:pt x="2312289" y="0"/>
                  </a:lnTo>
                  <a:lnTo>
                    <a:pt x="2312289" y="2544191"/>
                  </a:lnTo>
                  <a:lnTo>
                    <a:pt x="0" y="2544191"/>
                  </a:lnTo>
                  <a:lnTo>
                    <a:pt x="0" y="0"/>
                  </a:lnTo>
                  <a:close/>
                </a:path>
              </a:pathLst>
            </a:custGeom>
            <a:blipFill>
              <a:blip r:embed="rId17"/>
              <a:stretch>
                <a:fillRect l="-10339" t="-6364" r="-6691" b="0"/>
              </a:stretch>
            </a:blipFill>
          </p:spPr>
        </p:sp>
      </p:grpSp>
      <p:grpSp>
        <p:nvGrpSpPr>
          <p:cNvPr name="Group 15" id="15"/>
          <p:cNvGrpSpPr/>
          <p:nvPr/>
        </p:nvGrpSpPr>
        <p:grpSpPr>
          <a:xfrm rot="0">
            <a:off x="448389" y="4669050"/>
            <a:ext cx="2715644" cy="2001002"/>
            <a:chOff x="0" y="0"/>
            <a:chExt cx="3620859" cy="2668003"/>
          </a:xfrm>
        </p:grpSpPr>
        <p:sp>
          <p:nvSpPr>
            <p:cNvPr name="Freeform 16" id="16"/>
            <p:cNvSpPr/>
            <p:nvPr/>
          </p:nvSpPr>
          <p:spPr>
            <a:xfrm flipH="false" flipV="false" rot="0">
              <a:off x="0" y="0"/>
              <a:ext cx="3620897" cy="2668016"/>
            </a:xfrm>
            <a:custGeom>
              <a:avLst/>
              <a:gdLst/>
              <a:ahLst/>
              <a:cxnLst/>
              <a:rect r="r" b="b" t="t" l="l"/>
              <a:pathLst>
                <a:path h="2668016" w="3620897">
                  <a:moveTo>
                    <a:pt x="0" y="0"/>
                  </a:moveTo>
                  <a:lnTo>
                    <a:pt x="3620897" y="0"/>
                  </a:lnTo>
                  <a:lnTo>
                    <a:pt x="3620897" y="2668016"/>
                  </a:lnTo>
                  <a:lnTo>
                    <a:pt x="0" y="2668016"/>
                  </a:lnTo>
                  <a:lnTo>
                    <a:pt x="0" y="0"/>
                  </a:lnTo>
                  <a:close/>
                </a:path>
              </a:pathLst>
            </a:custGeom>
            <a:blipFill>
              <a:blip r:embed="rId18"/>
              <a:stretch>
                <a:fillRect l="0" t="-58" r="0" b="-168"/>
              </a:stretch>
            </a:blipFill>
          </p:spPr>
        </p:sp>
      </p:grpSp>
      <p:grpSp>
        <p:nvGrpSpPr>
          <p:cNvPr name="Group 17" id="17"/>
          <p:cNvGrpSpPr/>
          <p:nvPr/>
        </p:nvGrpSpPr>
        <p:grpSpPr>
          <a:xfrm rot="0">
            <a:off x="4698549" y="4669069"/>
            <a:ext cx="1896189" cy="1486443"/>
            <a:chOff x="0" y="0"/>
            <a:chExt cx="2528252" cy="1981924"/>
          </a:xfrm>
        </p:grpSpPr>
        <p:sp>
          <p:nvSpPr>
            <p:cNvPr name="Freeform 18" id="18"/>
            <p:cNvSpPr/>
            <p:nvPr/>
          </p:nvSpPr>
          <p:spPr>
            <a:xfrm flipH="false" flipV="false" rot="0">
              <a:off x="0" y="0"/>
              <a:ext cx="2528189" cy="1981962"/>
            </a:xfrm>
            <a:custGeom>
              <a:avLst/>
              <a:gdLst/>
              <a:ahLst/>
              <a:cxnLst/>
              <a:rect r="r" b="b" t="t" l="l"/>
              <a:pathLst>
                <a:path h="1981962" w="2528189">
                  <a:moveTo>
                    <a:pt x="0" y="0"/>
                  </a:moveTo>
                  <a:lnTo>
                    <a:pt x="2528189" y="0"/>
                  </a:lnTo>
                  <a:lnTo>
                    <a:pt x="2528189" y="1981962"/>
                  </a:lnTo>
                  <a:lnTo>
                    <a:pt x="0" y="1981962"/>
                  </a:lnTo>
                  <a:lnTo>
                    <a:pt x="0" y="0"/>
                  </a:lnTo>
                  <a:close/>
                </a:path>
              </a:pathLst>
            </a:custGeom>
            <a:blipFill>
              <a:blip r:embed="rId19"/>
              <a:stretch>
                <a:fillRect l="-2273" t="0" r="-2251" b="0"/>
              </a:stretch>
            </a:blipFill>
          </p:spPr>
        </p:sp>
      </p:grpSp>
      <p:grpSp>
        <p:nvGrpSpPr>
          <p:cNvPr name="Group 19" id="19"/>
          <p:cNvGrpSpPr/>
          <p:nvPr/>
        </p:nvGrpSpPr>
        <p:grpSpPr>
          <a:xfrm rot="0">
            <a:off x="922325" y="7448645"/>
            <a:ext cx="1762792" cy="1638910"/>
            <a:chOff x="0" y="0"/>
            <a:chExt cx="2350389" cy="2185213"/>
          </a:xfrm>
        </p:grpSpPr>
        <p:sp>
          <p:nvSpPr>
            <p:cNvPr name="Freeform 20" id="20"/>
            <p:cNvSpPr/>
            <p:nvPr/>
          </p:nvSpPr>
          <p:spPr>
            <a:xfrm flipH="false" flipV="false" rot="0">
              <a:off x="0" y="0"/>
              <a:ext cx="2350389" cy="2185162"/>
            </a:xfrm>
            <a:custGeom>
              <a:avLst/>
              <a:gdLst/>
              <a:ahLst/>
              <a:cxnLst/>
              <a:rect r="r" b="b" t="t" l="l"/>
              <a:pathLst>
                <a:path h="2185162" w="2350389">
                  <a:moveTo>
                    <a:pt x="0" y="0"/>
                  </a:moveTo>
                  <a:lnTo>
                    <a:pt x="2350389" y="0"/>
                  </a:lnTo>
                  <a:lnTo>
                    <a:pt x="2350389" y="2185162"/>
                  </a:lnTo>
                  <a:lnTo>
                    <a:pt x="0" y="2185162"/>
                  </a:lnTo>
                  <a:lnTo>
                    <a:pt x="0" y="0"/>
                  </a:lnTo>
                  <a:close/>
                </a:path>
              </a:pathLst>
            </a:custGeom>
            <a:blipFill>
              <a:blip r:embed="rId20"/>
              <a:stretch>
                <a:fillRect l="-11001" t="0" r="-12241" b="-2"/>
              </a:stretch>
            </a:blipFill>
          </p:spPr>
        </p:sp>
      </p:grpSp>
      <p:grpSp>
        <p:nvGrpSpPr>
          <p:cNvPr name="Group 21" id="21"/>
          <p:cNvGrpSpPr/>
          <p:nvPr/>
        </p:nvGrpSpPr>
        <p:grpSpPr>
          <a:xfrm rot="0">
            <a:off x="4597908" y="7458180"/>
            <a:ext cx="2229688" cy="1667504"/>
            <a:chOff x="0" y="0"/>
            <a:chExt cx="2972918" cy="2223338"/>
          </a:xfrm>
        </p:grpSpPr>
        <p:sp>
          <p:nvSpPr>
            <p:cNvPr name="Freeform 22" id="22"/>
            <p:cNvSpPr/>
            <p:nvPr/>
          </p:nvSpPr>
          <p:spPr>
            <a:xfrm flipH="false" flipV="false" rot="0">
              <a:off x="0" y="0"/>
              <a:ext cx="2972943" cy="2223389"/>
            </a:xfrm>
            <a:custGeom>
              <a:avLst/>
              <a:gdLst/>
              <a:ahLst/>
              <a:cxnLst/>
              <a:rect r="r" b="b" t="t" l="l"/>
              <a:pathLst>
                <a:path h="2223389" w="2972943">
                  <a:moveTo>
                    <a:pt x="0" y="0"/>
                  </a:moveTo>
                  <a:lnTo>
                    <a:pt x="2972943" y="0"/>
                  </a:lnTo>
                  <a:lnTo>
                    <a:pt x="2972943" y="2223389"/>
                  </a:lnTo>
                  <a:lnTo>
                    <a:pt x="0" y="2223389"/>
                  </a:lnTo>
                  <a:lnTo>
                    <a:pt x="0" y="0"/>
                  </a:lnTo>
                  <a:close/>
                </a:path>
              </a:pathLst>
            </a:custGeom>
            <a:blipFill>
              <a:blip r:embed="rId21"/>
              <a:stretch>
                <a:fillRect l="0" t="0" r="0" b="2"/>
              </a:stretch>
            </a:blipFill>
          </p:spPr>
        </p:sp>
      </p:grpSp>
      <p:grpSp>
        <p:nvGrpSpPr>
          <p:cNvPr name="Group 23" id="23"/>
          <p:cNvGrpSpPr/>
          <p:nvPr/>
        </p:nvGrpSpPr>
        <p:grpSpPr>
          <a:xfrm rot="0">
            <a:off x="0" y="0"/>
            <a:ext cx="7565136" cy="105527"/>
            <a:chOff x="0" y="0"/>
            <a:chExt cx="7565136" cy="105524"/>
          </a:xfrm>
        </p:grpSpPr>
        <p:sp>
          <p:nvSpPr>
            <p:cNvPr name="Freeform 24" id="24"/>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25" id="25"/>
          <p:cNvGrpSpPr/>
          <p:nvPr/>
        </p:nvGrpSpPr>
        <p:grpSpPr>
          <a:xfrm rot="0">
            <a:off x="0" y="10532631"/>
            <a:ext cx="7086543" cy="165849"/>
            <a:chOff x="0" y="0"/>
            <a:chExt cx="7086536" cy="165849"/>
          </a:xfrm>
        </p:grpSpPr>
        <p:sp>
          <p:nvSpPr>
            <p:cNvPr name="Freeform 26" id="26"/>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7" id="27"/>
          <p:cNvSpPr/>
          <p:nvPr/>
        </p:nvSpPr>
        <p:spPr>
          <a:xfrm flipH="false" flipV="false" rot="0">
            <a:off x="2206095" y="756285"/>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28" id="28"/>
          <p:cNvGrpSpPr/>
          <p:nvPr/>
        </p:nvGrpSpPr>
        <p:grpSpPr>
          <a:xfrm rot="0">
            <a:off x="0" y="114148"/>
            <a:ext cx="1105319" cy="1124369"/>
            <a:chOff x="0" y="0"/>
            <a:chExt cx="1473759" cy="1499159"/>
          </a:xfrm>
        </p:grpSpPr>
        <p:sp>
          <p:nvSpPr>
            <p:cNvPr name="Freeform 29" id="29"/>
            <p:cNvSpPr/>
            <p:nvPr/>
          </p:nvSpPr>
          <p:spPr>
            <a:xfrm flipH="false" flipV="false" rot="0">
              <a:off x="0" y="0"/>
              <a:ext cx="1473708" cy="1499108"/>
            </a:xfrm>
            <a:custGeom>
              <a:avLst/>
              <a:gdLst/>
              <a:ahLst/>
              <a:cxnLst/>
              <a:rect r="r" b="b" t="t" l="l"/>
              <a:pathLst>
                <a:path h="1499108" w="1473708">
                  <a:moveTo>
                    <a:pt x="0" y="0"/>
                  </a:moveTo>
                  <a:lnTo>
                    <a:pt x="1473708" y="0"/>
                  </a:lnTo>
                  <a:lnTo>
                    <a:pt x="1473708" y="1499108"/>
                  </a:lnTo>
                  <a:lnTo>
                    <a:pt x="0" y="1499108"/>
                  </a:lnTo>
                  <a:lnTo>
                    <a:pt x="0" y="0"/>
                  </a:lnTo>
                  <a:close/>
                </a:path>
              </a:pathLst>
            </a:custGeom>
            <a:blipFill>
              <a:blip r:embed="rId24"/>
              <a:stretch>
                <a:fillRect l="0" t="0" r="-3" b="-3"/>
              </a:stretch>
            </a:blipFill>
          </p:spPr>
        </p:sp>
      </p:grpSp>
      <p:grpSp>
        <p:nvGrpSpPr>
          <p:cNvPr name="Group 30" id="30"/>
          <p:cNvGrpSpPr/>
          <p:nvPr/>
        </p:nvGrpSpPr>
        <p:grpSpPr>
          <a:xfrm rot="0">
            <a:off x="85725" y="1241269"/>
            <a:ext cx="3563636" cy="2764069"/>
            <a:chOff x="0" y="0"/>
            <a:chExt cx="3563633" cy="2764066"/>
          </a:xfrm>
        </p:grpSpPr>
        <p:sp>
          <p:nvSpPr>
            <p:cNvPr name="Freeform 31" id="31"/>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2" id="32"/>
            <p:cNvSpPr/>
            <p:nvPr/>
          </p:nvSpPr>
          <p:spPr>
            <a:xfrm flipH="false" flipV="false" rot="0">
              <a:off x="63500" y="518414"/>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33" id="33"/>
          <p:cNvGrpSpPr/>
          <p:nvPr/>
        </p:nvGrpSpPr>
        <p:grpSpPr>
          <a:xfrm rot="0">
            <a:off x="85725" y="4030742"/>
            <a:ext cx="3563636" cy="2764069"/>
            <a:chOff x="0" y="0"/>
            <a:chExt cx="3563633" cy="2764066"/>
          </a:xfrm>
        </p:grpSpPr>
        <p:sp>
          <p:nvSpPr>
            <p:cNvPr name="Freeform 34" id="34"/>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5" id="35"/>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36" id="36"/>
          <p:cNvGrpSpPr/>
          <p:nvPr/>
        </p:nvGrpSpPr>
        <p:grpSpPr>
          <a:xfrm rot="0">
            <a:off x="149219" y="7347252"/>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0" y="0"/>
            <a:ext cx="7562850" cy="105489"/>
            <a:chOff x="0" y="0"/>
            <a:chExt cx="7562850" cy="105486"/>
          </a:xfrm>
        </p:grpSpPr>
        <p:sp>
          <p:nvSpPr>
            <p:cNvPr name="Freeform 39" id="39"/>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40" id="40"/>
          <p:cNvGrpSpPr/>
          <p:nvPr/>
        </p:nvGrpSpPr>
        <p:grpSpPr>
          <a:xfrm rot="0">
            <a:off x="3864550" y="1241269"/>
            <a:ext cx="3563636" cy="2764069"/>
            <a:chOff x="0" y="0"/>
            <a:chExt cx="3563633" cy="2764066"/>
          </a:xfrm>
        </p:grpSpPr>
        <p:sp>
          <p:nvSpPr>
            <p:cNvPr name="Freeform 41" id="41"/>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42" id="42"/>
            <p:cNvSpPr/>
            <p:nvPr/>
          </p:nvSpPr>
          <p:spPr>
            <a:xfrm flipH="false" flipV="false" rot="0">
              <a:off x="63500" y="518414"/>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43" id="43"/>
          <p:cNvGrpSpPr/>
          <p:nvPr/>
        </p:nvGrpSpPr>
        <p:grpSpPr>
          <a:xfrm rot="0">
            <a:off x="3928043" y="4559198"/>
            <a:ext cx="3023997" cy="60484"/>
            <a:chOff x="0" y="0"/>
            <a:chExt cx="3023997" cy="60477"/>
          </a:xfrm>
        </p:grpSpPr>
        <p:sp>
          <p:nvSpPr>
            <p:cNvPr name="Freeform 44" id="44"/>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5" id="45"/>
          <p:cNvGrpSpPr/>
          <p:nvPr/>
        </p:nvGrpSpPr>
        <p:grpSpPr>
          <a:xfrm rot="0">
            <a:off x="-63503" y="6820205"/>
            <a:ext cx="7689847" cy="3939873"/>
            <a:chOff x="0" y="0"/>
            <a:chExt cx="7689850" cy="3939870"/>
          </a:xfrm>
        </p:grpSpPr>
        <p:sp>
          <p:nvSpPr>
            <p:cNvPr name="Freeform 46" id="46"/>
            <p:cNvSpPr/>
            <p:nvPr/>
          </p:nvSpPr>
          <p:spPr>
            <a:xfrm flipH="false" flipV="false" rot="0">
              <a:off x="399161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47" id="47"/>
            <p:cNvSpPr/>
            <p:nvPr/>
          </p:nvSpPr>
          <p:spPr>
            <a:xfrm flipH="false" flipV="false" rot="0">
              <a:off x="3991610" y="527050"/>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48" id="48"/>
            <p:cNvSpPr/>
            <p:nvPr/>
          </p:nvSpPr>
          <p:spPr>
            <a:xfrm flipH="false" flipV="false" rot="0">
              <a:off x="6433566" y="2728214"/>
              <a:ext cx="1192784" cy="1148207"/>
            </a:xfrm>
            <a:custGeom>
              <a:avLst/>
              <a:gdLst/>
              <a:ahLst/>
              <a:cxnLst/>
              <a:rect r="r" b="b" t="t" l="l"/>
              <a:pathLst>
                <a:path h="1148207" w="1192784">
                  <a:moveTo>
                    <a:pt x="0" y="0"/>
                  </a:moveTo>
                  <a:lnTo>
                    <a:pt x="0" y="1148207"/>
                  </a:lnTo>
                  <a:lnTo>
                    <a:pt x="1192784" y="1148207"/>
                  </a:lnTo>
                  <a:lnTo>
                    <a:pt x="1192784" y="0"/>
                  </a:lnTo>
                  <a:close/>
                </a:path>
              </a:pathLst>
            </a:custGeom>
            <a:solidFill>
              <a:srgbClr val="000000">
                <a:alpha val="0"/>
              </a:srgbClr>
            </a:solidFill>
          </p:spPr>
        </p:sp>
        <p:sp>
          <p:nvSpPr>
            <p:cNvPr name="Freeform 49" id="49"/>
            <p:cNvSpPr/>
            <p:nvPr/>
          </p:nvSpPr>
          <p:spPr>
            <a:xfrm flipH="false" flipV="false" rot="0">
              <a:off x="63500" y="3708400"/>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0" id="50"/>
          <p:cNvSpPr txBox="true"/>
          <p:nvPr/>
        </p:nvSpPr>
        <p:spPr>
          <a:xfrm rot="0">
            <a:off x="4078567" y="6120394"/>
            <a:ext cx="3202553" cy="490709"/>
          </a:xfrm>
          <a:prstGeom prst="rect">
            <a:avLst/>
          </a:prstGeom>
        </p:spPr>
        <p:txBody>
          <a:bodyPr anchor="t" rtlCol="false" tIns="0" lIns="0" bIns="0" rIns="0">
            <a:spAutoFit/>
          </a:bodyPr>
          <a:lstStyle/>
          <a:p>
            <a:pPr algn="ctr">
              <a:lnSpc>
                <a:spcPts val="1875"/>
              </a:lnSpc>
            </a:pPr>
            <a:r>
              <a:rPr lang="en-US" sz="1350">
                <a:solidFill>
                  <a:srgbClr val="000000"/>
                </a:solidFill>
                <a:latin typeface="Poppins"/>
                <a:ea typeface="Poppins"/>
                <a:cs typeface="Poppins"/>
                <a:sym typeface="Poppins"/>
              </a:rPr>
              <a:t>PITCH: LEFT THREAD, STANDARD, FINE THREAD, NPT, BSP, UNC, UNF, BSW, BSF </a:t>
            </a:r>
          </a:p>
        </p:txBody>
      </p:sp>
      <p:sp>
        <p:nvSpPr>
          <p:cNvPr name="TextBox 51" id="51"/>
          <p:cNvSpPr txBox="true"/>
          <p:nvPr/>
        </p:nvSpPr>
        <p:spPr>
          <a:xfrm rot="0">
            <a:off x="255137" y="9061818"/>
            <a:ext cx="3290687"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PITCH: STANDARD, FINE THREAD</a:t>
            </a:r>
          </a:p>
        </p:txBody>
      </p:sp>
      <p:sp>
        <p:nvSpPr>
          <p:cNvPr name="TextBox 52" id="52"/>
          <p:cNvSpPr txBox="true"/>
          <p:nvPr/>
        </p:nvSpPr>
        <p:spPr>
          <a:xfrm rot="0">
            <a:off x="4860827" y="9105319"/>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53" id="53"/>
          <p:cNvSpPr txBox="true"/>
          <p:nvPr/>
        </p:nvSpPr>
        <p:spPr>
          <a:xfrm rot="0">
            <a:off x="1414186" y="7019592"/>
            <a:ext cx="926097"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HEX DIE</a:t>
            </a:r>
          </a:p>
        </p:txBody>
      </p:sp>
      <p:sp>
        <p:nvSpPr>
          <p:cNvPr name="TextBox 54" id="54"/>
          <p:cNvSpPr txBox="true"/>
          <p:nvPr/>
        </p:nvSpPr>
        <p:spPr>
          <a:xfrm rot="0">
            <a:off x="816978" y="1420425"/>
            <a:ext cx="210894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THREADING TAPS</a:t>
            </a:r>
          </a:p>
        </p:txBody>
      </p:sp>
      <p:sp>
        <p:nvSpPr>
          <p:cNvPr name="TextBox 55" id="55"/>
          <p:cNvSpPr txBox="true"/>
          <p:nvPr/>
        </p:nvSpPr>
        <p:spPr>
          <a:xfrm rot="0">
            <a:off x="649253" y="4193515"/>
            <a:ext cx="2356828"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ROUND DIE HANDLE</a:t>
            </a:r>
          </a:p>
        </p:txBody>
      </p:sp>
      <p:sp>
        <p:nvSpPr>
          <p:cNvPr name="TextBox 56" id="56"/>
          <p:cNvSpPr txBox="true"/>
          <p:nvPr/>
        </p:nvSpPr>
        <p:spPr>
          <a:xfrm rot="0">
            <a:off x="4513107" y="7020563"/>
            <a:ext cx="229603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HAMMERING RIVET</a:t>
            </a:r>
          </a:p>
        </p:txBody>
      </p:sp>
      <p:sp>
        <p:nvSpPr>
          <p:cNvPr name="TextBox 57" id="57"/>
          <p:cNvSpPr txBox="true"/>
          <p:nvPr/>
        </p:nvSpPr>
        <p:spPr>
          <a:xfrm rot="0">
            <a:off x="4395092" y="4193515"/>
            <a:ext cx="255672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ROUND DIE (DIE NUT)</a:t>
            </a:r>
          </a:p>
        </p:txBody>
      </p:sp>
      <p:sp>
        <p:nvSpPr>
          <p:cNvPr name="TextBox 58" id="58"/>
          <p:cNvSpPr txBox="true"/>
          <p:nvPr/>
        </p:nvSpPr>
        <p:spPr>
          <a:xfrm rot="0">
            <a:off x="4043686" y="1428264"/>
            <a:ext cx="3253730"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TAP WRENCH (TAP HANDLE)</a:t>
            </a:r>
          </a:p>
        </p:txBody>
      </p:sp>
      <p:sp>
        <p:nvSpPr>
          <p:cNvPr name="TextBox 59" id="59"/>
          <p:cNvSpPr txBox="true"/>
          <p:nvPr/>
        </p:nvSpPr>
        <p:spPr>
          <a:xfrm rot="0">
            <a:off x="7045328" y="10145220"/>
            <a:ext cx="485184"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42</a:t>
            </a:r>
          </a:p>
        </p:txBody>
      </p:sp>
      <p:sp>
        <p:nvSpPr>
          <p:cNvPr name="TextBox 60" id="60"/>
          <p:cNvSpPr txBox="true"/>
          <p:nvPr/>
        </p:nvSpPr>
        <p:spPr>
          <a:xfrm rot="0">
            <a:off x="264719" y="3455632"/>
            <a:ext cx="3270904" cy="517627"/>
          </a:xfrm>
          <a:prstGeom prst="rect">
            <a:avLst/>
          </a:prstGeom>
        </p:spPr>
        <p:txBody>
          <a:bodyPr anchor="t" rtlCol="false" tIns="0" lIns="0" bIns="0" rIns="0">
            <a:spAutoFit/>
          </a:bodyPr>
          <a:lstStyle/>
          <a:p>
            <a:pPr algn="ctr">
              <a:lnSpc>
                <a:spcPts val="1950"/>
              </a:lnSpc>
            </a:pPr>
            <a:r>
              <a:rPr lang="en-US" sz="1400">
                <a:solidFill>
                  <a:srgbClr val="000000"/>
                </a:solidFill>
                <a:latin typeface="Poppins"/>
                <a:ea typeface="Poppins"/>
                <a:cs typeface="Poppins"/>
                <a:sym typeface="Poppins"/>
              </a:rPr>
              <a:t>PITCH: LEFT THREAD, STANDARD, FINE THREAD, NPT, BSP, UNC, UNF, BSW, BSF</a:t>
            </a:r>
          </a:p>
        </p:txBody>
      </p:sp>
      <p:sp>
        <p:nvSpPr>
          <p:cNvPr name="TextBox 61" id="61"/>
          <p:cNvSpPr txBox="true"/>
          <p:nvPr/>
        </p:nvSpPr>
        <p:spPr>
          <a:xfrm rot="0">
            <a:off x="2931166" y="867023"/>
            <a:ext cx="1732540"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MISC. HARDWARE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85839" y="124177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5839" y="4032285"/>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85839" y="6822786"/>
            <a:ext cx="3564779" cy="2764936"/>
          </a:xfrm>
          <a:custGeom>
            <a:avLst/>
            <a:gdLst/>
            <a:ahLst/>
            <a:cxnLst/>
            <a:rect r="r" b="b" t="t" l="l"/>
            <a:pathLst>
              <a:path h="2764936" w="3564779">
                <a:moveTo>
                  <a:pt x="0" y="0"/>
                </a:moveTo>
                <a:lnTo>
                  <a:pt x="3564779" y="0"/>
                </a:lnTo>
                <a:lnTo>
                  <a:pt x="3564779" y="2764936"/>
                </a:lnTo>
                <a:lnTo>
                  <a:pt x="0" y="27649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866045" y="1244937"/>
            <a:ext cx="3564807" cy="2761802"/>
          </a:xfrm>
          <a:custGeom>
            <a:avLst/>
            <a:gdLst/>
            <a:ahLst/>
            <a:cxnLst/>
            <a:rect r="r" b="b" t="t" l="l"/>
            <a:pathLst>
              <a:path h="2761802" w="3564807">
                <a:moveTo>
                  <a:pt x="0" y="0"/>
                </a:moveTo>
                <a:lnTo>
                  <a:pt x="3564808" y="0"/>
                </a:lnTo>
                <a:lnTo>
                  <a:pt x="3564808" y="2761802"/>
                </a:lnTo>
                <a:lnTo>
                  <a:pt x="0" y="27618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3866074" y="4032285"/>
            <a:ext cx="3564779" cy="2745877"/>
          </a:xfrm>
          <a:custGeom>
            <a:avLst/>
            <a:gdLst/>
            <a:ahLst/>
            <a:cxnLst/>
            <a:rect r="r" b="b" t="t" l="l"/>
            <a:pathLst>
              <a:path h="2745877" w="3564779">
                <a:moveTo>
                  <a:pt x="0" y="0"/>
                </a:moveTo>
                <a:lnTo>
                  <a:pt x="3564779" y="0"/>
                </a:lnTo>
                <a:lnTo>
                  <a:pt x="3564779" y="2745876"/>
                </a:lnTo>
                <a:lnTo>
                  <a:pt x="0" y="27458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866074" y="6822786"/>
            <a:ext cx="3762566" cy="3939197"/>
          </a:xfrm>
          <a:custGeom>
            <a:avLst/>
            <a:gdLst/>
            <a:ahLst/>
            <a:cxnLst/>
            <a:rect r="r" b="b" t="t" l="l"/>
            <a:pathLst>
              <a:path h="3939197" w="3762566">
                <a:moveTo>
                  <a:pt x="0" y="0"/>
                </a:moveTo>
                <a:lnTo>
                  <a:pt x="3762565" y="0"/>
                </a:lnTo>
                <a:lnTo>
                  <a:pt x="3762565" y="3939197"/>
                </a:lnTo>
                <a:lnTo>
                  <a:pt x="0" y="39391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1" id="11"/>
          <p:cNvGrpSpPr/>
          <p:nvPr/>
        </p:nvGrpSpPr>
        <p:grpSpPr>
          <a:xfrm rot="0">
            <a:off x="227152" y="1844697"/>
            <a:ext cx="1581750" cy="1152963"/>
            <a:chOff x="0" y="0"/>
            <a:chExt cx="2109000" cy="1537284"/>
          </a:xfrm>
        </p:grpSpPr>
        <p:sp>
          <p:nvSpPr>
            <p:cNvPr name="Freeform 12" id="12"/>
            <p:cNvSpPr/>
            <p:nvPr/>
          </p:nvSpPr>
          <p:spPr>
            <a:xfrm flipH="false" flipV="false" rot="0">
              <a:off x="0" y="0"/>
              <a:ext cx="2108962" cy="1537335"/>
            </a:xfrm>
            <a:custGeom>
              <a:avLst/>
              <a:gdLst/>
              <a:ahLst/>
              <a:cxnLst/>
              <a:rect r="r" b="b" t="t" l="l"/>
              <a:pathLst>
                <a:path h="1537335" w="2108962">
                  <a:moveTo>
                    <a:pt x="0" y="0"/>
                  </a:moveTo>
                  <a:lnTo>
                    <a:pt x="2108962" y="0"/>
                  </a:lnTo>
                  <a:lnTo>
                    <a:pt x="2108962" y="1537335"/>
                  </a:lnTo>
                  <a:lnTo>
                    <a:pt x="0" y="1537335"/>
                  </a:lnTo>
                  <a:lnTo>
                    <a:pt x="0" y="0"/>
                  </a:lnTo>
                  <a:close/>
                </a:path>
              </a:pathLst>
            </a:custGeom>
            <a:blipFill>
              <a:blip r:embed="rId17"/>
              <a:stretch>
                <a:fillRect l="0" t="0" r="-1" b="-133"/>
              </a:stretch>
            </a:blipFill>
          </p:spPr>
        </p:sp>
      </p:grpSp>
      <p:grpSp>
        <p:nvGrpSpPr>
          <p:cNvPr name="Group 13" id="13"/>
          <p:cNvGrpSpPr/>
          <p:nvPr/>
        </p:nvGrpSpPr>
        <p:grpSpPr>
          <a:xfrm rot="0">
            <a:off x="2031159" y="1928593"/>
            <a:ext cx="1486462" cy="1076735"/>
            <a:chOff x="0" y="0"/>
            <a:chExt cx="1981949" cy="1435646"/>
          </a:xfrm>
        </p:grpSpPr>
        <p:sp>
          <p:nvSpPr>
            <p:cNvPr name="Freeform 14" id="14"/>
            <p:cNvSpPr/>
            <p:nvPr/>
          </p:nvSpPr>
          <p:spPr>
            <a:xfrm flipH="false" flipV="false" rot="0">
              <a:off x="0" y="0"/>
              <a:ext cx="1981962" cy="1435608"/>
            </a:xfrm>
            <a:custGeom>
              <a:avLst/>
              <a:gdLst/>
              <a:ahLst/>
              <a:cxnLst/>
              <a:rect r="r" b="b" t="t" l="l"/>
              <a:pathLst>
                <a:path h="1435608" w="1981962">
                  <a:moveTo>
                    <a:pt x="0" y="0"/>
                  </a:moveTo>
                  <a:lnTo>
                    <a:pt x="1981962" y="0"/>
                  </a:lnTo>
                  <a:lnTo>
                    <a:pt x="1981962" y="1435608"/>
                  </a:lnTo>
                  <a:lnTo>
                    <a:pt x="0" y="1435608"/>
                  </a:lnTo>
                  <a:lnTo>
                    <a:pt x="0" y="0"/>
                  </a:lnTo>
                  <a:close/>
                </a:path>
              </a:pathLst>
            </a:custGeom>
            <a:blipFill>
              <a:blip r:embed="rId18"/>
              <a:stretch>
                <a:fillRect l="0" t="0" r="0" b="-2"/>
              </a:stretch>
            </a:blipFill>
          </p:spPr>
        </p:sp>
      </p:grpSp>
      <p:sp>
        <p:nvSpPr>
          <p:cNvPr name="Freeform 15" id="15"/>
          <p:cNvSpPr/>
          <p:nvPr/>
        </p:nvSpPr>
        <p:spPr>
          <a:xfrm flipH="false" flipV="false" rot="0">
            <a:off x="1812293" y="1429436"/>
            <a:ext cx="231810" cy="1919326"/>
          </a:xfrm>
          <a:custGeom>
            <a:avLst/>
            <a:gdLst/>
            <a:ahLst/>
            <a:cxnLst/>
            <a:rect r="r" b="b" t="t" l="l"/>
            <a:pathLst>
              <a:path h="1919326" w="231810">
                <a:moveTo>
                  <a:pt x="0" y="0"/>
                </a:moveTo>
                <a:lnTo>
                  <a:pt x="231810" y="0"/>
                </a:lnTo>
                <a:lnTo>
                  <a:pt x="231810" y="1919325"/>
                </a:lnTo>
                <a:lnTo>
                  <a:pt x="0" y="191932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6" id="16"/>
          <p:cNvGrpSpPr/>
          <p:nvPr/>
        </p:nvGrpSpPr>
        <p:grpSpPr>
          <a:xfrm rot="0">
            <a:off x="624859" y="4669050"/>
            <a:ext cx="2361924" cy="1972418"/>
            <a:chOff x="0" y="0"/>
            <a:chExt cx="3149232" cy="2629891"/>
          </a:xfrm>
        </p:grpSpPr>
        <p:sp>
          <p:nvSpPr>
            <p:cNvPr name="Freeform 17" id="17"/>
            <p:cNvSpPr/>
            <p:nvPr/>
          </p:nvSpPr>
          <p:spPr>
            <a:xfrm flipH="false" flipV="false" rot="0">
              <a:off x="0" y="0"/>
              <a:ext cx="3149219" cy="2629916"/>
            </a:xfrm>
            <a:custGeom>
              <a:avLst/>
              <a:gdLst/>
              <a:ahLst/>
              <a:cxnLst/>
              <a:rect r="r" b="b" t="t" l="l"/>
              <a:pathLst>
                <a:path h="2629916" w="3149219">
                  <a:moveTo>
                    <a:pt x="0" y="0"/>
                  </a:moveTo>
                  <a:lnTo>
                    <a:pt x="3149219" y="0"/>
                  </a:lnTo>
                  <a:lnTo>
                    <a:pt x="3149219" y="2629916"/>
                  </a:lnTo>
                  <a:lnTo>
                    <a:pt x="0" y="2629916"/>
                  </a:lnTo>
                  <a:lnTo>
                    <a:pt x="0" y="0"/>
                  </a:lnTo>
                  <a:close/>
                </a:path>
              </a:pathLst>
            </a:custGeom>
            <a:blipFill>
              <a:blip r:embed="rId21"/>
              <a:stretch>
                <a:fillRect l="-327" t="0" r="0" b="0"/>
              </a:stretch>
            </a:blipFill>
          </p:spPr>
        </p:sp>
      </p:grpSp>
      <p:grpSp>
        <p:nvGrpSpPr>
          <p:cNvPr name="Group 18" id="18"/>
          <p:cNvGrpSpPr/>
          <p:nvPr/>
        </p:nvGrpSpPr>
        <p:grpSpPr>
          <a:xfrm rot="0">
            <a:off x="4583763" y="4669050"/>
            <a:ext cx="1915249" cy="1667504"/>
            <a:chOff x="0" y="0"/>
            <a:chExt cx="2553665" cy="2223338"/>
          </a:xfrm>
        </p:grpSpPr>
        <p:sp>
          <p:nvSpPr>
            <p:cNvPr name="Freeform 19" id="19"/>
            <p:cNvSpPr/>
            <p:nvPr/>
          </p:nvSpPr>
          <p:spPr>
            <a:xfrm flipH="false" flipV="false" rot="0">
              <a:off x="0" y="0"/>
              <a:ext cx="2553716" cy="2223389"/>
            </a:xfrm>
            <a:custGeom>
              <a:avLst/>
              <a:gdLst/>
              <a:ahLst/>
              <a:cxnLst/>
              <a:rect r="r" b="b" t="t" l="l"/>
              <a:pathLst>
                <a:path h="2223389" w="2553716">
                  <a:moveTo>
                    <a:pt x="0" y="0"/>
                  </a:moveTo>
                  <a:lnTo>
                    <a:pt x="2553716" y="0"/>
                  </a:lnTo>
                  <a:lnTo>
                    <a:pt x="2553716" y="2223389"/>
                  </a:lnTo>
                  <a:lnTo>
                    <a:pt x="0" y="2223389"/>
                  </a:lnTo>
                  <a:lnTo>
                    <a:pt x="0" y="0"/>
                  </a:lnTo>
                  <a:close/>
                </a:path>
              </a:pathLst>
            </a:custGeom>
            <a:blipFill>
              <a:blip r:embed="rId22"/>
              <a:stretch>
                <a:fillRect l="-7392" t="0" r="-8028" b="2"/>
              </a:stretch>
            </a:blipFill>
          </p:spPr>
        </p:sp>
      </p:grpSp>
      <p:grpSp>
        <p:nvGrpSpPr>
          <p:cNvPr name="Group 20" id="20"/>
          <p:cNvGrpSpPr/>
          <p:nvPr/>
        </p:nvGrpSpPr>
        <p:grpSpPr>
          <a:xfrm rot="0">
            <a:off x="4487932" y="7486764"/>
            <a:ext cx="2382145" cy="1610306"/>
            <a:chOff x="0" y="0"/>
            <a:chExt cx="3176194" cy="2147075"/>
          </a:xfrm>
        </p:grpSpPr>
        <p:sp>
          <p:nvSpPr>
            <p:cNvPr name="Freeform 21" id="21"/>
            <p:cNvSpPr/>
            <p:nvPr/>
          </p:nvSpPr>
          <p:spPr>
            <a:xfrm flipH="false" flipV="false" rot="0">
              <a:off x="0" y="0"/>
              <a:ext cx="3176143" cy="2147062"/>
            </a:xfrm>
            <a:custGeom>
              <a:avLst/>
              <a:gdLst/>
              <a:ahLst/>
              <a:cxnLst/>
              <a:rect r="r" b="b" t="t" l="l"/>
              <a:pathLst>
                <a:path h="2147062" w="3176143">
                  <a:moveTo>
                    <a:pt x="0" y="0"/>
                  </a:moveTo>
                  <a:lnTo>
                    <a:pt x="3176143" y="0"/>
                  </a:lnTo>
                  <a:lnTo>
                    <a:pt x="3176143" y="2147062"/>
                  </a:lnTo>
                  <a:lnTo>
                    <a:pt x="0" y="2147062"/>
                  </a:lnTo>
                  <a:lnTo>
                    <a:pt x="0" y="0"/>
                  </a:lnTo>
                  <a:close/>
                </a:path>
              </a:pathLst>
            </a:custGeom>
            <a:blipFill>
              <a:blip r:embed="rId23"/>
              <a:stretch>
                <a:fillRect l="0" t="0" r="-1" b="-479"/>
              </a:stretch>
            </a:blipFill>
          </p:spPr>
        </p:sp>
      </p:grpSp>
      <p:grpSp>
        <p:nvGrpSpPr>
          <p:cNvPr name="Group 22" id="22"/>
          <p:cNvGrpSpPr/>
          <p:nvPr/>
        </p:nvGrpSpPr>
        <p:grpSpPr>
          <a:xfrm rot="0">
            <a:off x="317983" y="7610608"/>
            <a:ext cx="2972924" cy="1219657"/>
            <a:chOff x="0" y="0"/>
            <a:chExt cx="3963899" cy="1626210"/>
          </a:xfrm>
        </p:grpSpPr>
        <p:sp>
          <p:nvSpPr>
            <p:cNvPr name="Freeform 23" id="23"/>
            <p:cNvSpPr/>
            <p:nvPr/>
          </p:nvSpPr>
          <p:spPr>
            <a:xfrm flipH="false" flipV="false" rot="0">
              <a:off x="0" y="0"/>
              <a:ext cx="3963924" cy="1626235"/>
            </a:xfrm>
            <a:custGeom>
              <a:avLst/>
              <a:gdLst/>
              <a:ahLst/>
              <a:cxnLst/>
              <a:rect r="r" b="b" t="t" l="l"/>
              <a:pathLst>
                <a:path h="1626235" w="3963924">
                  <a:moveTo>
                    <a:pt x="0" y="0"/>
                  </a:moveTo>
                  <a:lnTo>
                    <a:pt x="3963924" y="0"/>
                  </a:lnTo>
                  <a:lnTo>
                    <a:pt x="3963924" y="1626235"/>
                  </a:lnTo>
                  <a:lnTo>
                    <a:pt x="0" y="1626235"/>
                  </a:lnTo>
                  <a:lnTo>
                    <a:pt x="0" y="0"/>
                  </a:lnTo>
                  <a:close/>
                </a:path>
              </a:pathLst>
            </a:custGeom>
            <a:blipFill>
              <a:blip r:embed="rId24"/>
              <a:stretch>
                <a:fillRect l="0" t="-496" r="0" b="-387"/>
              </a:stretch>
            </a:blipFill>
          </p:spPr>
        </p:sp>
      </p:grpSp>
      <p:grpSp>
        <p:nvGrpSpPr>
          <p:cNvPr name="Group 24" id="24"/>
          <p:cNvGrpSpPr/>
          <p:nvPr/>
        </p:nvGrpSpPr>
        <p:grpSpPr>
          <a:xfrm rot="0">
            <a:off x="0" y="10532631"/>
            <a:ext cx="7086543" cy="165849"/>
            <a:chOff x="0" y="0"/>
            <a:chExt cx="7086536" cy="165849"/>
          </a:xfrm>
        </p:grpSpPr>
        <p:sp>
          <p:nvSpPr>
            <p:cNvPr name="Freeform 25" id="25"/>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6" id="26"/>
          <p:cNvSpPr/>
          <p:nvPr/>
        </p:nvSpPr>
        <p:spPr>
          <a:xfrm flipH="false" flipV="false" rot="0">
            <a:off x="2206095" y="756285"/>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27" id="27"/>
          <p:cNvGrpSpPr/>
          <p:nvPr/>
        </p:nvGrpSpPr>
        <p:grpSpPr>
          <a:xfrm rot="0">
            <a:off x="4583763" y="1790633"/>
            <a:ext cx="2239223" cy="2153450"/>
            <a:chOff x="0" y="0"/>
            <a:chExt cx="2985630" cy="2871267"/>
          </a:xfrm>
        </p:grpSpPr>
        <p:sp>
          <p:nvSpPr>
            <p:cNvPr name="Freeform 28" id="28"/>
            <p:cNvSpPr/>
            <p:nvPr/>
          </p:nvSpPr>
          <p:spPr>
            <a:xfrm flipH="false" flipV="false" rot="0">
              <a:off x="0" y="0"/>
              <a:ext cx="2985643" cy="2871216"/>
            </a:xfrm>
            <a:custGeom>
              <a:avLst/>
              <a:gdLst/>
              <a:ahLst/>
              <a:cxnLst/>
              <a:rect r="r" b="b" t="t" l="l"/>
              <a:pathLst>
                <a:path h="2871216" w="2985643">
                  <a:moveTo>
                    <a:pt x="0" y="0"/>
                  </a:moveTo>
                  <a:lnTo>
                    <a:pt x="2985643" y="0"/>
                  </a:lnTo>
                  <a:lnTo>
                    <a:pt x="2985643" y="2871216"/>
                  </a:lnTo>
                  <a:lnTo>
                    <a:pt x="0" y="2871216"/>
                  </a:lnTo>
                  <a:lnTo>
                    <a:pt x="0" y="0"/>
                  </a:lnTo>
                  <a:close/>
                </a:path>
              </a:pathLst>
            </a:custGeom>
            <a:blipFill>
              <a:blip r:embed="rId27"/>
              <a:stretch>
                <a:fillRect l="0" t="0" r="0" b="-3984"/>
              </a:stretch>
            </a:blipFill>
          </p:spPr>
        </p:sp>
      </p:grpSp>
      <p:grpSp>
        <p:nvGrpSpPr>
          <p:cNvPr name="Group 29" id="29"/>
          <p:cNvGrpSpPr/>
          <p:nvPr/>
        </p:nvGrpSpPr>
        <p:grpSpPr>
          <a:xfrm rot="0">
            <a:off x="0" y="0"/>
            <a:ext cx="7565136" cy="105527"/>
            <a:chOff x="0" y="0"/>
            <a:chExt cx="7565136" cy="105524"/>
          </a:xfrm>
        </p:grpSpPr>
        <p:sp>
          <p:nvSpPr>
            <p:cNvPr name="Freeform 30" id="30"/>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31" id="31"/>
          <p:cNvGrpSpPr/>
          <p:nvPr/>
        </p:nvGrpSpPr>
        <p:grpSpPr>
          <a:xfrm rot="0">
            <a:off x="0" y="114148"/>
            <a:ext cx="1105319" cy="1124369"/>
            <a:chOff x="0" y="0"/>
            <a:chExt cx="1473759" cy="1499159"/>
          </a:xfrm>
        </p:grpSpPr>
        <p:sp>
          <p:nvSpPr>
            <p:cNvPr name="Freeform 32" id="32"/>
            <p:cNvSpPr/>
            <p:nvPr/>
          </p:nvSpPr>
          <p:spPr>
            <a:xfrm flipH="false" flipV="false" rot="0">
              <a:off x="0" y="0"/>
              <a:ext cx="1473708" cy="1499108"/>
            </a:xfrm>
            <a:custGeom>
              <a:avLst/>
              <a:gdLst/>
              <a:ahLst/>
              <a:cxnLst/>
              <a:rect r="r" b="b" t="t" l="l"/>
              <a:pathLst>
                <a:path h="1499108" w="1473708">
                  <a:moveTo>
                    <a:pt x="0" y="0"/>
                  </a:moveTo>
                  <a:lnTo>
                    <a:pt x="1473708" y="0"/>
                  </a:lnTo>
                  <a:lnTo>
                    <a:pt x="1473708" y="1499108"/>
                  </a:lnTo>
                  <a:lnTo>
                    <a:pt x="0" y="1499108"/>
                  </a:lnTo>
                  <a:lnTo>
                    <a:pt x="0" y="0"/>
                  </a:lnTo>
                  <a:close/>
                </a:path>
              </a:pathLst>
            </a:custGeom>
            <a:blipFill>
              <a:blip r:embed="rId28"/>
              <a:stretch>
                <a:fillRect l="0" t="0" r="-3" b="-3"/>
              </a:stretch>
            </a:blipFill>
          </p:spPr>
        </p:sp>
      </p:grpSp>
      <p:grpSp>
        <p:nvGrpSpPr>
          <p:cNvPr name="Group 33" id="33"/>
          <p:cNvGrpSpPr/>
          <p:nvPr/>
        </p:nvGrpSpPr>
        <p:grpSpPr>
          <a:xfrm rot="0">
            <a:off x="85725" y="4030742"/>
            <a:ext cx="3563636" cy="2764069"/>
            <a:chOff x="0" y="0"/>
            <a:chExt cx="3563633" cy="2764066"/>
          </a:xfrm>
        </p:grpSpPr>
        <p:sp>
          <p:nvSpPr>
            <p:cNvPr name="Freeform 34" id="34"/>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35" id="35"/>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36" id="36"/>
          <p:cNvGrpSpPr/>
          <p:nvPr/>
        </p:nvGrpSpPr>
        <p:grpSpPr>
          <a:xfrm rot="0">
            <a:off x="149219" y="7347252"/>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85725" y="1241269"/>
            <a:ext cx="3563636" cy="2764069"/>
            <a:chOff x="0" y="0"/>
            <a:chExt cx="3563633" cy="2764066"/>
          </a:xfrm>
        </p:grpSpPr>
        <p:sp>
          <p:nvSpPr>
            <p:cNvPr name="Freeform 39" id="39"/>
            <p:cNvSpPr/>
            <p:nvPr/>
          </p:nvSpPr>
          <p:spPr>
            <a:xfrm flipH="false" flipV="false" rot="0">
              <a:off x="6350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40" id="40"/>
            <p:cNvSpPr/>
            <p:nvPr/>
          </p:nvSpPr>
          <p:spPr>
            <a:xfrm flipH="false" flipV="false" rot="0">
              <a:off x="1789430" y="245491"/>
              <a:ext cx="104902" cy="1802892"/>
            </a:xfrm>
            <a:custGeom>
              <a:avLst/>
              <a:gdLst/>
              <a:ahLst/>
              <a:cxnLst/>
              <a:rect r="r" b="b" t="t" l="l"/>
              <a:pathLst>
                <a:path h="1802892" w="104902">
                  <a:moveTo>
                    <a:pt x="0" y="1802892"/>
                  </a:moveTo>
                  <a:lnTo>
                    <a:pt x="104902" y="1802892"/>
                  </a:lnTo>
                  <a:lnTo>
                    <a:pt x="104902" y="0"/>
                  </a:lnTo>
                  <a:lnTo>
                    <a:pt x="0" y="0"/>
                  </a:lnTo>
                  <a:close/>
                </a:path>
              </a:pathLst>
            </a:custGeom>
            <a:solidFill>
              <a:srgbClr val="000000">
                <a:alpha val="0"/>
              </a:srgbClr>
            </a:solidFill>
          </p:spPr>
        </p:sp>
        <p:sp>
          <p:nvSpPr>
            <p:cNvPr name="Freeform 41" id="41"/>
            <p:cNvSpPr/>
            <p:nvPr/>
          </p:nvSpPr>
          <p:spPr>
            <a:xfrm flipH="false" flipV="false" rot="0">
              <a:off x="63500" y="518414"/>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42" id="42"/>
          <p:cNvGrpSpPr/>
          <p:nvPr/>
        </p:nvGrpSpPr>
        <p:grpSpPr>
          <a:xfrm rot="0">
            <a:off x="0" y="0"/>
            <a:ext cx="7562850" cy="105489"/>
            <a:chOff x="0" y="0"/>
            <a:chExt cx="7562850" cy="105486"/>
          </a:xfrm>
        </p:grpSpPr>
        <p:sp>
          <p:nvSpPr>
            <p:cNvPr name="Freeform 43" id="43"/>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44" id="44"/>
          <p:cNvGrpSpPr/>
          <p:nvPr/>
        </p:nvGrpSpPr>
        <p:grpSpPr>
          <a:xfrm rot="0">
            <a:off x="3928043" y="1759706"/>
            <a:ext cx="3023997" cy="60484"/>
            <a:chOff x="0" y="0"/>
            <a:chExt cx="3023997" cy="60477"/>
          </a:xfrm>
        </p:grpSpPr>
        <p:sp>
          <p:nvSpPr>
            <p:cNvPr name="Freeform 45" id="4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6" id="46"/>
          <p:cNvGrpSpPr/>
          <p:nvPr/>
        </p:nvGrpSpPr>
        <p:grpSpPr>
          <a:xfrm rot="0">
            <a:off x="3864550" y="4030742"/>
            <a:ext cx="3563636" cy="2745019"/>
            <a:chOff x="0" y="0"/>
            <a:chExt cx="3563633" cy="2745016"/>
          </a:xfrm>
        </p:grpSpPr>
        <p:sp>
          <p:nvSpPr>
            <p:cNvPr name="Freeform 47" id="47"/>
            <p:cNvSpPr/>
            <p:nvPr/>
          </p:nvSpPr>
          <p:spPr>
            <a:xfrm flipH="false" flipV="false" rot="0">
              <a:off x="63500" y="63500"/>
              <a:ext cx="3436620" cy="2617978"/>
            </a:xfrm>
            <a:custGeom>
              <a:avLst/>
              <a:gdLst/>
              <a:ahLst/>
              <a:cxnLst/>
              <a:rect r="r" b="b" t="t" l="l"/>
              <a:pathLst>
                <a:path h="2617978" w="3436620">
                  <a:moveTo>
                    <a:pt x="0" y="2617978"/>
                  </a:moveTo>
                  <a:lnTo>
                    <a:pt x="3436620" y="2617978"/>
                  </a:lnTo>
                  <a:lnTo>
                    <a:pt x="3436620" y="0"/>
                  </a:lnTo>
                  <a:lnTo>
                    <a:pt x="0" y="0"/>
                  </a:lnTo>
                  <a:close/>
                </a:path>
              </a:pathLst>
            </a:custGeom>
            <a:solidFill>
              <a:srgbClr val="000000">
                <a:alpha val="0"/>
              </a:srgbClr>
            </a:solidFill>
          </p:spPr>
        </p:sp>
        <p:sp>
          <p:nvSpPr>
            <p:cNvPr name="Freeform 48" id="48"/>
            <p:cNvSpPr/>
            <p:nvPr/>
          </p:nvSpPr>
          <p:spPr>
            <a:xfrm flipH="false" flipV="false" rot="0">
              <a:off x="63500" y="528447"/>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grpSp>
      <p:grpSp>
        <p:nvGrpSpPr>
          <p:cNvPr name="Group 49" id="49"/>
          <p:cNvGrpSpPr/>
          <p:nvPr/>
        </p:nvGrpSpPr>
        <p:grpSpPr>
          <a:xfrm rot="0">
            <a:off x="-63503" y="6820205"/>
            <a:ext cx="7689847" cy="3939873"/>
            <a:chOff x="0" y="0"/>
            <a:chExt cx="7689850" cy="3939870"/>
          </a:xfrm>
        </p:grpSpPr>
        <p:sp>
          <p:nvSpPr>
            <p:cNvPr name="Freeform 50" id="50"/>
            <p:cNvSpPr/>
            <p:nvPr/>
          </p:nvSpPr>
          <p:spPr>
            <a:xfrm flipH="false" flipV="false" rot="0">
              <a:off x="3991610" y="63500"/>
              <a:ext cx="3436620" cy="2637028"/>
            </a:xfrm>
            <a:custGeom>
              <a:avLst/>
              <a:gdLst/>
              <a:ahLst/>
              <a:cxnLst/>
              <a:rect r="r" b="b" t="t" l="l"/>
              <a:pathLst>
                <a:path h="2637028" w="3436620">
                  <a:moveTo>
                    <a:pt x="0" y="2637028"/>
                  </a:moveTo>
                  <a:lnTo>
                    <a:pt x="3436620" y="2637028"/>
                  </a:lnTo>
                  <a:lnTo>
                    <a:pt x="3436620" y="0"/>
                  </a:lnTo>
                  <a:lnTo>
                    <a:pt x="0" y="0"/>
                  </a:lnTo>
                  <a:close/>
                </a:path>
              </a:pathLst>
            </a:custGeom>
            <a:solidFill>
              <a:srgbClr val="000000">
                <a:alpha val="0"/>
              </a:srgbClr>
            </a:solidFill>
          </p:spPr>
        </p:sp>
        <p:sp>
          <p:nvSpPr>
            <p:cNvPr name="Freeform 51" id="51"/>
            <p:cNvSpPr/>
            <p:nvPr/>
          </p:nvSpPr>
          <p:spPr>
            <a:xfrm flipH="false" flipV="false" rot="0">
              <a:off x="3991610" y="527050"/>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52" id="52"/>
            <p:cNvSpPr/>
            <p:nvPr/>
          </p:nvSpPr>
          <p:spPr>
            <a:xfrm flipH="false" flipV="false" rot="0">
              <a:off x="6383147" y="2776728"/>
              <a:ext cx="1243203" cy="1099566"/>
            </a:xfrm>
            <a:custGeom>
              <a:avLst/>
              <a:gdLst/>
              <a:ahLst/>
              <a:cxnLst/>
              <a:rect r="r" b="b" t="t" l="l"/>
              <a:pathLst>
                <a:path h="1099566" w="1243203">
                  <a:moveTo>
                    <a:pt x="0" y="0"/>
                  </a:moveTo>
                  <a:lnTo>
                    <a:pt x="0" y="1099566"/>
                  </a:lnTo>
                  <a:lnTo>
                    <a:pt x="1243203" y="1099566"/>
                  </a:lnTo>
                  <a:lnTo>
                    <a:pt x="1243203" y="0"/>
                  </a:lnTo>
                  <a:close/>
                </a:path>
              </a:pathLst>
            </a:custGeom>
            <a:solidFill>
              <a:srgbClr val="000000">
                <a:alpha val="0"/>
              </a:srgbClr>
            </a:solidFill>
          </p:spPr>
        </p:sp>
        <p:sp>
          <p:nvSpPr>
            <p:cNvPr name="Freeform 53" id="53"/>
            <p:cNvSpPr/>
            <p:nvPr/>
          </p:nvSpPr>
          <p:spPr>
            <a:xfrm flipH="false" flipV="false" rot="0">
              <a:off x="63500" y="3708400"/>
              <a:ext cx="7083933" cy="167894"/>
            </a:xfrm>
            <a:custGeom>
              <a:avLst/>
              <a:gdLst/>
              <a:ahLst/>
              <a:cxnLst/>
              <a:rect r="r" b="b" t="t" l="l"/>
              <a:pathLst>
                <a:path h="167894" w="7083933">
                  <a:moveTo>
                    <a:pt x="0" y="0"/>
                  </a:moveTo>
                  <a:lnTo>
                    <a:pt x="0" y="167894"/>
                  </a:lnTo>
                  <a:lnTo>
                    <a:pt x="7083933" y="167894"/>
                  </a:lnTo>
                  <a:lnTo>
                    <a:pt x="7083933" y="0"/>
                  </a:lnTo>
                  <a:close/>
                </a:path>
              </a:pathLst>
            </a:custGeom>
            <a:solidFill>
              <a:srgbClr val="000000">
                <a:alpha val="0"/>
              </a:srgbClr>
            </a:solidFill>
          </p:spPr>
        </p:sp>
      </p:grpSp>
      <p:sp>
        <p:nvSpPr>
          <p:cNvPr name="TextBox 54" id="54"/>
          <p:cNvSpPr txBox="true"/>
          <p:nvPr/>
        </p:nvSpPr>
        <p:spPr>
          <a:xfrm rot="0">
            <a:off x="362903" y="1419739"/>
            <a:ext cx="1196397" cy="269881"/>
          </a:xfrm>
          <a:prstGeom prst="rect">
            <a:avLst/>
          </a:prstGeom>
        </p:spPr>
        <p:txBody>
          <a:bodyPr anchor="t" rtlCol="false" tIns="0" lIns="0" bIns="0" rIns="0">
            <a:spAutoFit/>
          </a:bodyPr>
          <a:lstStyle/>
          <a:p>
            <a:pPr algn="l">
              <a:lnSpc>
                <a:spcPts val="1960"/>
              </a:lnSpc>
            </a:pPr>
            <a:r>
              <a:rPr lang="en-US" b="true" sz="1400">
                <a:solidFill>
                  <a:srgbClr val="000000"/>
                </a:solidFill>
                <a:latin typeface="Poppins Bold"/>
                <a:ea typeface="Poppins Bold"/>
                <a:cs typeface="Poppins Bold"/>
                <a:sym typeface="Poppins Bold"/>
              </a:rPr>
              <a:t>O RING CORD</a:t>
            </a:r>
          </a:p>
        </p:txBody>
      </p:sp>
      <p:sp>
        <p:nvSpPr>
          <p:cNvPr name="TextBox 55" id="55"/>
          <p:cNvSpPr txBox="true"/>
          <p:nvPr/>
        </p:nvSpPr>
        <p:spPr>
          <a:xfrm rot="0">
            <a:off x="2036216" y="1402471"/>
            <a:ext cx="1374277" cy="384248"/>
          </a:xfrm>
          <a:prstGeom prst="rect">
            <a:avLst/>
          </a:prstGeom>
        </p:spPr>
        <p:txBody>
          <a:bodyPr anchor="t" rtlCol="false" tIns="0" lIns="0" bIns="0" rIns="0">
            <a:spAutoFit/>
          </a:bodyPr>
          <a:lstStyle/>
          <a:p>
            <a:pPr algn="ctr">
              <a:lnSpc>
                <a:spcPts val="1351"/>
              </a:lnSpc>
            </a:pPr>
            <a:r>
              <a:rPr lang="en-US" b="true" sz="1400">
                <a:solidFill>
                  <a:srgbClr val="000000"/>
                </a:solidFill>
                <a:latin typeface="Poppins Bold"/>
                <a:ea typeface="Poppins Bold"/>
                <a:cs typeface="Poppins Bold"/>
                <a:sym typeface="Poppins Bold"/>
              </a:rPr>
              <a:t>O RING CLOSED RING</a:t>
            </a:r>
          </a:p>
        </p:txBody>
      </p:sp>
      <p:sp>
        <p:nvSpPr>
          <p:cNvPr name="TextBox 56" id="56"/>
          <p:cNvSpPr txBox="true"/>
          <p:nvPr/>
        </p:nvSpPr>
        <p:spPr>
          <a:xfrm rot="0">
            <a:off x="866442" y="4172121"/>
            <a:ext cx="1970951" cy="425577"/>
          </a:xfrm>
          <a:prstGeom prst="rect">
            <a:avLst/>
          </a:prstGeom>
        </p:spPr>
        <p:txBody>
          <a:bodyPr anchor="t" rtlCol="false" tIns="0" lIns="0" bIns="0" rIns="0">
            <a:spAutoFit/>
          </a:bodyPr>
          <a:lstStyle/>
          <a:p>
            <a:pPr algn="ctr">
              <a:lnSpc>
                <a:spcPts val="1501"/>
              </a:lnSpc>
            </a:pPr>
            <a:r>
              <a:rPr lang="en-US" b="true" sz="1600">
                <a:solidFill>
                  <a:srgbClr val="000000"/>
                </a:solidFill>
                <a:latin typeface="Poppins Bold"/>
                <a:ea typeface="Poppins Bold"/>
                <a:cs typeface="Poppins Bold"/>
                <a:sym typeface="Poppins Bold"/>
              </a:rPr>
              <a:t>O RING KIT - NBR70  INCH &amp; METRIC</a:t>
            </a:r>
          </a:p>
        </p:txBody>
      </p:sp>
      <p:sp>
        <p:nvSpPr>
          <p:cNvPr name="TextBox 57" id="57"/>
          <p:cNvSpPr txBox="true"/>
          <p:nvPr/>
        </p:nvSpPr>
        <p:spPr>
          <a:xfrm rot="0">
            <a:off x="849020" y="7019592"/>
            <a:ext cx="2079155"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SPRING TOGGLES</a:t>
            </a:r>
          </a:p>
        </p:txBody>
      </p:sp>
      <p:sp>
        <p:nvSpPr>
          <p:cNvPr name="TextBox 58" id="58"/>
          <p:cNvSpPr txBox="true"/>
          <p:nvPr/>
        </p:nvSpPr>
        <p:spPr>
          <a:xfrm rot="0">
            <a:off x="4318435" y="1424864"/>
            <a:ext cx="2713120"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DRAW TOGGLE LATCH </a:t>
            </a:r>
          </a:p>
        </p:txBody>
      </p:sp>
      <p:sp>
        <p:nvSpPr>
          <p:cNvPr name="TextBox 59" id="59"/>
          <p:cNvSpPr txBox="true"/>
          <p:nvPr/>
        </p:nvSpPr>
        <p:spPr>
          <a:xfrm rot="0">
            <a:off x="4085415" y="4193515"/>
            <a:ext cx="3188637"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WORKSHOP ASSORTMENT</a:t>
            </a:r>
          </a:p>
        </p:txBody>
      </p:sp>
      <p:sp>
        <p:nvSpPr>
          <p:cNvPr name="TextBox 60" id="60"/>
          <p:cNvSpPr txBox="true"/>
          <p:nvPr/>
        </p:nvSpPr>
        <p:spPr>
          <a:xfrm rot="0">
            <a:off x="4517126" y="7011876"/>
            <a:ext cx="2287810" cy="343005"/>
          </a:xfrm>
          <a:prstGeom prst="rect">
            <a:avLst/>
          </a:prstGeom>
        </p:spPr>
        <p:txBody>
          <a:bodyPr anchor="t" rtlCol="false" tIns="0" lIns="0" bIns="0" rIns="0">
            <a:spAutoFit/>
          </a:bodyPr>
          <a:lstStyle/>
          <a:p>
            <a:pPr algn="l">
              <a:lnSpc>
                <a:spcPts val="2520"/>
              </a:lnSpc>
            </a:pPr>
            <a:r>
              <a:rPr lang="en-US" b="true" sz="1800">
                <a:solidFill>
                  <a:srgbClr val="000000"/>
                </a:solidFill>
                <a:latin typeface="Poppins Bold"/>
                <a:ea typeface="Poppins Bold"/>
                <a:cs typeface="Poppins Bold"/>
                <a:sym typeface="Poppins Bold"/>
              </a:rPr>
              <a:t>FLAT KEY (KEY BAR)</a:t>
            </a:r>
          </a:p>
        </p:txBody>
      </p:sp>
      <p:sp>
        <p:nvSpPr>
          <p:cNvPr name="TextBox 61" id="61"/>
          <p:cNvSpPr txBox="true"/>
          <p:nvPr/>
        </p:nvSpPr>
        <p:spPr>
          <a:xfrm rot="0">
            <a:off x="7038870" y="10145220"/>
            <a:ext cx="498396"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43</a:t>
            </a:r>
          </a:p>
        </p:txBody>
      </p:sp>
      <p:sp>
        <p:nvSpPr>
          <p:cNvPr name="TextBox 62" id="62"/>
          <p:cNvSpPr txBox="true"/>
          <p:nvPr/>
        </p:nvSpPr>
        <p:spPr>
          <a:xfrm rot="0">
            <a:off x="1114730" y="3526022"/>
            <a:ext cx="1552365"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 NBR70, VITON </a:t>
            </a:r>
          </a:p>
        </p:txBody>
      </p:sp>
      <p:sp>
        <p:nvSpPr>
          <p:cNvPr name="TextBox 63" id="63"/>
          <p:cNvSpPr txBox="true"/>
          <p:nvPr/>
        </p:nvSpPr>
        <p:spPr>
          <a:xfrm rot="0">
            <a:off x="4895526" y="9095784"/>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64" id="64"/>
          <p:cNvSpPr txBox="true"/>
          <p:nvPr/>
        </p:nvSpPr>
        <p:spPr>
          <a:xfrm rot="0">
            <a:off x="4058860" y="6391351"/>
            <a:ext cx="3306985" cy="244516"/>
          </a:xfrm>
          <a:prstGeom prst="rect">
            <a:avLst/>
          </a:prstGeom>
        </p:spPr>
        <p:txBody>
          <a:bodyPr anchor="t" rtlCol="false" tIns="0" lIns="0" bIns="0" rIns="0">
            <a:spAutoFit/>
          </a:bodyPr>
          <a:lstStyle/>
          <a:p>
            <a:pPr algn="l">
              <a:lnSpc>
                <a:spcPts val="1820"/>
              </a:lnSpc>
            </a:pPr>
            <a:r>
              <a:rPr lang="en-US" sz="1300">
                <a:solidFill>
                  <a:srgbClr val="000000"/>
                </a:solidFill>
                <a:latin typeface="Poppins"/>
                <a:ea typeface="Poppins"/>
                <a:cs typeface="Poppins"/>
                <a:sym typeface="Poppins"/>
              </a:rPr>
              <a:t>CUSTOMIZABLE AS PER CUSTOMER NEEDS</a:t>
            </a:r>
          </a:p>
        </p:txBody>
      </p:sp>
      <p:sp>
        <p:nvSpPr>
          <p:cNvPr name="TextBox 65" id="65"/>
          <p:cNvSpPr txBox="true"/>
          <p:nvPr/>
        </p:nvSpPr>
        <p:spPr>
          <a:xfrm rot="0">
            <a:off x="2931166" y="867023"/>
            <a:ext cx="1732540"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MISC. HARDWARE</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83826" y="183652"/>
            <a:ext cx="887911" cy="856640"/>
            <a:chOff x="0" y="0"/>
            <a:chExt cx="1183881" cy="1142187"/>
          </a:xfrm>
        </p:grpSpPr>
        <p:sp>
          <p:nvSpPr>
            <p:cNvPr name="Freeform 3" id="3"/>
            <p:cNvSpPr/>
            <p:nvPr/>
          </p:nvSpPr>
          <p:spPr>
            <a:xfrm flipH="false" flipV="false" rot="0">
              <a:off x="0" y="0"/>
              <a:ext cx="1183894" cy="1142238"/>
            </a:xfrm>
            <a:custGeom>
              <a:avLst/>
              <a:gdLst/>
              <a:ahLst/>
              <a:cxnLst/>
              <a:rect r="r" b="b" t="t" l="l"/>
              <a:pathLst>
                <a:path h="1142238" w="1183894">
                  <a:moveTo>
                    <a:pt x="254127" y="0"/>
                  </a:moveTo>
                  <a:cubicBezTo>
                    <a:pt x="113792" y="0"/>
                    <a:pt x="0" y="113792"/>
                    <a:pt x="0" y="254127"/>
                  </a:cubicBezTo>
                  <a:lnTo>
                    <a:pt x="0" y="888111"/>
                  </a:lnTo>
                  <a:cubicBezTo>
                    <a:pt x="0" y="1028446"/>
                    <a:pt x="113792" y="1142238"/>
                    <a:pt x="254127" y="1142238"/>
                  </a:cubicBezTo>
                  <a:lnTo>
                    <a:pt x="929767" y="1142238"/>
                  </a:lnTo>
                  <a:cubicBezTo>
                    <a:pt x="1070102" y="1142238"/>
                    <a:pt x="1183894" y="1028446"/>
                    <a:pt x="1183894" y="888111"/>
                  </a:cubicBezTo>
                  <a:lnTo>
                    <a:pt x="1183894" y="254127"/>
                  </a:lnTo>
                  <a:cubicBezTo>
                    <a:pt x="1183894" y="113792"/>
                    <a:pt x="1070102" y="0"/>
                    <a:pt x="929767" y="0"/>
                  </a:cubicBezTo>
                  <a:close/>
                </a:path>
              </a:pathLst>
            </a:custGeom>
            <a:blipFill>
              <a:blip r:embed="rId2"/>
              <a:stretch>
                <a:fillRect l="-46" t="-87" r="-52" b="-199"/>
              </a:stretch>
            </a:blipFill>
          </p:spPr>
        </p:sp>
      </p:grpSp>
      <p:sp>
        <p:nvSpPr>
          <p:cNvPr name="Freeform 4" id="4"/>
          <p:cNvSpPr/>
          <p:nvPr/>
        </p:nvSpPr>
        <p:spPr>
          <a:xfrm flipH="false" flipV="false" rot="0">
            <a:off x="63760" y="1293990"/>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37684" y="4692567"/>
            <a:ext cx="3003699" cy="57150"/>
            <a:chOff x="0" y="0"/>
            <a:chExt cx="3003702" cy="57150"/>
          </a:xfrm>
        </p:grpSpPr>
        <p:sp>
          <p:nvSpPr>
            <p:cNvPr name="Freeform 6" id="6"/>
            <p:cNvSpPr/>
            <p:nvPr/>
          </p:nvSpPr>
          <p:spPr>
            <a:xfrm flipH="false" flipV="false" rot="0">
              <a:off x="0" y="0"/>
              <a:ext cx="3003682" cy="57149"/>
            </a:xfrm>
            <a:custGeom>
              <a:avLst/>
              <a:gdLst/>
              <a:ahLst/>
              <a:cxnLst/>
              <a:rect r="r" b="b" t="t" l="l"/>
              <a:pathLst>
                <a:path h="57149" w="3003682">
                  <a:moveTo>
                    <a:pt x="0" y="0"/>
                  </a:moveTo>
                  <a:lnTo>
                    <a:pt x="0" y="57149"/>
                  </a:lnTo>
                  <a:lnTo>
                    <a:pt x="3003682" y="57149"/>
                  </a:lnTo>
                  <a:lnTo>
                    <a:pt x="3003682" y="0"/>
                  </a:lnTo>
                  <a:close/>
                </a:path>
              </a:pathLst>
            </a:custGeom>
            <a:solidFill>
              <a:srgbClr val="2E7734"/>
            </a:solidFill>
          </p:spPr>
        </p:sp>
      </p:grpSp>
      <p:sp>
        <p:nvSpPr>
          <p:cNvPr name="Freeform 7" id="7"/>
          <p:cNvSpPr/>
          <p:nvPr/>
        </p:nvSpPr>
        <p:spPr>
          <a:xfrm flipH="false" flipV="false" rot="0">
            <a:off x="3877932" y="1293990"/>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372396" y="172222"/>
            <a:ext cx="910742" cy="879462"/>
          </a:xfrm>
          <a:custGeom>
            <a:avLst/>
            <a:gdLst/>
            <a:ahLst/>
            <a:cxnLst/>
            <a:rect r="r" b="b" t="t" l="l"/>
            <a:pathLst>
              <a:path h="879462" w="910742">
                <a:moveTo>
                  <a:pt x="0" y="0"/>
                </a:moveTo>
                <a:lnTo>
                  <a:pt x="910743" y="0"/>
                </a:lnTo>
                <a:lnTo>
                  <a:pt x="910743" y="879462"/>
                </a:lnTo>
                <a:lnTo>
                  <a:pt x="0" y="879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6629400" y="9552422"/>
            <a:ext cx="935736" cy="1146058"/>
            <a:chOff x="0" y="0"/>
            <a:chExt cx="935736" cy="1146061"/>
          </a:xfrm>
        </p:grpSpPr>
        <p:sp>
          <p:nvSpPr>
            <p:cNvPr name="Freeform 10" id="10"/>
            <p:cNvSpPr/>
            <p:nvPr/>
          </p:nvSpPr>
          <p:spPr>
            <a:xfrm flipH="false" flipV="false" rot="0">
              <a:off x="3048" y="78486"/>
              <a:ext cx="930402" cy="1065662"/>
            </a:xfrm>
            <a:custGeom>
              <a:avLst/>
              <a:gdLst/>
              <a:ahLst/>
              <a:cxnLst/>
              <a:rect r="r" b="b" t="t" l="l"/>
              <a:pathLst>
                <a:path h="1065662" w="930402">
                  <a:moveTo>
                    <a:pt x="930402" y="0"/>
                  </a:moveTo>
                  <a:lnTo>
                    <a:pt x="0" y="1065662"/>
                  </a:lnTo>
                  <a:lnTo>
                    <a:pt x="930402" y="1065662"/>
                  </a:lnTo>
                  <a:lnTo>
                    <a:pt x="930402" y="0"/>
                  </a:lnTo>
                  <a:close/>
                </a:path>
              </a:pathLst>
            </a:custGeom>
            <a:solidFill>
              <a:srgbClr val="FF9100"/>
            </a:solidFill>
          </p:spPr>
        </p:sp>
      </p:grpSp>
      <p:grpSp>
        <p:nvGrpSpPr>
          <p:cNvPr name="Group 11" id="11"/>
          <p:cNvGrpSpPr/>
          <p:nvPr/>
        </p:nvGrpSpPr>
        <p:grpSpPr>
          <a:xfrm rot="-5400000">
            <a:off x="4748470" y="1337586"/>
            <a:ext cx="1972418" cy="3163491"/>
            <a:chOff x="0" y="0"/>
            <a:chExt cx="2629891" cy="4217988"/>
          </a:xfrm>
        </p:grpSpPr>
        <p:sp>
          <p:nvSpPr>
            <p:cNvPr name="Freeform 12" id="12"/>
            <p:cNvSpPr/>
            <p:nvPr/>
          </p:nvSpPr>
          <p:spPr>
            <a:xfrm flipH="false" flipV="false" rot="0">
              <a:off x="0" y="0"/>
              <a:ext cx="2629916" cy="4217924"/>
            </a:xfrm>
            <a:custGeom>
              <a:avLst/>
              <a:gdLst/>
              <a:ahLst/>
              <a:cxnLst/>
              <a:rect r="r" b="b" t="t" l="l"/>
              <a:pathLst>
                <a:path h="4217924" w="2629916">
                  <a:moveTo>
                    <a:pt x="0" y="0"/>
                  </a:moveTo>
                  <a:lnTo>
                    <a:pt x="2629916" y="0"/>
                  </a:lnTo>
                  <a:lnTo>
                    <a:pt x="2629916" y="4217924"/>
                  </a:lnTo>
                  <a:lnTo>
                    <a:pt x="0" y="4217924"/>
                  </a:lnTo>
                  <a:lnTo>
                    <a:pt x="0" y="0"/>
                  </a:lnTo>
                  <a:close/>
                </a:path>
              </a:pathLst>
            </a:custGeom>
            <a:blipFill>
              <a:blip r:embed="rId9"/>
              <a:stretch>
                <a:fillRect l="-14824" t="0" r="-14642" b="-1"/>
              </a:stretch>
            </a:blipFill>
          </p:spPr>
        </p:sp>
      </p:grpSp>
      <p:grpSp>
        <p:nvGrpSpPr>
          <p:cNvPr name="Group 13" id="13"/>
          <p:cNvGrpSpPr/>
          <p:nvPr/>
        </p:nvGrpSpPr>
        <p:grpSpPr>
          <a:xfrm rot="0">
            <a:off x="440636" y="1898371"/>
            <a:ext cx="2810932" cy="1819961"/>
            <a:chOff x="0" y="0"/>
            <a:chExt cx="3747910" cy="2426614"/>
          </a:xfrm>
        </p:grpSpPr>
        <p:sp>
          <p:nvSpPr>
            <p:cNvPr name="Freeform 14" id="14"/>
            <p:cNvSpPr/>
            <p:nvPr/>
          </p:nvSpPr>
          <p:spPr>
            <a:xfrm flipH="false" flipV="false" rot="0">
              <a:off x="0" y="0"/>
              <a:ext cx="3747897" cy="2426589"/>
            </a:xfrm>
            <a:custGeom>
              <a:avLst/>
              <a:gdLst/>
              <a:ahLst/>
              <a:cxnLst/>
              <a:rect r="r" b="b" t="t" l="l"/>
              <a:pathLst>
                <a:path h="2426589" w="3747897">
                  <a:moveTo>
                    <a:pt x="0" y="0"/>
                  </a:moveTo>
                  <a:lnTo>
                    <a:pt x="3747897" y="0"/>
                  </a:lnTo>
                  <a:lnTo>
                    <a:pt x="3747897" y="2426589"/>
                  </a:lnTo>
                  <a:lnTo>
                    <a:pt x="0" y="2426589"/>
                  </a:lnTo>
                  <a:lnTo>
                    <a:pt x="0" y="0"/>
                  </a:lnTo>
                  <a:close/>
                </a:path>
              </a:pathLst>
            </a:custGeom>
            <a:blipFill>
              <a:blip r:embed="rId10"/>
              <a:stretch>
                <a:fillRect l="0" t="-9604" r="0" b="-6102"/>
              </a:stretch>
            </a:blipFill>
          </p:spPr>
        </p:sp>
      </p:grpSp>
      <p:sp>
        <p:nvSpPr>
          <p:cNvPr name="Freeform 15" id="15"/>
          <p:cNvSpPr/>
          <p:nvPr/>
        </p:nvSpPr>
        <p:spPr>
          <a:xfrm flipH="false" flipV="false" rot="0">
            <a:off x="149333" y="4260618"/>
            <a:ext cx="3437782" cy="2637930"/>
          </a:xfrm>
          <a:custGeom>
            <a:avLst/>
            <a:gdLst/>
            <a:ahLst/>
            <a:cxnLst/>
            <a:rect r="r" b="b" t="t" l="l"/>
            <a:pathLst>
              <a:path h="2637930" w="3437782">
                <a:moveTo>
                  <a:pt x="0" y="0"/>
                </a:moveTo>
                <a:lnTo>
                  <a:pt x="3437782" y="0"/>
                </a:lnTo>
                <a:lnTo>
                  <a:pt x="3437782" y="2637930"/>
                </a:lnTo>
                <a:lnTo>
                  <a:pt x="0" y="26379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0">
            <a:off x="477622" y="4856778"/>
            <a:ext cx="2734704" cy="1581750"/>
            <a:chOff x="0" y="0"/>
            <a:chExt cx="3646272" cy="2109000"/>
          </a:xfrm>
        </p:grpSpPr>
        <p:sp>
          <p:nvSpPr>
            <p:cNvPr name="Freeform 17" id="17"/>
            <p:cNvSpPr/>
            <p:nvPr/>
          </p:nvSpPr>
          <p:spPr>
            <a:xfrm flipH="false" flipV="false" rot="0">
              <a:off x="0" y="0"/>
              <a:ext cx="3646297" cy="2108962"/>
            </a:xfrm>
            <a:custGeom>
              <a:avLst/>
              <a:gdLst/>
              <a:ahLst/>
              <a:cxnLst/>
              <a:rect r="r" b="b" t="t" l="l"/>
              <a:pathLst>
                <a:path h="2108962" w="3646297">
                  <a:moveTo>
                    <a:pt x="0" y="0"/>
                  </a:moveTo>
                  <a:lnTo>
                    <a:pt x="3646297" y="0"/>
                  </a:lnTo>
                  <a:lnTo>
                    <a:pt x="3646297" y="2108962"/>
                  </a:lnTo>
                  <a:lnTo>
                    <a:pt x="0" y="2108962"/>
                  </a:lnTo>
                  <a:lnTo>
                    <a:pt x="0" y="0"/>
                  </a:lnTo>
                  <a:close/>
                </a:path>
              </a:pathLst>
            </a:custGeom>
            <a:blipFill>
              <a:blip r:embed="rId13"/>
              <a:stretch>
                <a:fillRect l="0" t="-432" r="0" b="-305"/>
              </a:stretch>
            </a:blipFill>
          </p:spPr>
        </p:sp>
      </p:grpSp>
      <p:sp>
        <p:nvSpPr>
          <p:cNvPr name="Freeform 18" id="18"/>
          <p:cNvSpPr/>
          <p:nvPr/>
        </p:nvSpPr>
        <p:spPr>
          <a:xfrm flipH="false" flipV="false" rot="0">
            <a:off x="3877932" y="4197115"/>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9" id="19"/>
          <p:cNvGrpSpPr/>
          <p:nvPr/>
        </p:nvGrpSpPr>
        <p:grpSpPr>
          <a:xfrm rot="1515900">
            <a:off x="3887838" y="4973241"/>
            <a:ext cx="3383090" cy="1268482"/>
            <a:chOff x="0" y="0"/>
            <a:chExt cx="4510786" cy="1691310"/>
          </a:xfrm>
        </p:grpSpPr>
        <p:sp>
          <p:nvSpPr>
            <p:cNvPr name="Freeform 20" id="20"/>
            <p:cNvSpPr/>
            <p:nvPr/>
          </p:nvSpPr>
          <p:spPr>
            <a:xfrm flipH="false" flipV="false" rot="0">
              <a:off x="0" y="0"/>
              <a:ext cx="4510786" cy="1691386"/>
            </a:xfrm>
            <a:custGeom>
              <a:avLst/>
              <a:gdLst/>
              <a:ahLst/>
              <a:cxnLst/>
              <a:rect r="r" b="b" t="t" l="l"/>
              <a:pathLst>
                <a:path h="1691386" w="4510786">
                  <a:moveTo>
                    <a:pt x="635" y="0"/>
                  </a:moveTo>
                  <a:lnTo>
                    <a:pt x="0" y="1689735"/>
                  </a:lnTo>
                  <a:lnTo>
                    <a:pt x="4510151" y="1691386"/>
                  </a:lnTo>
                  <a:lnTo>
                    <a:pt x="4510786" y="1524"/>
                  </a:lnTo>
                  <a:lnTo>
                    <a:pt x="2405380" y="762"/>
                  </a:lnTo>
                  <a:lnTo>
                    <a:pt x="635" y="0"/>
                  </a:lnTo>
                  <a:close/>
                </a:path>
              </a:pathLst>
            </a:custGeom>
            <a:blipFill>
              <a:blip r:embed="rId16"/>
              <a:stretch>
                <a:fillRect l="0" t="-1" r="0" b="4"/>
              </a:stretch>
            </a:blipFill>
          </p:spPr>
        </p:sp>
      </p:grpSp>
      <p:sp>
        <p:nvSpPr>
          <p:cNvPr name="Freeform 21" id="21"/>
          <p:cNvSpPr/>
          <p:nvPr/>
        </p:nvSpPr>
        <p:spPr>
          <a:xfrm flipH="false" flipV="false" rot="0">
            <a:off x="63760" y="7101954"/>
            <a:ext cx="3564779" cy="2764927"/>
          </a:xfrm>
          <a:custGeom>
            <a:avLst/>
            <a:gdLst/>
            <a:ahLst/>
            <a:cxnLst/>
            <a:rect r="r" b="b" t="t" l="l"/>
            <a:pathLst>
              <a:path h="2764927" w="3564779">
                <a:moveTo>
                  <a:pt x="0" y="0"/>
                </a:moveTo>
                <a:lnTo>
                  <a:pt x="3564779" y="0"/>
                </a:lnTo>
                <a:lnTo>
                  <a:pt x="3564779" y="2764927"/>
                </a:lnTo>
                <a:lnTo>
                  <a:pt x="0" y="27649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2" id="22"/>
          <p:cNvGrpSpPr/>
          <p:nvPr/>
        </p:nvGrpSpPr>
        <p:grpSpPr>
          <a:xfrm rot="1550160">
            <a:off x="228838" y="8010230"/>
            <a:ext cx="3106531" cy="1172566"/>
            <a:chOff x="0" y="0"/>
            <a:chExt cx="4142042" cy="1563421"/>
          </a:xfrm>
        </p:grpSpPr>
        <p:sp>
          <p:nvSpPr>
            <p:cNvPr name="Freeform 23" id="23"/>
            <p:cNvSpPr/>
            <p:nvPr/>
          </p:nvSpPr>
          <p:spPr>
            <a:xfrm flipH="false" flipV="false" rot="0">
              <a:off x="0" y="0"/>
              <a:ext cx="4141978" cy="1563497"/>
            </a:xfrm>
            <a:custGeom>
              <a:avLst/>
              <a:gdLst/>
              <a:ahLst/>
              <a:cxnLst/>
              <a:rect r="r" b="b" t="t" l="l"/>
              <a:pathLst>
                <a:path h="1563497" w="4141978">
                  <a:moveTo>
                    <a:pt x="254" y="0"/>
                  </a:moveTo>
                  <a:lnTo>
                    <a:pt x="0" y="1562735"/>
                  </a:lnTo>
                  <a:lnTo>
                    <a:pt x="4141724" y="1563497"/>
                  </a:lnTo>
                  <a:lnTo>
                    <a:pt x="4141851" y="790829"/>
                  </a:lnTo>
                  <a:lnTo>
                    <a:pt x="4141978" y="762"/>
                  </a:lnTo>
                  <a:lnTo>
                    <a:pt x="4055491" y="762"/>
                  </a:lnTo>
                  <a:lnTo>
                    <a:pt x="254" y="0"/>
                  </a:lnTo>
                  <a:close/>
                </a:path>
              </a:pathLst>
            </a:custGeom>
            <a:blipFill>
              <a:blip r:embed="rId19"/>
              <a:stretch>
                <a:fillRect l="0" t="0" r="-1" b="4"/>
              </a:stretch>
            </a:blipFill>
          </p:spPr>
        </p:sp>
      </p:grpSp>
      <p:grpSp>
        <p:nvGrpSpPr>
          <p:cNvPr name="Group 24" id="24"/>
          <p:cNvGrpSpPr/>
          <p:nvPr/>
        </p:nvGrpSpPr>
        <p:grpSpPr>
          <a:xfrm rot="0">
            <a:off x="0" y="10532631"/>
            <a:ext cx="7086543" cy="165849"/>
            <a:chOff x="0" y="0"/>
            <a:chExt cx="7086536" cy="165849"/>
          </a:xfrm>
        </p:grpSpPr>
        <p:sp>
          <p:nvSpPr>
            <p:cNvPr name="Freeform 25" id="25"/>
            <p:cNvSpPr/>
            <p:nvPr/>
          </p:nvSpPr>
          <p:spPr>
            <a:xfrm flipH="false" flipV="false" rot="0">
              <a:off x="0" y="0"/>
              <a:ext cx="7086595" cy="163960"/>
            </a:xfrm>
            <a:custGeom>
              <a:avLst/>
              <a:gdLst/>
              <a:ahLst/>
              <a:cxnLst/>
              <a:rect r="r" b="b" t="t" l="l"/>
              <a:pathLst>
                <a:path h="163960" w="7086595">
                  <a:moveTo>
                    <a:pt x="0" y="0"/>
                  </a:moveTo>
                  <a:lnTo>
                    <a:pt x="0" y="163960"/>
                  </a:lnTo>
                  <a:lnTo>
                    <a:pt x="7086595" y="163960"/>
                  </a:lnTo>
                  <a:lnTo>
                    <a:pt x="7086595" y="0"/>
                  </a:lnTo>
                  <a:close/>
                </a:path>
              </a:pathLst>
            </a:custGeom>
            <a:solidFill>
              <a:srgbClr val="FF9100"/>
            </a:solidFill>
          </p:spPr>
        </p:sp>
      </p:grpSp>
      <p:sp>
        <p:nvSpPr>
          <p:cNvPr name="Freeform 26" id="26"/>
          <p:cNvSpPr/>
          <p:nvPr/>
        </p:nvSpPr>
        <p:spPr>
          <a:xfrm flipH="false" flipV="false" rot="0">
            <a:off x="2206095" y="756285"/>
            <a:ext cx="3150337" cy="463229"/>
          </a:xfrm>
          <a:custGeom>
            <a:avLst/>
            <a:gdLst/>
            <a:ahLst/>
            <a:cxnLst/>
            <a:rect r="r" b="b" t="t" l="l"/>
            <a:pathLst>
              <a:path h="463229" w="3150337">
                <a:moveTo>
                  <a:pt x="0" y="0"/>
                </a:moveTo>
                <a:lnTo>
                  <a:pt x="3150336" y="0"/>
                </a:lnTo>
                <a:lnTo>
                  <a:pt x="3150336" y="463229"/>
                </a:lnTo>
                <a:lnTo>
                  <a:pt x="0" y="4632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7" id="27"/>
          <p:cNvSpPr/>
          <p:nvPr/>
        </p:nvSpPr>
        <p:spPr>
          <a:xfrm flipH="false" flipV="false" rot="0">
            <a:off x="3890820" y="7140083"/>
            <a:ext cx="3564779" cy="2764927"/>
          </a:xfrm>
          <a:custGeom>
            <a:avLst/>
            <a:gdLst/>
            <a:ahLst/>
            <a:cxnLst/>
            <a:rect r="r" b="b" t="t" l="l"/>
            <a:pathLst>
              <a:path h="2764927" w="3564779">
                <a:moveTo>
                  <a:pt x="0" y="0"/>
                </a:moveTo>
                <a:lnTo>
                  <a:pt x="3564778" y="0"/>
                </a:lnTo>
                <a:lnTo>
                  <a:pt x="3564778" y="2764926"/>
                </a:lnTo>
                <a:lnTo>
                  <a:pt x="0" y="27649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28" id="28"/>
          <p:cNvGrpSpPr/>
          <p:nvPr/>
        </p:nvGrpSpPr>
        <p:grpSpPr>
          <a:xfrm rot="0">
            <a:off x="4822755" y="7760189"/>
            <a:ext cx="1677029" cy="1677019"/>
            <a:chOff x="0" y="0"/>
            <a:chExt cx="2236038" cy="2236026"/>
          </a:xfrm>
        </p:grpSpPr>
        <p:sp>
          <p:nvSpPr>
            <p:cNvPr name="Freeform 29" id="29"/>
            <p:cNvSpPr/>
            <p:nvPr/>
          </p:nvSpPr>
          <p:spPr>
            <a:xfrm flipH="false" flipV="false" rot="0">
              <a:off x="0" y="0"/>
              <a:ext cx="2236089" cy="2236089"/>
            </a:xfrm>
            <a:custGeom>
              <a:avLst/>
              <a:gdLst/>
              <a:ahLst/>
              <a:cxnLst/>
              <a:rect r="r" b="b" t="t" l="l"/>
              <a:pathLst>
                <a:path h="2236089" w="2236089">
                  <a:moveTo>
                    <a:pt x="0" y="0"/>
                  </a:moveTo>
                  <a:lnTo>
                    <a:pt x="2236089" y="0"/>
                  </a:lnTo>
                  <a:lnTo>
                    <a:pt x="2236089" y="2236089"/>
                  </a:lnTo>
                  <a:lnTo>
                    <a:pt x="0" y="2236089"/>
                  </a:lnTo>
                  <a:lnTo>
                    <a:pt x="0" y="0"/>
                  </a:lnTo>
                  <a:close/>
                </a:path>
              </a:pathLst>
            </a:custGeom>
            <a:blipFill>
              <a:blip r:embed="rId24"/>
              <a:stretch>
                <a:fillRect l="0" t="0" r="2" b="2"/>
              </a:stretch>
            </a:blipFill>
          </p:spPr>
        </p:sp>
      </p:grpSp>
      <p:grpSp>
        <p:nvGrpSpPr>
          <p:cNvPr name="Group 30" id="30"/>
          <p:cNvGrpSpPr/>
          <p:nvPr/>
        </p:nvGrpSpPr>
        <p:grpSpPr>
          <a:xfrm rot="0">
            <a:off x="0" y="0"/>
            <a:ext cx="7565136" cy="105527"/>
            <a:chOff x="0" y="0"/>
            <a:chExt cx="7565136" cy="105524"/>
          </a:xfrm>
        </p:grpSpPr>
        <p:sp>
          <p:nvSpPr>
            <p:cNvPr name="Freeform 31" id="31"/>
            <p:cNvSpPr/>
            <p:nvPr/>
          </p:nvSpPr>
          <p:spPr>
            <a:xfrm flipH="false" flipV="false" rot="0">
              <a:off x="0" y="0"/>
              <a:ext cx="7562850" cy="105538"/>
            </a:xfrm>
            <a:custGeom>
              <a:avLst/>
              <a:gdLst/>
              <a:ahLst/>
              <a:cxnLst/>
              <a:rect r="r" b="b" t="t" l="l"/>
              <a:pathLst>
                <a:path h="105538" w="7562850">
                  <a:moveTo>
                    <a:pt x="0" y="0"/>
                  </a:moveTo>
                  <a:lnTo>
                    <a:pt x="0" y="105538"/>
                  </a:lnTo>
                  <a:lnTo>
                    <a:pt x="7562850" y="105538"/>
                  </a:lnTo>
                  <a:lnTo>
                    <a:pt x="7562850" y="0"/>
                  </a:lnTo>
                  <a:close/>
                </a:path>
              </a:pathLst>
            </a:custGeom>
            <a:solidFill>
              <a:srgbClr val="FF9100"/>
            </a:solidFill>
          </p:spPr>
        </p:sp>
      </p:grpSp>
      <p:grpSp>
        <p:nvGrpSpPr>
          <p:cNvPr name="Group 32" id="32"/>
          <p:cNvGrpSpPr/>
          <p:nvPr/>
        </p:nvGrpSpPr>
        <p:grpSpPr>
          <a:xfrm rot="0">
            <a:off x="0" y="114148"/>
            <a:ext cx="1105319" cy="1124369"/>
            <a:chOff x="0" y="0"/>
            <a:chExt cx="1473759" cy="1499159"/>
          </a:xfrm>
        </p:grpSpPr>
        <p:sp>
          <p:nvSpPr>
            <p:cNvPr name="Freeform 33" id="33"/>
            <p:cNvSpPr/>
            <p:nvPr/>
          </p:nvSpPr>
          <p:spPr>
            <a:xfrm flipH="false" flipV="false" rot="0">
              <a:off x="0" y="0"/>
              <a:ext cx="1473708" cy="1499108"/>
            </a:xfrm>
            <a:custGeom>
              <a:avLst/>
              <a:gdLst/>
              <a:ahLst/>
              <a:cxnLst/>
              <a:rect r="r" b="b" t="t" l="l"/>
              <a:pathLst>
                <a:path h="1499108" w="1473708">
                  <a:moveTo>
                    <a:pt x="0" y="0"/>
                  </a:moveTo>
                  <a:lnTo>
                    <a:pt x="1473708" y="0"/>
                  </a:lnTo>
                  <a:lnTo>
                    <a:pt x="1473708" y="1499108"/>
                  </a:lnTo>
                  <a:lnTo>
                    <a:pt x="0" y="1499108"/>
                  </a:lnTo>
                  <a:lnTo>
                    <a:pt x="0" y="0"/>
                  </a:lnTo>
                  <a:close/>
                </a:path>
              </a:pathLst>
            </a:custGeom>
            <a:blipFill>
              <a:blip r:embed="rId25"/>
              <a:stretch>
                <a:fillRect l="0" t="0" r="-3" b="-3"/>
              </a:stretch>
            </a:blipFill>
          </p:spPr>
        </p:sp>
      </p:grpSp>
      <p:grpSp>
        <p:nvGrpSpPr>
          <p:cNvPr name="Group 34" id="34"/>
          <p:cNvGrpSpPr/>
          <p:nvPr/>
        </p:nvGrpSpPr>
        <p:grpSpPr>
          <a:xfrm rot="0">
            <a:off x="127159" y="1799082"/>
            <a:ext cx="3023997" cy="60484"/>
            <a:chOff x="0" y="0"/>
            <a:chExt cx="3023997" cy="60477"/>
          </a:xfrm>
        </p:grpSpPr>
        <p:sp>
          <p:nvSpPr>
            <p:cNvPr name="Freeform 35" id="3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6" id="36"/>
          <p:cNvGrpSpPr/>
          <p:nvPr/>
        </p:nvGrpSpPr>
        <p:grpSpPr>
          <a:xfrm rot="0">
            <a:off x="127159" y="4690796"/>
            <a:ext cx="3023997" cy="60484"/>
            <a:chOff x="0" y="0"/>
            <a:chExt cx="3023997" cy="60477"/>
          </a:xfrm>
        </p:grpSpPr>
        <p:sp>
          <p:nvSpPr>
            <p:cNvPr name="Freeform 37" id="37"/>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38" id="38"/>
          <p:cNvGrpSpPr/>
          <p:nvPr/>
        </p:nvGrpSpPr>
        <p:grpSpPr>
          <a:xfrm rot="0">
            <a:off x="127159" y="7638374"/>
            <a:ext cx="3023997" cy="60484"/>
            <a:chOff x="0" y="0"/>
            <a:chExt cx="3023997" cy="60477"/>
          </a:xfrm>
        </p:grpSpPr>
        <p:sp>
          <p:nvSpPr>
            <p:cNvPr name="Freeform 39" id="39"/>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0" id="40"/>
          <p:cNvGrpSpPr/>
          <p:nvPr/>
        </p:nvGrpSpPr>
        <p:grpSpPr>
          <a:xfrm rot="0">
            <a:off x="0" y="0"/>
            <a:ext cx="7562850" cy="105489"/>
            <a:chOff x="0" y="0"/>
            <a:chExt cx="7562850" cy="105486"/>
          </a:xfrm>
        </p:grpSpPr>
        <p:sp>
          <p:nvSpPr>
            <p:cNvPr name="Freeform 41" id="41"/>
            <p:cNvSpPr/>
            <p:nvPr/>
          </p:nvSpPr>
          <p:spPr>
            <a:xfrm flipH="false" flipV="false" rot="0">
              <a:off x="0" y="0"/>
              <a:ext cx="7562850" cy="105537"/>
            </a:xfrm>
            <a:custGeom>
              <a:avLst/>
              <a:gdLst/>
              <a:ahLst/>
              <a:cxnLst/>
              <a:rect r="r" b="b" t="t" l="l"/>
              <a:pathLst>
                <a:path h="105537" w="7562850">
                  <a:moveTo>
                    <a:pt x="0" y="0"/>
                  </a:moveTo>
                  <a:lnTo>
                    <a:pt x="0" y="105537"/>
                  </a:lnTo>
                  <a:lnTo>
                    <a:pt x="7562850" y="105537"/>
                  </a:lnTo>
                  <a:lnTo>
                    <a:pt x="7562850" y="0"/>
                  </a:lnTo>
                  <a:close/>
                </a:path>
              </a:pathLst>
            </a:custGeom>
            <a:solidFill>
              <a:srgbClr val="000000">
                <a:alpha val="0"/>
              </a:srgbClr>
            </a:solidFill>
          </p:spPr>
        </p:sp>
      </p:grpSp>
      <p:grpSp>
        <p:nvGrpSpPr>
          <p:cNvPr name="Group 42" id="42"/>
          <p:cNvGrpSpPr/>
          <p:nvPr/>
        </p:nvGrpSpPr>
        <p:grpSpPr>
          <a:xfrm rot="0">
            <a:off x="3939892" y="1837182"/>
            <a:ext cx="3023997" cy="60484"/>
            <a:chOff x="0" y="0"/>
            <a:chExt cx="3023997" cy="60477"/>
          </a:xfrm>
        </p:grpSpPr>
        <p:sp>
          <p:nvSpPr>
            <p:cNvPr name="Freeform 43" id="43"/>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4" id="44"/>
          <p:cNvGrpSpPr/>
          <p:nvPr/>
        </p:nvGrpSpPr>
        <p:grpSpPr>
          <a:xfrm rot="0">
            <a:off x="3939892" y="4712379"/>
            <a:ext cx="3023997" cy="60484"/>
            <a:chOff x="0" y="0"/>
            <a:chExt cx="3023997" cy="60477"/>
          </a:xfrm>
        </p:grpSpPr>
        <p:sp>
          <p:nvSpPr>
            <p:cNvPr name="Freeform 45" id="45"/>
            <p:cNvSpPr/>
            <p:nvPr/>
          </p:nvSpPr>
          <p:spPr>
            <a:xfrm flipH="false" flipV="false" rot="0">
              <a:off x="0" y="0"/>
              <a:ext cx="3023997" cy="60449"/>
            </a:xfrm>
            <a:custGeom>
              <a:avLst/>
              <a:gdLst/>
              <a:ahLst/>
              <a:cxnLst/>
              <a:rect r="r" b="b" t="t" l="l"/>
              <a:pathLst>
                <a:path h="60449" w="3023997">
                  <a:moveTo>
                    <a:pt x="0" y="60449"/>
                  </a:moveTo>
                  <a:lnTo>
                    <a:pt x="3023997" y="60449"/>
                  </a:lnTo>
                  <a:lnTo>
                    <a:pt x="3023997" y="0"/>
                  </a:lnTo>
                  <a:lnTo>
                    <a:pt x="0" y="0"/>
                  </a:lnTo>
                  <a:close/>
                </a:path>
              </a:pathLst>
            </a:custGeom>
            <a:solidFill>
              <a:srgbClr val="000000">
                <a:alpha val="0"/>
              </a:srgbClr>
            </a:solidFill>
          </p:spPr>
        </p:sp>
      </p:grpSp>
      <p:grpSp>
        <p:nvGrpSpPr>
          <p:cNvPr name="Group 46" id="46"/>
          <p:cNvGrpSpPr/>
          <p:nvPr/>
        </p:nvGrpSpPr>
        <p:grpSpPr>
          <a:xfrm rot="0">
            <a:off x="-63503" y="7137359"/>
            <a:ext cx="7689847" cy="3622719"/>
            <a:chOff x="0" y="0"/>
            <a:chExt cx="7689850" cy="3622726"/>
          </a:xfrm>
        </p:grpSpPr>
        <p:sp>
          <p:nvSpPr>
            <p:cNvPr name="Freeform 47" id="47"/>
            <p:cNvSpPr/>
            <p:nvPr/>
          </p:nvSpPr>
          <p:spPr>
            <a:xfrm flipH="false" flipV="false" rot="0">
              <a:off x="4016248" y="63500"/>
              <a:ext cx="3436620" cy="2637031"/>
            </a:xfrm>
            <a:custGeom>
              <a:avLst/>
              <a:gdLst/>
              <a:ahLst/>
              <a:cxnLst/>
              <a:rect r="r" b="b" t="t" l="l"/>
              <a:pathLst>
                <a:path h="2637031" w="3436620">
                  <a:moveTo>
                    <a:pt x="0" y="2637031"/>
                  </a:moveTo>
                  <a:lnTo>
                    <a:pt x="3436620" y="2637031"/>
                  </a:lnTo>
                  <a:lnTo>
                    <a:pt x="3436620" y="0"/>
                  </a:lnTo>
                  <a:lnTo>
                    <a:pt x="0" y="0"/>
                  </a:lnTo>
                  <a:close/>
                </a:path>
              </a:pathLst>
            </a:custGeom>
            <a:solidFill>
              <a:srgbClr val="000000">
                <a:alpha val="0"/>
              </a:srgbClr>
            </a:solidFill>
          </p:spPr>
        </p:sp>
        <p:sp>
          <p:nvSpPr>
            <p:cNvPr name="Freeform 48" id="48"/>
            <p:cNvSpPr/>
            <p:nvPr/>
          </p:nvSpPr>
          <p:spPr>
            <a:xfrm flipH="false" flipV="false" rot="0">
              <a:off x="4016248" y="527051"/>
              <a:ext cx="3023997" cy="60452"/>
            </a:xfrm>
            <a:custGeom>
              <a:avLst/>
              <a:gdLst/>
              <a:ahLst/>
              <a:cxnLst/>
              <a:rect r="r" b="b" t="t" l="l"/>
              <a:pathLst>
                <a:path h="60452" w="3023997">
                  <a:moveTo>
                    <a:pt x="0" y="60452"/>
                  </a:moveTo>
                  <a:lnTo>
                    <a:pt x="3023997" y="60452"/>
                  </a:lnTo>
                  <a:lnTo>
                    <a:pt x="3023997" y="0"/>
                  </a:lnTo>
                  <a:lnTo>
                    <a:pt x="0" y="0"/>
                  </a:lnTo>
                  <a:close/>
                </a:path>
              </a:pathLst>
            </a:custGeom>
            <a:solidFill>
              <a:srgbClr val="000000">
                <a:alpha val="0"/>
              </a:srgbClr>
            </a:solidFill>
          </p:spPr>
        </p:sp>
        <p:sp>
          <p:nvSpPr>
            <p:cNvPr name="Freeform 49" id="49"/>
            <p:cNvSpPr/>
            <p:nvPr/>
          </p:nvSpPr>
          <p:spPr>
            <a:xfrm flipH="false" flipV="false" rot="0">
              <a:off x="6433566" y="2410971"/>
              <a:ext cx="1192784" cy="1148209"/>
            </a:xfrm>
            <a:custGeom>
              <a:avLst/>
              <a:gdLst/>
              <a:ahLst/>
              <a:cxnLst/>
              <a:rect r="r" b="b" t="t" l="l"/>
              <a:pathLst>
                <a:path h="1148209" w="1192784">
                  <a:moveTo>
                    <a:pt x="0" y="0"/>
                  </a:moveTo>
                  <a:lnTo>
                    <a:pt x="0" y="1148209"/>
                  </a:lnTo>
                  <a:lnTo>
                    <a:pt x="1192784" y="1148209"/>
                  </a:lnTo>
                  <a:lnTo>
                    <a:pt x="1192784" y="0"/>
                  </a:lnTo>
                  <a:close/>
                </a:path>
              </a:pathLst>
            </a:custGeom>
            <a:solidFill>
              <a:srgbClr val="000000">
                <a:alpha val="0"/>
              </a:srgbClr>
            </a:solidFill>
          </p:spPr>
        </p:sp>
        <p:sp>
          <p:nvSpPr>
            <p:cNvPr name="Freeform 50" id="50"/>
            <p:cNvSpPr/>
            <p:nvPr/>
          </p:nvSpPr>
          <p:spPr>
            <a:xfrm flipH="false" flipV="false" rot="0">
              <a:off x="63500" y="3391285"/>
              <a:ext cx="7083933" cy="167894"/>
            </a:xfrm>
            <a:custGeom>
              <a:avLst/>
              <a:gdLst/>
              <a:ahLst/>
              <a:cxnLst/>
              <a:rect r="r" b="b" t="t" l="l"/>
              <a:pathLst>
                <a:path h="167894" w="7083933">
                  <a:moveTo>
                    <a:pt x="0" y="0"/>
                  </a:moveTo>
                  <a:lnTo>
                    <a:pt x="0" y="167895"/>
                  </a:lnTo>
                  <a:lnTo>
                    <a:pt x="7083933" y="167895"/>
                  </a:lnTo>
                  <a:lnTo>
                    <a:pt x="7083933" y="0"/>
                  </a:lnTo>
                  <a:close/>
                </a:path>
              </a:pathLst>
            </a:custGeom>
            <a:solidFill>
              <a:srgbClr val="000000">
                <a:alpha val="0"/>
              </a:srgbClr>
            </a:solidFill>
          </p:spPr>
        </p:sp>
      </p:grpSp>
      <p:sp>
        <p:nvSpPr>
          <p:cNvPr name="TextBox 51" id="51"/>
          <p:cNvSpPr txBox="true"/>
          <p:nvPr/>
        </p:nvSpPr>
        <p:spPr>
          <a:xfrm rot="0">
            <a:off x="1055075" y="4335256"/>
            <a:ext cx="1613802"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S.R.C RIVETS</a:t>
            </a:r>
          </a:p>
        </p:txBody>
      </p:sp>
      <p:sp>
        <p:nvSpPr>
          <p:cNvPr name="TextBox 52" id="52"/>
          <p:cNvSpPr txBox="true"/>
          <p:nvPr/>
        </p:nvSpPr>
        <p:spPr>
          <a:xfrm rot="0">
            <a:off x="5174209" y="7309980"/>
            <a:ext cx="991505" cy="384219"/>
          </a:xfrm>
          <a:prstGeom prst="rect">
            <a:avLst/>
          </a:prstGeom>
        </p:spPr>
        <p:txBody>
          <a:bodyPr anchor="t" rtlCol="false" tIns="0" lIns="0" bIns="0" rIns="0">
            <a:spAutoFit/>
          </a:bodyPr>
          <a:lstStyle/>
          <a:p>
            <a:pPr algn="l">
              <a:lnSpc>
                <a:spcPts val="2800"/>
              </a:lnSpc>
            </a:pPr>
            <a:r>
              <a:rPr lang="en-US" b="true" sz="2000">
                <a:solidFill>
                  <a:srgbClr val="000000"/>
                </a:solidFill>
                <a:latin typeface="Poppins Bold"/>
                <a:ea typeface="Poppins Bold"/>
                <a:cs typeface="Poppins Bold"/>
                <a:sym typeface="Poppins Bold"/>
              </a:rPr>
              <a:t>S HOOK</a:t>
            </a:r>
          </a:p>
        </p:txBody>
      </p:sp>
      <p:sp>
        <p:nvSpPr>
          <p:cNvPr name="TextBox 53" id="53"/>
          <p:cNvSpPr txBox="true"/>
          <p:nvPr/>
        </p:nvSpPr>
        <p:spPr>
          <a:xfrm rot="0">
            <a:off x="457467" y="6548390"/>
            <a:ext cx="2877807"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Aluminum, 304, 316</a:t>
            </a:r>
          </a:p>
        </p:txBody>
      </p:sp>
      <p:sp>
        <p:nvSpPr>
          <p:cNvPr name="TextBox 54" id="54"/>
          <p:cNvSpPr txBox="true"/>
          <p:nvPr/>
        </p:nvSpPr>
        <p:spPr>
          <a:xfrm rot="0">
            <a:off x="4874314" y="9441732"/>
            <a:ext cx="1586694" cy="32705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Grade: GI, 304 </a:t>
            </a:r>
          </a:p>
        </p:txBody>
      </p:sp>
      <p:sp>
        <p:nvSpPr>
          <p:cNvPr name="TextBox 55" id="55"/>
          <p:cNvSpPr txBox="true"/>
          <p:nvPr/>
        </p:nvSpPr>
        <p:spPr>
          <a:xfrm rot="0">
            <a:off x="924535" y="1471441"/>
            <a:ext cx="1879997"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THREAD INSERT</a:t>
            </a:r>
          </a:p>
        </p:txBody>
      </p:sp>
      <p:sp>
        <p:nvSpPr>
          <p:cNvPr name="TextBox 56" id="56"/>
          <p:cNvSpPr txBox="true"/>
          <p:nvPr/>
        </p:nvSpPr>
        <p:spPr>
          <a:xfrm rot="0">
            <a:off x="751723" y="7280138"/>
            <a:ext cx="2277561"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RIVET GUN HR-750</a:t>
            </a:r>
          </a:p>
        </p:txBody>
      </p:sp>
      <p:sp>
        <p:nvSpPr>
          <p:cNvPr name="TextBox 57" id="57"/>
          <p:cNvSpPr txBox="true"/>
          <p:nvPr/>
        </p:nvSpPr>
        <p:spPr>
          <a:xfrm rot="0">
            <a:off x="4562056" y="4381643"/>
            <a:ext cx="2266483"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RIVET GUN HR-730</a:t>
            </a:r>
          </a:p>
        </p:txBody>
      </p:sp>
      <p:sp>
        <p:nvSpPr>
          <p:cNvPr name="TextBox 58" id="58"/>
          <p:cNvSpPr txBox="true"/>
          <p:nvPr/>
        </p:nvSpPr>
        <p:spPr>
          <a:xfrm rot="0">
            <a:off x="4528261" y="1471441"/>
            <a:ext cx="2335416" cy="358845"/>
          </a:xfrm>
          <a:prstGeom prst="rect">
            <a:avLst/>
          </a:prstGeom>
        </p:spPr>
        <p:txBody>
          <a:bodyPr anchor="t" rtlCol="false" tIns="0" lIns="0" bIns="0" rIns="0">
            <a:spAutoFit/>
          </a:bodyPr>
          <a:lstStyle/>
          <a:p>
            <a:pPr algn="l">
              <a:lnSpc>
                <a:spcPts val="2660"/>
              </a:lnSpc>
            </a:pPr>
            <a:r>
              <a:rPr lang="en-US" b="true" sz="1900">
                <a:solidFill>
                  <a:srgbClr val="000000"/>
                </a:solidFill>
                <a:latin typeface="Poppins Bold"/>
                <a:ea typeface="Poppins Bold"/>
                <a:cs typeface="Poppins Bold"/>
                <a:sym typeface="Poppins Bold"/>
              </a:rPr>
              <a:t>THREAD REPAIR KIT</a:t>
            </a:r>
          </a:p>
        </p:txBody>
      </p:sp>
      <p:sp>
        <p:nvSpPr>
          <p:cNvPr name="TextBox 59" id="59"/>
          <p:cNvSpPr txBox="true"/>
          <p:nvPr/>
        </p:nvSpPr>
        <p:spPr>
          <a:xfrm rot="0">
            <a:off x="7025126" y="10145220"/>
            <a:ext cx="526390" cy="562156"/>
          </a:xfrm>
          <a:prstGeom prst="rect">
            <a:avLst/>
          </a:prstGeom>
        </p:spPr>
        <p:txBody>
          <a:bodyPr anchor="t" rtlCol="false" tIns="0" lIns="0" bIns="0" rIns="0">
            <a:spAutoFit/>
          </a:bodyPr>
          <a:lstStyle/>
          <a:p>
            <a:pPr algn="l">
              <a:lnSpc>
                <a:spcPts val="4201"/>
              </a:lnSpc>
            </a:pPr>
            <a:r>
              <a:rPr lang="en-US" b="true" sz="3001">
                <a:solidFill>
                  <a:srgbClr val="000000"/>
                </a:solidFill>
                <a:latin typeface="Poppins Bold"/>
                <a:ea typeface="Poppins Bold"/>
                <a:cs typeface="Poppins Bold"/>
                <a:sym typeface="Poppins Bold"/>
              </a:rPr>
              <a:t>44</a:t>
            </a:r>
          </a:p>
        </p:txBody>
      </p:sp>
      <p:sp>
        <p:nvSpPr>
          <p:cNvPr name="TextBox 60" id="60"/>
          <p:cNvSpPr txBox="true"/>
          <p:nvPr/>
        </p:nvSpPr>
        <p:spPr>
          <a:xfrm rot="0">
            <a:off x="2931166" y="867023"/>
            <a:ext cx="1732540" cy="285836"/>
          </a:xfrm>
          <a:prstGeom prst="rect">
            <a:avLst/>
          </a:prstGeom>
        </p:spPr>
        <p:txBody>
          <a:bodyPr anchor="t" rtlCol="false" tIns="0" lIns="0" bIns="0" rIns="0">
            <a:spAutoFit/>
          </a:bodyPr>
          <a:lstStyle/>
          <a:p>
            <a:pPr algn="l">
              <a:lnSpc>
                <a:spcPts val="2100"/>
              </a:lnSpc>
            </a:pPr>
            <a:r>
              <a:rPr lang="en-US" b="true" sz="1500">
                <a:solidFill>
                  <a:srgbClr val="192072"/>
                </a:solidFill>
                <a:latin typeface="Poppins Bold"/>
                <a:ea typeface="Poppins Bold"/>
                <a:cs typeface="Poppins Bold"/>
                <a:sym typeface="Poppins Bold"/>
              </a:rPr>
              <a:t>MISC. HARDWARE</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CF6DB"/>
        </a:solidFill>
      </p:bgPr>
    </p:bg>
    <p:spTree>
      <p:nvGrpSpPr>
        <p:cNvPr id="1" name=""/>
        <p:cNvGrpSpPr/>
        <p:nvPr/>
      </p:nvGrpSpPr>
      <p:grpSpPr>
        <a:xfrm>
          <a:off x="0" y="0"/>
          <a:ext cx="0" cy="0"/>
          <a:chOff x="0" y="0"/>
          <a:chExt cx="0" cy="0"/>
        </a:xfrm>
      </p:grpSpPr>
      <p:grpSp>
        <p:nvGrpSpPr>
          <p:cNvPr name="Group 2" id="2"/>
          <p:cNvGrpSpPr/>
          <p:nvPr/>
        </p:nvGrpSpPr>
        <p:grpSpPr>
          <a:xfrm rot="0">
            <a:off x="484156" y="8090706"/>
            <a:ext cx="333499" cy="333499"/>
            <a:chOff x="0" y="0"/>
            <a:chExt cx="333502" cy="333502"/>
          </a:xfrm>
        </p:grpSpPr>
        <p:sp>
          <p:nvSpPr>
            <p:cNvPr name="Freeform 3" id="3"/>
            <p:cNvSpPr/>
            <p:nvPr/>
          </p:nvSpPr>
          <p:spPr>
            <a:xfrm flipH="false" flipV="false" rot="0">
              <a:off x="0" y="0"/>
              <a:ext cx="333377" cy="333504"/>
            </a:xfrm>
            <a:custGeom>
              <a:avLst/>
              <a:gdLst/>
              <a:ahLst/>
              <a:cxnLst/>
              <a:rect r="r" b="b" t="t" l="l"/>
              <a:pathLst>
                <a:path h="333504" w="333377">
                  <a:moveTo>
                    <a:pt x="66675" y="0"/>
                  </a:moveTo>
                  <a:cubicBezTo>
                    <a:pt x="29845" y="0"/>
                    <a:pt x="0" y="29845"/>
                    <a:pt x="0" y="66675"/>
                  </a:cubicBezTo>
                  <a:cubicBezTo>
                    <a:pt x="0" y="199645"/>
                    <a:pt x="95759" y="310263"/>
                    <a:pt x="221997" y="333504"/>
                  </a:cubicBezTo>
                  <a:lnTo>
                    <a:pt x="295277" y="333504"/>
                  </a:lnTo>
                  <a:cubicBezTo>
                    <a:pt x="312803" y="326773"/>
                    <a:pt x="326646" y="312803"/>
                    <a:pt x="333377" y="295404"/>
                  </a:cubicBezTo>
                  <a:lnTo>
                    <a:pt x="333377" y="248033"/>
                  </a:lnTo>
                  <a:lnTo>
                    <a:pt x="225299" y="223141"/>
                  </a:lnTo>
                  <a:lnTo>
                    <a:pt x="204598" y="268988"/>
                  </a:lnTo>
                  <a:lnTo>
                    <a:pt x="204598" y="269115"/>
                  </a:lnTo>
                  <a:cubicBezTo>
                    <a:pt x="140463" y="248033"/>
                    <a:pt x="89790" y="197359"/>
                    <a:pt x="68707" y="133224"/>
                  </a:cubicBezTo>
                  <a:lnTo>
                    <a:pt x="68834" y="133224"/>
                  </a:lnTo>
                  <a:lnTo>
                    <a:pt x="114809" y="112650"/>
                  </a:lnTo>
                  <a:cubicBezTo>
                    <a:pt x="114809" y="112650"/>
                    <a:pt x="114936" y="112650"/>
                    <a:pt x="114936" y="112523"/>
                  </a:cubicBezTo>
                  <a:lnTo>
                    <a:pt x="89917" y="4191"/>
                  </a:lnTo>
                  <a:cubicBezTo>
                    <a:pt x="83313" y="1651"/>
                    <a:pt x="76200" y="254"/>
                    <a:pt x="68834" y="0"/>
                  </a:cubicBezTo>
                  <a:cubicBezTo>
                    <a:pt x="68072" y="0"/>
                    <a:pt x="67437" y="0"/>
                    <a:pt x="66675" y="0"/>
                  </a:cubicBezTo>
                  <a:close/>
                </a:path>
              </a:pathLst>
            </a:custGeom>
            <a:solidFill>
              <a:srgbClr val="CE6200"/>
            </a:solidFill>
          </p:spPr>
        </p:sp>
      </p:grpSp>
      <p:sp>
        <p:nvSpPr>
          <p:cNvPr name="Freeform 4" id="4"/>
          <p:cNvSpPr/>
          <p:nvPr/>
        </p:nvSpPr>
        <p:spPr>
          <a:xfrm flipH="false" flipV="false" rot="0">
            <a:off x="-65322" y="2975496"/>
            <a:ext cx="3211106" cy="1517771"/>
          </a:xfrm>
          <a:custGeom>
            <a:avLst/>
            <a:gdLst/>
            <a:ahLst/>
            <a:cxnLst/>
            <a:rect r="r" b="b" t="t" l="l"/>
            <a:pathLst>
              <a:path h="1517771" w="3211106">
                <a:moveTo>
                  <a:pt x="0" y="0"/>
                </a:moveTo>
                <a:lnTo>
                  <a:pt x="3211106" y="0"/>
                </a:lnTo>
                <a:lnTo>
                  <a:pt x="3211106" y="1517770"/>
                </a:lnTo>
                <a:lnTo>
                  <a:pt x="0" y="15177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736894" y="8078848"/>
            <a:ext cx="352501" cy="352244"/>
          </a:xfrm>
          <a:custGeom>
            <a:avLst/>
            <a:gdLst/>
            <a:ahLst/>
            <a:cxnLst/>
            <a:rect r="r" b="b" t="t" l="l"/>
            <a:pathLst>
              <a:path h="352244" w="352501">
                <a:moveTo>
                  <a:pt x="0" y="0"/>
                </a:moveTo>
                <a:lnTo>
                  <a:pt x="352502" y="0"/>
                </a:lnTo>
                <a:lnTo>
                  <a:pt x="352502" y="352244"/>
                </a:lnTo>
                <a:lnTo>
                  <a:pt x="0" y="352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368698" y="8146485"/>
            <a:ext cx="333499" cy="333499"/>
            <a:chOff x="0" y="0"/>
            <a:chExt cx="333502" cy="333502"/>
          </a:xfrm>
        </p:grpSpPr>
        <p:sp>
          <p:nvSpPr>
            <p:cNvPr name="Freeform 7" id="7"/>
            <p:cNvSpPr/>
            <p:nvPr/>
          </p:nvSpPr>
          <p:spPr>
            <a:xfrm flipH="false" flipV="false" rot="0">
              <a:off x="0" y="0"/>
              <a:ext cx="333377" cy="333505"/>
            </a:xfrm>
            <a:custGeom>
              <a:avLst/>
              <a:gdLst/>
              <a:ahLst/>
              <a:cxnLst/>
              <a:rect r="r" b="b" t="t" l="l"/>
              <a:pathLst>
                <a:path h="333505" w="333377">
                  <a:moveTo>
                    <a:pt x="66675" y="0"/>
                  </a:moveTo>
                  <a:cubicBezTo>
                    <a:pt x="29845" y="0"/>
                    <a:pt x="0" y="29845"/>
                    <a:pt x="0" y="66676"/>
                  </a:cubicBezTo>
                  <a:cubicBezTo>
                    <a:pt x="0" y="199646"/>
                    <a:pt x="95759" y="310263"/>
                    <a:pt x="221997" y="333505"/>
                  </a:cubicBezTo>
                  <a:lnTo>
                    <a:pt x="295277" y="333505"/>
                  </a:lnTo>
                  <a:cubicBezTo>
                    <a:pt x="312803" y="326774"/>
                    <a:pt x="326646" y="312803"/>
                    <a:pt x="333377" y="295404"/>
                  </a:cubicBezTo>
                  <a:lnTo>
                    <a:pt x="333377" y="248033"/>
                  </a:lnTo>
                  <a:lnTo>
                    <a:pt x="225299" y="223141"/>
                  </a:lnTo>
                  <a:lnTo>
                    <a:pt x="204598" y="268988"/>
                  </a:lnTo>
                  <a:lnTo>
                    <a:pt x="204598" y="269115"/>
                  </a:lnTo>
                  <a:cubicBezTo>
                    <a:pt x="140463" y="248033"/>
                    <a:pt x="89789" y="197360"/>
                    <a:pt x="68707" y="133224"/>
                  </a:cubicBezTo>
                  <a:lnTo>
                    <a:pt x="68834" y="133224"/>
                  </a:lnTo>
                  <a:lnTo>
                    <a:pt x="114809" y="112650"/>
                  </a:lnTo>
                  <a:cubicBezTo>
                    <a:pt x="114809" y="112650"/>
                    <a:pt x="114936" y="112650"/>
                    <a:pt x="114936" y="112523"/>
                  </a:cubicBezTo>
                  <a:lnTo>
                    <a:pt x="89916" y="4191"/>
                  </a:lnTo>
                  <a:cubicBezTo>
                    <a:pt x="83312" y="1651"/>
                    <a:pt x="76200" y="254"/>
                    <a:pt x="68834" y="0"/>
                  </a:cubicBezTo>
                  <a:cubicBezTo>
                    <a:pt x="68072" y="0"/>
                    <a:pt x="67437" y="0"/>
                    <a:pt x="66675" y="0"/>
                  </a:cubicBezTo>
                  <a:close/>
                </a:path>
              </a:pathLst>
            </a:custGeom>
            <a:solidFill>
              <a:srgbClr val="CE6200"/>
            </a:solidFill>
          </p:spPr>
        </p:sp>
      </p:grpSp>
      <p:grpSp>
        <p:nvGrpSpPr>
          <p:cNvPr name="Group 8" id="8"/>
          <p:cNvGrpSpPr/>
          <p:nvPr/>
        </p:nvGrpSpPr>
        <p:grpSpPr>
          <a:xfrm rot="0">
            <a:off x="6015285" y="1519485"/>
            <a:ext cx="365531" cy="422796"/>
            <a:chOff x="0" y="0"/>
            <a:chExt cx="365531" cy="422796"/>
          </a:xfrm>
        </p:grpSpPr>
        <p:sp>
          <p:nvSpPr>
            <p:cNvPr name="Freeform 9" id="9"/>
            <p:cNvSpPr/>
            <p:nvPr/>
          </p:nvSpPr>
          <p:spPr>
            <a:xfrm flipH="false" flipV="false" rot="0">
              <a:off x="0" y="0"/>
              <a:ext cx="365506" cy="422787"/>
            </a:xfrm>
            <a:custGeom>
              <a:avLst/>
              <a:gdLst/>
              <a:ahLst/>
              <a:cxnLst/>
              <a:rect r="r" b="b" t="t" l="l"/>
              <a:pathLst>
                <a:path h="422787" w="365506">
                  <a:moveTo>
                    <a:pt x="0" y="211457"/>
                  </a:moveTo>
                  <a:lnTo>
                    <a:pt x="365506" y="422787"/>
                  </a:lnTo>
                  <a:lnTo>
                    <a:pt x="365506" y="0"/>
                  </a:lnTo>
                  <a:lnTo>
                    <a:pt x="0" y="211457"/>
                  </a:lnTo>
                  <a:close/>
                </a:path>
              </a:pathLst>
            </a:custGeom>
            <a:solidFill>
              <a:srgbClr val="FF9100"/>
            </a:solidFill>
          </p:spPr>
        </p:sp>
      </p:grpSp>
      <p:grpSp>
        <p:nvGrpSpPr>
          <p:cNvPr name="Group 10" id="10"/>
          <p:cNvGrpSpPr/>
          <p:nvPr/>
        </p:nvGrpSpPr>
        <p:grpSpPr>
          <a:xfrm rot="0">
            <a:off x="840286" y="6783905"/>
            <a:ext cx="5824795" cy="290227"/>
            <a:chOff x="0" y="0"/>
            <a:chExt cx="5824804" cy="290233"/>
          </a:xfrm>
        </p:grpSpPr>
        <p:sp>
          <p:nvSpPr>
            <p:cNvPr name="Freeform 11" id="11"/>
            <p:cNvSpPr/>
            <p:nvPr/>
          </p:nvSpPr>
          <p:spPr>
            <a:xfrm flipH="false" flipV="false" rot="0">
              <a:off x="63500" y="63501"/>
              <a:ext cx="5697860" cy="163198"/>
            </a:xfrm>
            <a:custGeom>
              <a:avLst/>
              <a:gdLst/>
              <a:ahLst/>
              <a:cxnLst/>
              <a:rect r="r" b="b" t="t" l="l"/>
              <a:pathLst>
                <a:path h="163198" w="5697860">
                  <a:moveTo>
                    <a:pt x="20447" y="0"/>
                  </a:moveTo>
                  <a:lnTo>
                    <a:pt x="0" y="0"/>
                  </a:lnTo>
                  <a:lnTo>
                    <a:pt x="0" y="163198"/>
                  </a:lnTo>
                  <a:lnTo>
                    <a:pt x="5697860" y="163198"/>
                  </a:lnTo>
                  <a:lnTo>
                    <a:pt x="5697860" y="0"/>
                  </a:lnTo>
                  <a:lnTo>
                    <a:pt x="20447" y="0"/>
                  </a:lnTo>
                  <a:close/>
                </a:path>
              </a:pathLst>
            </a:custGeom>
            <a:solidFill>
              <a:srgbClr val="231F20"/>
            </a:solidFill>
          </p:spPr>
        </p:sp>
        <p:sp>
          <p:nvSpPr>
            <p:cNvPr name="Freeform 12" id="12"/>
            <p:cNvSpPr/>
            <p:nvPr/>
          </p:nvSpPr>
          <p:spPr>
            <a:xfrm flipH="false" flipV="false" rot="0">
              <a:off x="83947" y="83948"/>
              <a:ext cx="5656966" cy="122430"/>
            </a:xfrm>
            <a:custGeom>
              <a:avLst/>
              <a:gdLst/>
              <a:ahLst/>
              <a:cxnLst/>
              <a:rect r="r" b="b" t="t" l="l"/>
              <a:pathLst>
                <a:path h="122430" w="5656966">
                  <a:moveTo>
                    <a:pt x="0" y="122430"/>
                  </a:moveTo>
                  <a:lnTo>
                    <a:pt x="0" y="127"/>
                  </a:lnTo>
                  <a:lnTo>
                    <a:pt x="5656966" y="0"/>
                  </a:lnTo>
                  <a:lnTo>
                    <a:pt x="5656966" y="122303"/>
                  </a:lnTo>
                  <a:close/>
                </a:path>
              </a:pathLst>
            </a:custGeom>
            <a:solidFill>
              <a:srgbClr val="FF9100"/>
            </a:solidFill>
          </p:spPr>
        </p:sp>
        <p:sp>
          <p:nvSpPr>
            <p:cNvPr name="Freeform 13" id="13"/>
            <p:cNvSpPr/>
            <p:nvPr/>
          </p:nvSpPr>
          <p:spPr>
            <a:xfrm flipH="false" flipV="false" rot="0">
              <a:off x="63500" y="63501"/>
              <a:ext cx="5697860" cy="163198"/>
            </a:xfrm>
            <a:custGeom>
              <a:avLst/>
              <a:gdLst/>
              <a:ahLst/>
              <a:cxnLst/>
              <a:rect r="r" b="b" t="t" l="l"/>
              <a:pathLst>
                <a:path h="163198" w="5697860">
                  <a:moveTo>
                    <a:pt x="5656839" y="40895"/>
                  </a:moveTo>
                  <a:lnTo>
                    <a:pt x="5656839" y="122303"/>
                  </a:lnTo>
                  <a:lnTo>
                    <a:pt x="40894" y="122303"/>
                  </a:lnTo>
                  <a:lnTo>
                    <a:pt x="40894" y="40895"/>
                  </a:lnTo>
                  <a:close/>
                  <a:moveTo>
                    <a:pt x="5697860" y="0"/>
                  </a:moveTo>
                  <a:lnTo>
                    <a:pt x="20447" y="0"/>
                  </a:lnTo>
                  <a:lnTo>
                    <a:pt x="0" y="0"/>
                  </a:lnTo>
                  <a:lnTo>
                    <a:pt x="0" y="163198"/>
                  </a:lnTo>
                  <a:lnTo>
                    <a:pt x="5697860" y="163198"/>
                  </a:lnTo>
                  <a:lnTo>
                    <a:pt x="5697860" y="0"/>
                  </a:lnTo>
                  <a:close/>
                </a:path>
              </a:pathLst>
            </a:custGeom>
            <a:solidFill>
              <a:srgbClr val="231F20"/>
            </a:solidFill>
          </p:spPr>
        </p:sp>
      </p:grpSp>
      <p:grpSp>
        <p:nvGrpSpPr>
          <p:cNvPr name="Group 14" id="14"/>
          <p:cNvGrpSpPr/>
          <p:nvPr/>
        </p:nvGrpSpPr>
        <p:grpSpPr>
          <a:xfrm rot="0">
            <a:off x="-63503" y="-64980"/>
            <a:ext cx="7689085" cy="2070764"/>
            <a:chOff x="0" y="0"/>
            <a:chExt cx="7689088" cy="2070760"/>
          </a:xfrm>
        </p:grpSpPr>
        <p:sp>
          <p:nvSpPr>
            <p:cNvPr name="Freeform 15" id="15"/>
            <p:cNvSpPr/>
            <p:nvPr/>
          </p:nvSpPr>
          <p:spPr>
            <a:xfrm flipH="false" flipV="false" rot="0">
              <a:off x="6630034" y="1121409"/>
              <a:ext cx="765937" cy="885951"/>
            </a:xfrm>
            <a:custGeom>
              <a:avLst/>
              <a:gdLst/>
              <a:ahLst/>
              <a:cxnLst/>
              <a:rect r="r" b="b" t="t" l="l"/>
              <a:pathLst>
                <a:path h="885951" w="765937">
                  <a:moveTo>
                    <a:pt x="765937" y="442849"/>
                  </a:moveTo>
                  <a:lnTo>
                    <a:pt x="0" y="0"/>
                  </a:lnTo>
                  <a:lnTo>
                    <a:pt x="0" y="885952"/>
                  </a:lnTo>
                  <a:lnTo>
                    <a:pt x="765937" y="442976"/>
                  </a:lnTo>
                  <a:close/>
                </a:path>
              </a:pathLst>
            </a:custGeom>
            <a:solidFill>
              <a:srgbClr val="FF9100"/>
            </a:solidFill>
          </p:spPr>
        </p:sp>
        <p:sp>
          <p:nvSpPr>
            <p:cNvPr name="Freeform 16" id="16"/>
            <p:cNvSpPr/>
            <p:nvPr/>
          </p:nvSpPr>
          <p:spPr>
            <a:xfrm flipH="false" flipV="false" rot="0">
              <a:off x="5412359" y="65024"/>
              <a:ext cx="829818" cy="534543"/>
            </a:xfrm>
            <a:custGeom>
              <a:avLst/>
              <a:gdLst/>
              <a:ahLst/>
              <a:cxnLst/>
              <a:rect r="r" b="b" t="t" l="l"/>
              <a:pathLst>
                <a:path h="534543" w="829818">
                  <a:moveTo>
                    <a:pt x="0" y="0"/>
                  </a:moveTo>
                  <a:lnTo>
                    <a:pt x="0" y="534543"/>
                  </a:lnTo>
                  <a:lnTo>
                    <a:pt x="282955" y="534543"/>
                  </a:lnTo>
                  <a:lnTo>
                    <a:pt x="829817" y="410845"/>
                  </a:lnTo>
                  <a:lnTo>
                    <a:pt x="104648" y="0"/>
                  </a:lnTo>
                  <a:close/>
                </a:path>
              </a:pathLst>
            </a:custGeom>
            <a:solidFill>
              <a:srgbClr val="CE6200"/>
            </a:solidFill>
          </p:spPr>
        </p:sp>
        <p:sp>
          <p:nvSpPr>
            <p:cNvPr name="Freeform 17" id="17"/>
            <p:cNvSpPr/>
            <p:nvPr/>
          </p:nvSpPr>
          <p:spPr>
            <a:xfrm flipH="false" flipV="false" rot="0">
              <a:off x="5328412" y="65024"/>
              <a:ext cx="2293366" cy="1366011"/>
            </a:xfrm>
            <a:custGeom>
              <a:avLst/>
              <a:gdLst/>
              <a:ahLst/>
              <a:cxnLst/>
              <a:rect r="r" b="b" t="t" l="l"/>
              <a:pathLst>
                <a:path h="1366011" w="2293366">
                  <a:moveTo>
                    <a:pt x="0" y="0"/>
                  </a:moveTo>
                  <a:lnTo>
                    <a:pt x="83946" y="50038"/>
                  </a:lnTo>
                  <a:lnTo>
                    <a:pt x="496696" y="295910"/>
                  </a:lnTo>
                  <a:lnTo>
                    <a:pt x="751458" y="447675"/>
                  </a:lnTo>
                  <a:lnTo>
                    <a:pt x="1323466" y="788415"/>
                  </a:lnTo>
                  <a:lnTo>
                    <a:pt x="2293365" y="1366011"/>
                  </a:lnTo>
                  <a:lnTo>
                    <a:pt x="2293365" y="0"/>
                  </a:lnTo>
                  <a:close/>
                </a:path>
              </a:pathLst>
            </a:custGeom>
            <a:solidFill>
              <a:srgbClr val="00234C"/>
            </a:solidFill>
          </p:spPr>
        </p:sp>
        <p:sp>
          <p:nvSpPr>
            <p:cNvPr name="Freeform 18" id="18"/>
            <p:cNvSpPr/>
            <p:nvPr/>
          </p:nvSpPr>
          <p:spPr>
            <a:xfrm flipH="false" flipV="false" rot="0">
              <a:off x="5412359" y="65024"/>
              <a:ext cx="2209419" cy="1019809"/>
            </a:xfrm>
            <a:custGeom>
              <a:avLst/>
              <a:gdLst/>
              <a:ahLst/>
              <a:cxnLst/>
              <a:rect r="r" b="b" t="t" l="l"/>
              <a:pathLst>
                <a:path h="1019809" w="2209419">
                  <a:moveTo>
                    <a:pt x="924305" y="0"/>
                  </a:moveTo>
                  <a:lnTo>
                    <a:pt x="518667" y="234569"/>
                  </a:lnTo>
                  <a:lnTo>
                    <a:pt x="412749" y="295783"/>
                  </a:lnTo>
                  <a:lnTo>
                    <a:pt x="0" y="534543"/>
                  </a:lnTo>
                  <a:lnTo>
                    <a:pt x="839088" y="1019809"/>
                  </a:lnTo>
                  <a:lnTo>
                    <a:pt x="1239519" y="788288"/>
                  </a:lnTo>
                  <a:lnTo>
                    <a:pt x="2209418" y="227330"/>
                  </a:lnTo>
                  <a:lnTo>
                    <a:pt x="2209418" y="0"/>
                  </a:lnTo>
                  <a:close/>
                </a:path>
              </a:pathLst>
            </a:custGeom>
            <a:solidFill>
              <a:srgbClr val="FF9100"/>
            </a:solidFill>
          </p:spPr>
        </p:sp>
        <p:sp>
          <p:nvSpPr>
            <p:cNvPr name="Freeform 19" id="19"/>
            <p:cNvSpPr/>
            <p:nvPr/>
          </p:nvSpPr>
          <p:spPr>
            <a:xfrm flipH="false" flipV="false" rot="0">
              <a:off x="63500" y="65024"/>
              <a:ext cx="5385308" cy="154940"/>
            </a:xfrm>
            <a:custGeom>
              <a:avLst/>
              <a:gdLst/>
              <a:ahLst/>
              <a:cxnLst/>
              <a:rect r="r" b="b" t="t" l="l"/>
              <a:pathLst>
                <a:path h="154940" w="5385308">
                  <a:moveTo>
                    <a:pt x="0" y="0"/>
                  </a:moveTo>
                  <a:lnTo>
                    <a:pt x="0" y="154940"/>
                  </a:lnTo>
                  <a:lnTo>
                    <a:pt x="5385308" y="154940"/>
                  </a:lnTo>
                  <a:lnTo>
                    <a:pt x="5385308" y="0"/>
                  </a:lnTo>
                  <a:close/>
                </a:path>
              </a:pathLst>
            </a:custGeom>
            <a:solidFill>
              <a:srgbClr val="FBBA52"/>
            </a:solidFill>
          </p:spPr>
        </p:sp>
      </p:grpSp>
      <p:sp>
        <p:nvSpPr>
          <p:cNvPr name="Freeform 20" id="20"/>
          <p:cNvSpPr/>
          <p:nvPr/>
        </p:nvSpPr>
        <p:spPr>
          <a:xfrm flipH="false" flipV="false" rot="0">
            <a:off x="-63503" y="8012297"/>
            <a:ext cx="7688904" cy="2749687"/>
          </a:xfrm>
          <a:custGeom>
            <a:avLst/>
            <a:gdLst/>
            <a:ahLst/>
            <a:cxnLst/>
            <a:rect r="r" b="b" t="t" l="l"/>
            <a:pathLst>
              <a:path h="2749687" w="7688904">
                <a:moveTo>
                  <a:pt x="0" y="0"/>
                </a:moveTo>
                <a:lnTo>
                  <a:pt x="7688904" y="0"/>
                </a:lnTo>
                <a:lnTo>
                  <a:pt x="7688904" y="2749686"/>
                </a:lnTo>
                <a:lnTo>
                  <a:pt x="0" y="2749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4512507" y="2975496"/>
            <a:ext cx="3119190" cy="1517771"/>
          </a:xfrm>
          <a:custGeom>
            <a:avLst/>
            <a:gdLst/>
            <a:ahLst/>
            <a:cxnLst/>
            <a:rect r="r" b="b" t="t" l="l"/>
            <a:pathLst>
              <a:path h="1517771" w="3119190">
                <a:moveTo>
                  <a:pt x="0" y="0"/>
                </a:moveTo>
                <a:lnTo>
                  <a:pt x="3119190" y="0"/>
                </a:lnTo>
                <a:lnTo>
                  <a:pt x="3119190" y="1517770"/>
                </a:lnTo>
                <a:lnTo>
                  <a:pt x="0" y="15177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3083109" y="2878693"/>
            <a:ext cx="1486462" cy="1638919"/>
            <a:chOff x="0" y="0"/>
            <a:chExt cx="1981949" cy="2185226"/>
          </a:xfrm>
        </p:grpSpPr>
        <p:sp>
          <p:nvSpPr>
            <p:cNvPr name="Freeform 23" id="23"/>
            <p:cNvSpPr/>
            <p:nvPr/>
          </p:nvSpPr>
          <p:spPr>
            <a:xfrm flipH="false" flipV="false" rot="0">
              <a:off x="0" y="0"/>
              <a:ext cx="1981962" cy="2185162"/>
            </a:xfrm>
            <a:custGeom>
              <a:avLst/>
              <a:gdLst/>
              <a:ahLst/>
              <a:cxnLst/>
              <a:rect r="r" b="b" t="t" l="l"/>
              <a:pathLst>
                <a:path h="2185162" w="1981962">
                  <a:moveTo>
                    <a:pt x="0" y="0"/>
                  </a:moveTo>
                  <a:lnTo>
                    <a:pt x="1981962" y="0"/>
                  </a:lnTo>
                  <a:lnTo>
                    <a:pt x="1981962" y="2185162"/>
                  </a:lnTo>
                  <a:lnTo>
                    <a:pt x="0" y="2185162"/>
                  </a:lnTo>
                  <a:lnTo>
                    <a:pt x="0" y="0"/>
                  </a:lnTo>
                  <a:close/>
                </a:path>
              </a:pathLst>
            </a:custGeom>
            <a:blipFill>
              <a:blip r:embed="rId10"/>
              <a:stretch>
                <a:fillRect l="-16356" t="-4747" r="-315050" b="-1651"/>
              </a:stretch>
            </a:blipFill>
          </p:spPr>
        </p:sp>
      </p:grpSp>
      <p:grpSp>
        <p:nvGrpSpPr>
          <p:cNvPr name="Group 24" id="24"/>
          <p:cNvGrpSpPr/>
          <p:nvPr/>
        </p:nvGrpSpPr>
        <p:grpSpPr>
          <a:xfrm rot="5400000">
            <a:off x="1309278" y="7285006"/>
            <a:ext cx="867099" cy="333499"/>
            <a:chOff x="0" y="0"/>
            <a:chExt cx="1156132" cy="444665"/>
          </a:xfrm>
        </p:grpSpPr>
        <p:sp>
          <p:nvSpPr>
            <p:cNvPr name="Freeform 25" id="25"/>
            <p:cNvSpPr/>
            <p:nvPr/>
          </p:nvSpPr>
          <p:spPr>
            <a:xfrm flipH="false" flipV="false" rot="0">
              <a:off x="0" y="0"/>
              <a:ext cx="1156081" cy="444627"/>
            </a:xfrm>
            <a:custGeom>
              <a:avLst/>
              <a:gdLst/>
              <a:ahLst/>
              <a:cxnLst/>
              <a:rect r="r" b="b" t="t" l="l"/>
              <a:pathLst>
                <a:path h="444627" w="1156081">
                  <a:moveTo>
                    <a:pt x="0" y="0"/>
                  </a:moveTo>
                  <a:lnTo>
                    <a:pt x="1156081" y="0"/>
                  </a:lnTo>
                  <a:lnTo>
                    <a:pt x="1156081" y="444627"/>
                  </a:lnTo>
                  <a:lnTo>
                    <a:pt x="0" y="444627"/>
                  </a:lnTo>
                  <a:lnTo>
                    <a:pt x="0" y="0"/>
                  </a:lnTo>
                  <a:close/>
                </a:path>
              </a:pathLst>
            </a:custGeom>
            <a:blipFill>
              <a:blip r:embed="rId11"/>
              <a:stretch>
                <a:fillRect l="0" t="0" r="-4" b="-8"/>
              </a:stretch>
            </a:blipFill>
          </p:spPr>
        </p:sp>
      </p:grpSp>
      <p:grpSp>
        <p:nvGrpSpPr>
          <p:cNvPr name="Group 26" id="26"/>
          <p:cNvGrpSpPr/>
          <p:nvPr/>
        </p:nvGrpSpPr>
        <p:grpSpPr>
          <a:xfrm rot="5400000">
            <a:off x="5204174" y="7285006"/>
            <a:ext cx="867099" cy="333499"/>
            <a:chOff x="0" y="0"/>
            <a:chExt cx="1156132" cy="444665"/>
          </a:xfrm>
        </p:grpSpPr>
        <p:sp>
          <p:nvSpPr>
            <p:cNvPr name="Freeform 27" id="27"/>
            <p:cNvSpPr/>
            <p:nvPr/>
          </p:nvSpPr>
          <p:spPr>
            <a:xfrm flipH="false" flipV="false" rot="0">
              <a:off x="0" y="0"/>
              <a:ext cx="1156081" cy="444627"/>
            </a:xfrm>
            <a:custGeom>
              <a:avLst/>
              <a:gdLst/>
              <a:ahLst/>
              <a:cxnLst/>
              <a:rect r="r" b="b" t="t" l="l"/>
              <a:pathLst>
                <a:path h="444627" w="1156081">
                  <a:moveTo>
                    <a:pt x="0" y="0"/>
                  </a:moveTo>
                  <a:lnTo>
                    <a:pt x="1156081" y="0"/>
                  </a:lnTo>
                  <a:lnTo>
                    <a:pt x="1156081" y="444627"/>
                  </a:lnTo>
                  <a:lnTo>
                    <a:pt x="0" y="444627"/>
                  </a:lnTo>
                  <a:lnTo>
                    <a:pt x="0" y="0"/>
                  </a:lnTo>
                  <a:close/>
                </a:path>
              </a:pathLst>
            </a:custGeom>
            <a:blipFill>
              <a:blip r:embed="rId11"/>
              <a:stretch>
                <a:fillRect l="0" t="0" r="-4" b="-8"/>
              </a:stretch>
            </a:blipFill>
          </p:spPr>
        </p:sp>
      </p:grpSp>
      <p:grpSp>
        <p:nvGrpSpPr>
          <p:cNvPr name="Group 28" id="28"/>
          <p:cNvGrpSpPr/>
          <p:nvPr/>
        </p:nvGrpSpPr>
        <p:grpSpPr>
          <a:xfrm rot="0">
            <a:off x="103432" y="9136323"/>
            <a:ext cx="3109779" cy="1543631"/>
            <a:chOff x="0" y="0"/>
            <a:chExt cx="4146372" cy="2058175"/>
          </a:xfrm>
        </p:grpSpPr>
        <p:sp>
          <p:nvSpPr>
            <p:cNvPr name="Freeform 29" id="29"/>
            <p:cNvSpPr/>
            <p:nvPr/>
          </p:nvSpPr>
          <p:spPr>
            <a:xfrm flipH="false" flipV="false" rot="0">
              <a:off x="0" y="0"/>
              <a:ext cx="4146423" cy="2058162"/>
            </a:xfrm>
            <a:custGeom>
              <a:avLst/>
              <a:gdLst/>
              <a:ahLst/>
              <a:cxnLst/>
              <a:rect r="r" b="b" t="t" l="l"/>
              <a:pathLst>
                <a:path h="2058162" w="4146423">
                  <a:moveTo>
                    <a:pt x="0" y="0"/>
                  </a:moveTo>
                  <a:lnTo>
                    <a:pt x="4146423" y="0"/>
                  </a:lnTo>
                  <a:lnTo>
                    <a:pt x="4146423" y="2058162"/>
                  </a:lnTo>
                  <a:lnTo>
                    <a:pt x="0" y="2058162"/>
                  </a:lnTo>
                  <a:lnTo>
                    <a:pt x="0" y="0"/>
                  </a:lnTo>
                  <a:close/>
                </a:path>
              </a:pathLst>
            </a:custGeom>
            <a:blipFill>
              <a:blip r:embed="rId12"/>
              <a:stretch>
                <a:fillRect l="0" t="0" r="1" b="0"/>
              </a:stretch>
            </a:blipFill>
          </p:spPr>
        </p:sp>
      </p:grpSp>
      <p:sp>
        <p:nvSpPr>
          <p:cNvPr name="Freeform 30" id="30"/>
          <p:cNvSpPr/>
          <p:nvPr/>
        </p:nvSpPr>
        <p:spPr>
          <a:xfrm flipH="false" flipV="false" rot="0">
            <a:off x="-66551" y="-63503"/>
            <a:ext cx="7698219" cy="10823572"/>
          </a:xfrm>
          <a:custGeom>
            <a:avLst/>
            <a:gdLst/>
            <a:ahLst/>
            <a:cxnLst/>
            <a:rect r="r" b="b" t="t" l="l"/>
            <a:pathLst>
              <a:path h="10823572" w="7698219">
                <a:moveTo>
                  <a:pt x="0" y="0"/>
                </a:moveTo>
                <a:lnTo>
                  <a:pt x="7698219" y="0"/>
                </a:lnTo>
                <a:lnTo>
                  <a:pt x="7698219" y="10823572"/>
                </a:lnTo>
                <a:lnTo>
                  <a:pt x="0" y="108235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1" id="31"/>
          <p:cNvSpPr txBox="true"/>
          <p:nvPr/>
        </p:nvSpPr>
        <p:spPr>
          <a:xfrm rot="0">
            <a:off x="651596" y="4158510"/>
            <a:ext cx="6384598" cy="2127418"/>
          </a:xfrm>
          <a:prstGeom prst="rect">
            <a:avLst/>
          </a:prstGeom>
        </p:spPr>
        <p:txBody>
          <a:bodyPr anchor="t" rtlCol="false" tIns="0" lIns="0" bIns="0" rIns="0">
            <a:spAutoFit/>
          </a:bodyPr>
          <a:lstStyle/>
          <a:p>
            <a:pPr algn="ctr" rtl="true">
              <a:lnSpc>
                <a:spcPts val="9367"/>
              </a:lnSpc>
            </a:pPr>
            <a:r>
              <a:rPr lang="ar-EG" b="true" sz="5017">
                <a:solidFill>
                  <a:srgbClr val="BE1E2D"/>
                </a:solidFill>
                <a:latin typeface="Calibri (MS) Bold"/>
                <a:ea typeface="Calibri (MS) Bold"/>
                <a:cs typeface="Calibri (MS) Bold"/>
                <a:sym typeface="Calibri (MS) Bold"/>
                <a:rtl val="true"/>
              </a:rPr>
              <a:t>شركة سبته التجارية ذ م م </a:t>
            </a:r>
          </a:p>
          <a:p>
            <a:pPr algn="ctr">
              <a:lnSpc>
                <a:spcPts val="10794"/>
              </a:lnSpc>
            </a:pPr>
            <a:r>
              <a:rPr lang="en-US" sz="5781">
                <a:solidFill>
                  <a:srgbClr val="BE1E2D"/>
                </a:solidFill>
                <a:latin typeface="Anton"/>
                <a:ea typeface="Anton"/>
                <a:cs typeface="Anton"/>
                <a:sym typeface="Anton"/>
              </a:rPr>
              <a:t>SABTA TRADING CO. LLC</a:t>
            </a:r>
          </a:p>
        </p:txBody>
      </p:sp>
      <p:sp>
        <p:nvSpPr>
          <p:cNvPr name="TextBox 32" id="32"/>
          <p:cNvSpPr txBox="true"/>
          <p:nvPr/>
        </p:nvSpPr>
        <p:spPr>
          <a:xfrm rot="0">
            <a:off x="408946" y="6136548"/>
            <a:ext cx="6976920" cy="727253"/>
          </a:xfrm>
          <a:prstGeom prst="rect">
            <a:avLst/>
          </a:prstGeom>
        </p:spPr>
        <p:txBody>
          <a:bodyPr anchor="t" rtlCol="false" tIns="0" lIns="0" bIns="0" rIns="0">
            <a:spAutoFit/>
          </a:bodyPr>
          <a:lstStyle/>
          <a:p>
            <a:pPr algn="ctr">
              <a:lnSpc>
                <a:spcPts val="2776"/>
              </a:lnSpc>
            </a:pPr>
            <a:r>
              <a:rPr lang="en-US" b="true" sz="2000">
                <a:solidFill>
                  <a:srgbClr val="192072"/>
                </a:solidFill>
                <a:latin typeface="Poppins Bold"/>
                <a:ea typeface="Poppins Bold"/>
                <a:cs typeface="Poppins Bold"/>
                <a:sym typeface="Poppins Bold"/>
              </a:rPr>
              <a:t>Phone: +971 4 2210506 {4 Lines} | Fax: +971 4 2243009 |</a:t>
            </a:r>
          </a:p>
          <a:p>
            <a:pPr algn="ctr">
              <a:lnSpc>
                <a:spcPts val="2776"/>
              </a:lnSpc>
            </a:pPr>
            <a:r>
              <a:rPr lang="en-US" b="true" sz="2000">
                <a:solidFill>
                  <a:srgbClr val="192072"/>
                </a:solidFill>
                <a:latin typeface="Poppins Bold"/>
                <a:ea typeface="Poppins Bold"/>
                <a:cs typeface="Poppins Bold"/>
                <a:sym typeface="Poppins Bold"/>
              </a:rPr>
              <a:t>P.O. Box: 14684, Dubai-U.A.E</a:t>
            </a:r>
          </a:p>
        </p:txBody>
      </p:sp>
      <p:sp>
        <p:nvSpPr>
          <p:cNvPr name="TextBox 33" id="33"/>
          <p:cNvSpPr txBox="true"/>
          <p:nvPr/>
        </p:nvSpPr>
        <p:spPr>
          <a:xfrm rot="0">
            <a:off x="2494540" y="7135139"/>
            <a:ext cx="2624985" cy="746065"/>
          </a:xfrm>
          <a:prstGeom prst="rect">
            <a:avLst/>
          </a:prstGeom>
        </p:spPr>
        <p:txBody>
          <a:bodyPr anchor="t" rtlCol="false" tIns="0" lIns="0" bIns="0" rIns="0">
            <a:spAutoFit/>
          </a:bodyPr>
          <a:lstStyle/>
          <a:p>
            <a:pPr algn="ctr">
              <a:lnSpc>
                <a:spcPts val="2851"/>
              </a:lnSpc>
            </a:pPr>
            <a:r>
              <a:rPr lang="en-US" b="true" sz="2058">
                <a:solidFill>
                  <a:srgbClr val="192072"/>
                </a:solidFill>
                <a:latin typeface="Poppins Bold"/>
                <a:ea typeface="Poppins Bold"/>
                <a:cs typeface="Poppins Bold"/>
                <a:sym typeface="Poppins Bold"/>
              </a:rPr>
              <a:t>SAIFUDDIN </a:t>
            </a:r>
            <a:r>
              <a:rPr lang="en-US" b="true" sz="2058">
                <a:solidFill>
                  <a:srgbClr val="FF3131"/>
                </a:solidFill>
                <a:latin typeface="Poppins Bold"/>
                <a:ea typeface="Poppins Bold"/>
                <a:cs typeface="Poppins Bold"/>
                <a:sym typeface="Poppins Bold"/>
              </a:rPr>
              <a:t>Managing Director </a:t>
            </a:r>
          </a:p>
        </p:txBody>
      </p:sp>
      <p:sp>
        <p:nvSpPr>
          <p:cNvPr name="TextBox 34" id="34"/>
          <p:cNvSpPr txBox="true"/>
          <p:nvPr/>
        </p:nvSpPr>
        <p:spPr>
          <a:xfrm rot="0">
            <a:off x="1306125" y="7872908"/>
            <a:ext cx="869594" cy="325622"/>
          </a:xfrm>
          <a:prstGeom prst="rect">
            <a:avLst/>
          </a:prstGeom>
        </p:spPr>
        <p:txBody>
          <a:bodyPr anchor="t" rtlCol="false" tIns="0" lIns="0" bIns="0" rIns="0">
            <a:spAutoFit/>
          </a:bodyPr>
          <a:lstStyle/>
          <a:p>
            <a:pPr algn="l">
              <a:lnSpc>
                <a:spcPts val="2451"/>
              </a:lnSpc>
            </a:pPr>
            <a:r>
              <a:rPr lang="en-US" b="true" sz="1751">
                <a:solidFill>
                  <a:srgbClr val="192072"/>
                </a:solidFill>
                <a:latin typeface="Poppins Bold"/>
                <a:ea typeface="Poppins Bold"/>
                <a:cs typeface="Poppins Bold"/>
                <a:sym typeface="Poppins Bold"/>
              </a:rPr>
              <a:t>HUSAIN</a:t>
            </a:r>
          </a:p>
        </p:txBody>
      </p:sp>
      <p:sp>
        <p:nvSpPr>
          <p:cNvPr name="TextBox 35" id="35"/>
          <p:cNvSpPr txBox="true"/>
          <p:nvPr/>
        </p:nvSpPr>
        <p:spPr>
          <a:xfrm rot="0">
            <a:off x="399412" y="8177822"/>
            <a:ext cx="2758059" cy="630536"/>
          </a:xfrm>
          <a:prstGeom prst="rect">
            <a:avLst/>
          </a:prstGeom>
        </p:spPr>
        <p:txBody>
          <a:bodyPr anchor="t" rtlCol="false" tIns="0" lIns="0" bIns="0" rIns="0">
            <a:spAutoFit/>
          </a:bodyPr>
          <a:lstStyle/>
          <a:p>
            <a:pPr algn="ctr">
              <a:lnSpc>
                <a:spcPts val="2400"/>
              </a:lnSpc>
            </a:pPr>
            <a:r>
              <a:rPr lang="en-US" b="true" sz="1751">
                <a:solidFill>
                  <a:srgbClr val="192072"/>
                </a:solidFill>
                <a:latin typeface="Poppins Bold"/>
                <a:ea typeface="Poppins Bold"/>
                <a:cs typeface="Poppins Bold"/>
                <a:sym typeface="Poppins Bold"/>
              </a:rPr>
              <a:t>+971 50 5092067 husain@sabtadxb.com</a:t>
            </a:r>
          </a:p>
        </p:txBody>
      </p:sp>
      <p:sp>
        <p:nvSpPr>
          <p:cNvPr name="TextBox 36" id="36"/>
          <p:cNvSpPr txBox="true"/>
          <p:nvPr/>
        </p:nvSpPr>
        <p:spPr>
          <a:xfrm rot="0">
            <a:off x="4538158" y="7872908"/>
            <a:ext cx="2239985" cy="935450"/>
          </a:xfrm>
          <a:prstGeom prst="rect">
            <a:avLst/>
          </a:prstGeom>
        </p:spPr>
        <p:txBody>
          <a:bodyPr anchor="t" rtlCol="false" tIns="0" lIns="0" bIns="0" rIns="0">
            <a:spAutoFit/>
          </a:bodyPr>
          <a:lstStyle/>
          <a:p>
            <a:pPr algn="ctr">
              <a:lnSpc>
                <a:spcPts val="2400"/>
              </a:lnSpc>
            </a:pPr>
            <a:r>
              <a:rPr lang="en-US" b="true" sz="1751">
                <a:solidFill>
                  <a:srgbClr val="192072"/>
                </a:solidFill>
                <a:latin typeface="Poppins Bold"/>
                <a:ea typeface="Poppins Bold"/>
                <a:cs typeface="Poppins Bold"/>
                <a:sym typeface="Poppins Bold"/>
              </a:rPr>
              <a:t>ALI ASGAR </a:t>
            </a:r>
          </a:p>
          <a:p>
            <a:pPr algn="ctr">
              <a:lnSpc>
                <a:spcPts val="2400"/>
              </a:lnSpc>
            </a:pPr>
            <a:r>
              <a:rPr lang="en-US" b="true" sz="1751">
                <a:solidFill>
                  <a:srgbClr val="192072"/>
                </a:solidFill>
                <a:latin typeface="Poppins Bold"/>
                <a:ea typeface="Poppins Bold"/>
                <a:cs typeface="Poppins Bold"/>
                <a:sym typeface="Poppins Bold"/>
              </a:rPr>
              <a:t>+971 50 5649976 ali@sabtadxb.com</a:t>
            </a:r>
          </a:p>
        </p:txBody>
      </p:sp>
      <p:sp>
        <p:nvSpPr>
          <p:cNvPr name="TextBox 37" id="37"/>
          <p:cNvSpPr txBox="true"/>
          <p:nvPr/>
        </p:nvSpPr>
        <p:spPr>
          <a:xfrm rot="0">
            <a:off x="309048" y="8882377"/>
            <a:ext cx="1047445" cy="338728"/>
          </a:xfrm>
          <a:prstGeom prst="rect">
            <a:avLst/>
          </a:prstGeom>
        </p:spPr>
        <p:txBody>
          <a:bodyPr anchor="t" rtlCol="false" tIns="0" lIns="0" bIns="0" rIns="0">
            <a:spAutoFit/>
          </a:bodyPr>
          <a:lstStyle/>
          <a:p>
            <a:pPr algn="l">
              <a:lnSpc>
                <a:spcPts val="2567"/>
              </a:lnSpc>
            </a:pPr>
            <a:r>
              <a:rPr lang="en-US" b="true" sz="1833">
                <a:solidFill>
                  <a:srgbClr val="FF3131"/>
                </a:solidFill>
                <a:latin typeface="Poppins Bold"/>
                <a:ea typeface="Poppins Bold"/>
                <a:cs typeface="Poppins Bold"/>
                <a:sym typeface="Poppins Bold"/>
              </a:rPr>
              <a:t>Location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DAHTFxBqr2I</dc:identifier>
  <dcterms:modified xsi:type="dcterms:W3CDTF">2011-08-01T06:04:30Z</dcterms:modified>
  <cp:revision>1</cp:revision>
  <dc:title>SABTA TRADING CATALOG_2026_NEW.pdf</dc:title>
</cp:coreProperties>
</file>